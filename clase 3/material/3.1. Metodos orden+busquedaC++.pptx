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gif" ContentType="image/gif"/>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9"/>
  </p:notesMasterIdLst>
  <p:sldIdLst>
    <p:sldId id="256" r:id="rId2"/>
    <p:sldId id="346" r:id="rId3"/>
    <p:sldId id="371" r:id="rId4"/>
    <p:sldId id="382" r:id="rId5"/>
    <p:sldId id="386" r:id="rId6"/>
    <p:sldId id="387" r:id="rId7"/>
    <p:sldId id="388" r:id="rId8"/>
    <p:sldId id="389" r:id="rId9"/>
    <p:sldId id="367" r:id="rId10"/>
    <p:sldId id="425" r:id="rId11"/>
    <p:sldId id="383" r:id="rId12"/>
    <p:sldId id="384" r:id="rId13"/>
    <p:sldId id="390" r:id="rId14"/>
    <p:sldId id="391" r:id="rId15"/>
    <p:sldId id="392" r:id="rId16"/>
    <p:sldId id="393" r:id="rId17"/>
    <p:sldId id="380" r:id="rId18"/>
    <p:sldId id="379" r:id="rId19"/>
    <p:sldId id="426" r:id="rId20"/>
    <p:sldId id="427" r:id="rId21"/>
    <p:sldId id="412" r:id="rId22"/>
    <p:sldId id="381" r:id="rId23"/>
    <p:sldId id="385" r:id="rId24"/>
    <p:sldId id="394" r:id="rId25"/>
    <p:sldId id="395" r:id="rId26"/>
    <p:sldId id="400" r:id="rId27"/>
    <p:sldId id="368" r:id="rId28"/>
    <p:sldId id="396" r:id="rId29"/>
    <p:sldId id="369" r:id="rId30"/>
    <p:sldId id="397" r:id="rId31"/>
    <p:sldId id="398" r:id="rId32"/>
    <p:sldId id="401" r:id="rId33"/>
    <p:sldId id="402" r:id="rId34"/>
    <p:sldId id="366" r:id="rId35"/>
    <p:sldId id="413" r:id="rId36"/>
    <p:sldId id="422" r:id="rId37"/>
    <p:sldId id="423" r:id="rId38"/>
  </p:sldIdLst>
  <p:sldSz cx="12192000" cy="6858000"/>
  <p:notesSz cx="6858000" cy="9144000"/>
  <p:defaultText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JAIRO HERNANDO RAMIREZ MARIN" initials="JHRM" lastIdx="1" clrIdx="0">
    <p:extLst>
      <p:ext uri="{19B8F6BF-5375-455C-9EA6-DF929625EA0E}">
        <p15:presenceInfo xmlns:p15="http://schemas.microsoft.com/office/powerpoint/2012/main" userId="S::jairo.ramirez@comunidad.iush.edu.co::683be6fa-ee44-4f01-ad3d-b1c13e4348df"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562AB"/>
    <a:srgbClr val="265D92"/>
    <a:srgbClr val="194581"/>
    <a:srgbClr val="974BA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Estilo medio 2 - Énfasis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73A0DAA-6AF3-43AB-8588-CEC1D06C72B9}" styleName="Estilo medio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DF18680-E054-41AD-8BC1-D1AEF772440D}" styleName="Estilo medio 2 - Énfasis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Estilo medio 2 - Énfasis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4361" autoAdjust="0"/>
    <p:restoredTop sz="82424" autoAdjust="0"/>
  </p:normalViewPr>
  <p:slideViewPr>
    <p:cSldViewPr snapToGrid="0">
      <p:cViewPr varScale="1">
        <p:scale>
          <a:sx n="91" d="100"/>
          <a:sy n="91" d="100"/>
        </p:scale>
        <p:origin x="270" y="84"/>
      </p:cViewPr>
      <p:guideLst/>
    </p:cSldViewPr>
  </p:slideViewPr>
  <p:notesTextViewPr>
    <p:cViewPr>
      <p:scale>
        <a:sx n="125" d="100"/>
        <a:sy n="125"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commentAuthors" Target="commentAuthor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CO"/>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B33B264-95C8-4153-8828-8C36D1236E7F}" type="datetimeFigureOut">
              <a:rPr lang="es-CO" smtClean="0"/>
              <a:t>22/08/2022</a:t>
            </a:fld>
            <a:endParaRPr lang="es-CO"/>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CO"/>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CO"/>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EBFF732-773A-4839-B774-230B46601DA8}" type="slidenum">
              <a:rPr lang="es-CO" smtClean="0"/>
              <a:t>‹Nº›</a:t>
            </a:fld>
            <a:endParaRPr lang="es-CO"/>
          </a:p>
        </p:txBody>
      </p:sp>
    </p:spTree>
    <p:extLst>
      <p:ext uri="{BB962C8B-B14F-4D97-AF65-F5344CB8AC3E}">
        <p14:creationId xmlns:p14="http://schemas.microsoft.com/office/powerpoint/2010/main" val="48160067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CO" sz="1200" b="1" kern="1200" dirty="0">
                <a:solidFill>
                  <a:schemeClr val="tx1"/>
                </a:solidFill>
                <a:effectLst/>
                <a:latin typeface="+mn-lt"/>
                <a:ea typeface="+mn-ea"/>
                <a:cs typeface="+mn-cs"/>
              </a:rPr>
              <a:t>/*CÓDIGO FUENTE*/</a:t>
            </a:r>
          </a:p>
          <a:p>
            <a:r>
              <a:rPr lang="es-CO" sz="1200" b="0" kern="1200" dirty="0">
                <a:solidFill>
                  <a:schemeClr val="tx1"/>
                </a:solidFill>
                <a:effectLst/>
                <a:latin typeface="+mn-lt"/>
                <a:ea typeface="+mn-ea"/>
                <a:cs typeface="+mn-cs"/>
              </a:rPr>
              <a:t>//ORDENAMIENTO BURBUJA</a:t>
            </a:r>
          </a:p>
          <a:p>
            <a:r>
              <a:rPr lang="es-CO" sz="1200" b="0" kern="1200" dirty="0">
                <a:solidFill>
                  <a:schemeClr val="tx1"/>
                </a:solidFill>
                <a:effectLst/>
                <a:latin typeface="+mn-lt"/>
                <a:ea typeface="+mn-ea"/>
                <a:cs typeface="+mn-cs"/>
              </a:rPr>
              <a:t>#</a:t>
            </a:r>
            <a:r>
              <a:rPr lang="es-CO" sz="1200" b="0" kern="1200" dirty="0" err="1">
                <a:solidFill>
                  <a:schemeClr val="tx1"/>
                </a:solidFill>
                <a:effectLst/>
                <a:latin typeface="+mn-lt"/>
                <a:ea typeface="+mn-ea"/>
                <a:cs typeface="+mn-cs"/>
              </a:rPr>
              <a:t>include</a:t>
            </a:r>
            <a:r>
              <a:rPr lang="es-CO" sz="1200" b="0" kern="1200" dirty="0">
                <a:solidFill>
                  <a:schemeClr val="tx1"/>
                </a:solidFill>
                <a:effectLst/>
                <a:latin typeface="+mn-lt"/>
                <a:ea typeface="+mn-ea"/>
                <a:cs typeface="+mn-cs"/>
              </a:rPr>
              <a:t>&lt;iostream&gt;</a:t>
            </a:r>
          </a:p>
          <a:p>
            <a:r>
              <a:rPr lang="es-CO" sz="1200" b="0" kern="1200" dirty="0" err="1">
                <a:solidFill>
                  <a:schemeClr val="tx1"/>
                </a:solidFill>
                <a:effectLst/>
                <a:latin typeface="+mn-lt"/>
                <a:ea typeface="+mn-ea"/>
                <a:cs typeface="+mn-cs"/>
              </a:rPr>
              <a:t>using</a:t>
            </a:r>
            <a:r>
              <a:rPr lang="es-CO" sz="1200" b="0" kern="1200" dirty="0">
                <a:solidFill>
                  <a:schemeClr val="tx1"/>
                </a:solidFill>
                <a:effectLst/>
                <a:latin typeface="+mn-lt"/>
                <a:ea typeface="+mn-ea"/>
                <a:cs typeface="+mn-cs"/>
              </a:rPr>
              <a:t> namespace </a:t>
            </a:r>
            <a:r>
              <a:rPr lang="es-CO" sz="1200" b="0" kern="1200" dirty="0" err="1">
                <a:solidFill>
                  <a:schemeClr val="tx1"/>
                </a:solidFill>
                <a:effectLst/>
                <a:latin typeface="+mn-lt"/>
                <a:ea typeface="+mn-ea"/>
                <a:cs typeface="+mn-cs"/>
              </a:rPr>
              <a:t>std</a:t>
            </a:r>
            <a:r>
              <a:rPr lang="es-CO" sz="1200" b="0" kern="1200" dirty="0">
                <a:solidFill>
                  <a:schemeClr val="tx1"/>
                </a:solidFill>
                <a:effectLst/>
                <a:latin typeface="+mn-lt"/>
                <a:ea typeface="+mn-ea"/>
                <a:cs typeface="+mn-cs"/>
              </a:rPr>
              <a:t>;</a:t>
            </a:r>
          </a:p>
          <a:p>
            <a:br>
              <a:rPr lang="es-CO" sz="1200" b="0" kern="1200" dirty="0">
                <a:solidFill>
                  <a:schemeClr val="tx1"/>
                </a:solidFill>
                <a:effectLst/>
                <a:latin typeface="+mn-lt"/>
                <a:ea typeface="+mn-ea"/>
                <a:cs typeface="+mn-cs"/>
              </a:rPr>
            </a:br>
            <a:r>
              <a:rPr lang="es-CO" sz="1200" b="0" kern="1200" dirty="0">
                <a:solidFill>
                  <a:schemeClr val="tx1"/>
                </a:solidFill>
                <a:effectLst/>
                <a:latin typeface="+mn-lt"/>
                <a:ea typeface="+mn-ea"/>
                <a:cs typeface="+mn-cs"/>
              </a:rPr>
              <a:t>int </a:t>
            </a:r>
            <a:r>
              <a:rPr lang="es-CO" sz="1200" b="0" kern="1200" dirty="0" err="1">
                <a:solidFill>
                  <a:schemeClr val="tx1"/>
                </a:solidFill>
                <a:effectLst/>
                <a:latin typeface="+mn-lt"/>
                <a:ea typeface="+mn-ea"/>
                <a:cs typeface="+mn-cs"/>
              </a:rPr>
              <a:t>main</a:t>
            </a:r>
            <a:r>
              <a:rPr lang="es-CO" sz="1200" b="0" kern="1200" dirty="0">
                <a:solidFill>
                  <a:schemeClr val="tx1"/>
                </a:solidFill>
                <a:effectLst/>
                <a:latin typeface="+mn-lt"/>
                <a:ea typeface="+mn-ea"/>
                <a:cs typeface="+mn-cs"/>
              </a:rPr>
              <a:t>(){</a:t>
            </a:r>
          </a:p>
          <a:p>
            <a:r>
              <a:rPr lang="es-CO" sz="1200" b="0" kern="1200" dirty="0">
                <a:solidFill>
                  <a:schemeClr val="tx1"/>
                </a:solidFill>
                <a:effectLst/>
                <a:latin typeface="+mn-lt"/>
                <a:ea typeface="+mn-ea"/>
                <a:cs typeface="+mn-cs"/>
              </a:rPr>
              <a:t>  int *vec, n, p, k, aux;</a:t>
            </a:r>
          </a:p>
          <a:p>
            <a:r>
              <a:rPr lang="es-CO" sz="1200" b="0" kern="1200" dirty="0">
                <a:solidFill>
                  <a:schemeClr val="tx1"/>
                </a:solidFill>
                <a:effectLst/>
                <a:latin typeface="+mn-lt"/>
                <a:ea typeface="+mn-ea"/>
                <a:cs typeface="+mn-cs"/>
              </a:rPr>
              <a:t>  </a:t>
            </a:r>
            <a:r>
              <a:rPr lang="es-CO" sz="1200" b="0" kern="1200" dirty="0" err="1">
                <a:solidFill>
                  <a:schemeClr val="tx1"/>
                </a:solidFill>
                <a:effectLst/>
                <a:latin typeface="+mn-lt"/>
                <a:ea typeface="+mn-ea"/>
                <a:cs typeface="+mn-cs"/>
              </a:rPr>
              <a:t>cout</a:t>
            </a:r>
            <a:r>
              <a:rPr lang="es-CO" sz="1200" b="0" kern="1200" dirty="0">
                <a:solidFill>
                  <a:schemeClr val="tx1"/>
                </a:solidFill>
                <a:effectLst/>
                <a:latin typeface="+mn-lt"/>
                <a:ea typeface="+mn-ea"/>
                <a:cs typeface="+mn-cs"/>
              </a:rPr>
              <a:t> &lt;&lt; "Ingrese la dimensión: ";</a:t>
            </a:r>
          </a:p>
          <a:p>
            <a:r>
              <a:rPr lang="es-CO" sz="1200" b="0" kern="1200" dirty="0" err="1">
                <a:solidFill>
                  <a:schemeClr val="tx1"/>
                </a:solidFill>
                <a:effectLst/>
                <a:latin typeface="+mn-lt"/>
                <a:ea typeface="+mn-ea"/>
                <a:cs typeface="+mn-cs"/>
              </a:rPr>
              <a:t>cin</a:t>
            </a:r>
            <a:r>
              <a:rPr lang="es-CO" sz="1200" b="0" kern="1200" dirty="0">
                <a:solidFill>
                  <a:schemeClr val="tx1"/>
                </a:solidFill>
                <a:effectLst/>
                <a:latin typeface="+mn-lt"/>
                <a:ea typeface="+mn-ea"/>
                <a:cs typeface="+mn-cs"/>
              </a:rPr>
              <a:t> &gt;&gt; n;</a:t>
            </a:r>
          </a:p>
          <a:p>
            <a:r>
              <a:rPr lang="es-CO" sz="1200" b="0" kern="1200" dirty="0">
                <a:solidFill>
                  <a:schemeClr val="tx1"/>
                </a:solidFill>
                <a:effectLst/>
                <a:latin typeface="+mn-lt"/>
                <a:ea typeface="+mn-ea"/>
                <a:cs typeface="+mn-cs"/>
              </a:rPr>
              <a:t>  vec = new int[n]; </a:t>
            </a:r>
          </a:p>
          <a:p>
            <a:r>
              <a:rPr lang="es-CO" sz="1200" b="0" kern="1200" dirty="0">
                <a:solidFill>
                  <a:schemeClr val="tx1"/>
                </a:solidFill>
                <a:effectLst/>
                <a:latin typeface="+mn-lt"/>
                <a:ea typeface="+mn-ea"/>
                <a:cs typeface="+mn-cs"/>
              </a:rPr>
              <a:t>for (int i=0; i&lt;n; i++) {</a:t>
            </a:r>
          </a:p>
          <a:p>
            <a:r>
              <a:rPr lang="es-CO" sz="1200" b="0" kern="1200" dirty="0" err="1">
                <a:solidFill>
                  <a:schemeClr val="tx1"/>
                </a:solidFill>
                <a:effectLst/>
                <a:latin typeface="+mn-lt"/>
                <a:ea typeface="+mn-ea"/>
                <a:cs typeface="+mn-cs"/>
              </a:rPr>
              <a:t>cout</a:t>
            </a:r>
            <a:r>
              <a:rPr lang="es-CO" sz="1200" b="0" kern="1200" dirty="0">
                <a:solidFill>
                  <a:schemeClr val="tx1"/>
                </a:solidFill>
                <a:effectLst/>
                <a:latin typeface="+mn-lt"/>
                <a:ea typeface="+mn-ea"/>
                <a:cs typeface="+mn-cs"/>
              </a:rPr>
              <a:t> &lt;&lt; "Ingrese VEC[" &lt;&lt; i &lt;&lt; "]: ";</a:t>
            </a:r>
          </a:p>
          <a:p>
            <a:r>
              <a:rPr lang="es-CO" sz="1200" b="0" kern="1200" dirty="0" err="1">
                <a:solidFill>
                  <a:schemeClr val="tx1"/>
                </a:solidFill>
                <a:effectLst/>
                <a:latin typeface="+mn-lt"/>
                <a:ea typeface="+mn-ea"/>
                <a:cs typeface="+mn-cs"/>
              </a:rPr>
              <a:t>cin</a:t>
            </a:r>
            <a:r>
              <a:rPr lang="es-CO" sz="1200" b="0" kern="1200" dirty="0">
                <a:solidFill>
                  <a:schemeClr val="tx1"/>
                </a:solidFill>
                <a:effectLst/>
                <a:latin typeface="+mn-lt"/>
                <a:ea typeface="+mn-ea"/>
                <a:cs typeface="+mn-cs"/>
              </a:rPr>
              <a:t> &gt;&gt; vec[i];</a:t>
            </a:r>
          </a:p>
          <a:p>
            <a:r>
              <a:rPr lang="es-CO" sz="1200" b="0" kern="1200" dirty="0">
                <a:solidFill>
                  <a:schemeClr val="tx1"/>
                </a:solidFill>
                <a:effectLst/>
                <a:latin typeface="+mn-lt"/>
                <a:ea typeface="+mn-ea"/>
                <a:cs typeface="+mn-cs"/>
              </a:rPr>
              <a:t>}</a:t>
            </a:r>
          </a:p>
          <a:p>
            <a:r>
              <a:rPr lang="es-CO" sz="1200" b="0" kern="1200" dirty="0">
                <a:solidFill>
                  <a:schemeClr val="tx1"/>
                </a:solidFill>
                <a:effectLst/>
                <a:latin typeface="+mn-lt"/>
                <a:ea typeface="+mn-ea"/>
                <a:cs typeface="+mn-cs"/>
              </a:rPr>
              <a:t>  for (k = 0; k &lt; n-1; k++){</a:t>
            </a:r>
          </a:p>
          <a:p>
            <a:r>
              <a:rPr lang="es-CO" sz="1200" b="0" kern="1200" dirty="0">
                <a:solidFill>
                  <a:schemeClr val="tx1"/>
                </a:solidFill>
                <a:effectLst/>
                <a:latin typeface="+mn-lt"/>
                <a:ea typeface="+mn-ea"/>
                <a:cs typeface="+mn-cs"/>
              </a:rPr>
              <a:t>    for (p = 0; p &lt; n-1; p++){</a:t>
            </a:r>
          </a:p>
          <a:p>
            <a:r>
              <a:rPr lang="es-CO" sz="1200" b="0" kern="1200" dirty="0">
                <a:solidFill>
                  <a:schemeClr val="tx1"/>
                </a:solidFill>
                <a:effectLst/>
                <a:latin typeface="+mn-lt"/>
                <a:ea typeface="+mn-ea"/>
                <a:cs typeface="+mn-cs"/>
              </a:rPr>
              <a:t>      </a:t>
            </a:r>
            <a:r>
              <a:rPr lang="es-CO" sz="1200" b="0" kern="1200" dirty="0" err="1">
                <a:solidFill>
                  <a:schemeClr val="tx1"/>
                </a:solidFill>
                <a:effectLst/>
                <a:latin typeface="+mn-lt"/>
                <a:ea typeface="+mn-ea"/>
                <a:cs typeface="+mn-cs"/>
              </a:rPr>
              <a:t>if</a:t>
            </a:r>
            <a:r>
              <a:rPr lang="es-CO" sz="1200" b="0" kern="1200" dirty="0">
                <a:solidFill>
                  <a:schemeClr val="tx1"/>
                </a:solidFill>
                <a:effectLst/>
                <a:latin typeface="+mn-lt"/>
                <a:ea typeface="+mn-ea"/>
                <a:cs typeface="+mn-cs"/>
              </a:rPr>
              <a:t> ( vec[p] &gt; vec[p+1] ) {</a:t>
            </a:r>
          </a:p>
          <a:p>
            <a:r>
              <a:rPr lang="es-CO" sz="1200" b="0" kern="1200" dirty="0">
                <a:solidFill>
                  <a:schemeClr val="tx1"/>
                </a:solidFill>
                <a:effectLst/>
                <a:latin typeface="+mn-lt"/>
                <a:ea typeface="+mn-ea"/>
                <a:cs typeface="+mn-cs"/>
              </a:rPr>
              <a:t>        aux = vec[p] ;</a:t>
            </a:r>
          </a:p>
          <a:p>
            <a:r>
              <a:rPr lang="es-CO" sz="1200" b="0" kern="1200" dirty="0">
                <a:solidFill>
                  <a:schemeClr val="tx1"/>
                </a:solidFill>
                <a:effectLst/>
                <a:latin typeface="+mn-lt"/>
                <a:ea typeface="+mn-ea"/>
                <a:cs typeface="+mn-cs"/>
              </a:rPr>
              <a:t>        vec[p] = vec[p+1];</a:t>
            </a:r>
          </a:p>
          <a:p>
            <a:r>
              <a:rPr lang="es-CO" sz="1200" b="0" kern="1200" dirty="0">
                <a:solidFill>
                  <a:schemeClr val="tx1"/>
                </a:solidFill>
                <a:effectLst/>
                <a:latin typeface="+mn-lt"/>
                <a:ea typeface="+mn-ea"/>
                <a:cs typeface="+mn-cs"/>
              </a:rPr>
              <a:t>        vec[p+1] = aux;</a:t>
            </a:r>
          </a:p>
          <a:p>
            <a:r>
              <a:rPr lang="es-CO" sz="1200" b="0" kern="1200" dirty="0">
                <a:solidFill>
                  <a:schemeClr val="tx1"/>
                </a:solidFill>
                <a:effectLst/>
                <a:latin typeface="+mn-lt"/>
                <a:ea typeface="+mn-ea"/>
                <a:cs typeface="+mn-cs"/>
              </a:rPr>
              <a:t>      }</a:t>
            </a:r>
          </a:p>
          <a:p>
            <a:r>
              <a:rPr lang="es-CO" sz="1200" b="0" kern="1200" dirty="0">
                <a:solidFill>
                  <a:schemeClr val="tx1"/>
                </a:solidFill>
                <a:effectLst/>
                <a:latin typeface="+mn-lt"/>
                <a:ea typeface="+mn-ea"/>
                <a:cs typeface="+mn-cs"/>
              </a:rPr>
              <a:t>    }</a:t>
            </a:r>
          </a:p>
          <a:p>
            <a:r>
              <a:rPr lang="es-CO" sz="1200" b="0" kern="1200" dirty="0">
                <a:solidFill>
                  <a:schemeClr val="tx1"/>
                </a:solidFill>
                <a:effectLst/>
                <a:latin typeface="+mn-lt"/>
                <a:ea typeface="+mn-ea"/>
                <a:cs typeface="+mn-cs"/>
              </a:rPr>
              <a:t>  }</a:t>
            </a:r>
          </a:p>
          <a:p>
            <a:r>
              <a:rPr lang="es-CO" sz="1200" b="0" kern="1200" dirty="0" err="1">
                <a:solidFill>
                  <a:schemeClr val="tx1"/>
                </a:solidFill>
                <a:effectLst/>
                <a:latin typeface="+mn-lt"/>
                <a:ea typeface="+mn-ea"/>
                <a:cs typeface="+mn-cs"/>
              </a:rPr>
              <a:t>cout</a:t>
            </a:r>
            <a:r>
              <a:rPr lang="es-CO" sz="1200" b="0" kern="1200" dirty="0">
                <a:solidFill>
                  <a:schemeClr val="tx1"/>
                </a:solidFill>
                <a:effectLst/>
                <a:latin typeface="+mn-lt"/>
                <a:ea typeface="+mn-ea"/>
                <a:cs typeface="+mn-cs"/>
              </a:rPr>
              <a:t> &lt;&lt; "\</a:t>
            </a:r>
            <a:r>
              <a:rPr lang="es-CO" sz="1200" b="0" kern="1200" dirty="0" err="1">
                <a:solidFill>
                  <a:schemeClr val="tx1"/>
                </a:solidFill>
                <a:effectLst/>
                <a:latin typeface="+mn-lt"/>
                <a:ea typeface="+mn-ea"/>
                <a:cs typeface="+mn-cs"/>
              </a:rPr>
              <a:t>nVector</a:t>
            </a:r>
            <a:r>
              <a:rPr lang="es-CO" sz="1200" b="0" kern="1200" dirty="0">
                <a:solidFill>
                  <a:schemeClr val="tx1"/>
                </a:solidFill>
                <a:effectLst/>
                <a:latin typeface="+mn-lt"/>
                <a:ea typeface="+mn-ea"/>
                <a:cs typeface="+mn-cs"/>
              </a:rPr>
              <a:t> ordenado Burbuja (ascendente)"&lt;&lt;</a:t>
            </a:r>
            <a:r>
              <a:rPr lang="es-CO" sz="1200" b="0" kern="1200" dirty="0" err="1">
                <a:solidFill>
                  <a:schemeClr val="tx1"/>
                </a:solidFill>
                <a:effectLst/>
                <a:latin typeface="+mn-lt"/>
                <a:ea typeface="+mn-ea"/>
                <a:cs typeface="+mn-cs"/>
              </a:rPr>
              <a:t>endl</a:t>
            </a:r>
            <a:r>
              <a:rPr lang="es-CO" sz="1200" b="0" kern="1200" dirty="0">
                <a:solidFill>
                  <a:schemeClr val="tx1"/>
                </a:solidFill>
                <a:effectLst/>
                <a:latin typeface="+mn-lt"/>
                <a:ea typeface="+mn-ea"/>
                <a:cs typeface="+mn-cs"/>
              </a:rPr>
              <a:t>;</a:t>
            </a:r>
          </a:p>
          <a:p>
            <a:r>
              <a:rPr lang="es-CO" sz="1200" b="0" kern="1200" dirty="0">
                <a:solidFill>
                  <a:schemeClr val="tx1"/>
                </a:solidFill>
                <a:effectLst/>
                <a:latin typeface="+mn-lt"/>
                <a:ea typeface="+mn-ea"/>
                <a:cs typeface="+mn-cs"/>
              </a:rPr>
              <a:t>for (int i=0; i&lt;n; i++) {</a:t>
            </a:r>
          </a:p>
          <a:p>
            <a:r>
              <a:rPr lang="es-CO" sz="1200" b="0" kern="1200" dirty="0" err="1">
                <a:solidFill>
                  <a:schemeClr val="tx1"/>
                </a:solidFill>
                <a:effectLst/>
                <a:latin typeface="+mn-lt"/>
                <a:ea typeface="+mn-ea"/>
                <a:cs typeface="+mn-cs"/>
              </a:rPr>
              <a:t>cout</a:t>
            </a:r>
            <a:r>
              <a:rPr lang="es-CO" sz="1200" b="0" kern="1200" dirty="0">
                <a:solidFill>
                  <a:schemeClr val="tx1"/>
                </a:solidFill>
                <a:effectLst/>
                <a:latin typeface="+mn-lt"/>
                <a:ea typeface="+mn-ea"/>
                <a:cs typeface="+mn-cs"/>
              </a:rPr>
              <a:t> &lt;&lt; vec[i] &lt;&lt; " ";</a:t>
            </a:r>
          </a:p>
          <a:p>
            <a:r>
              <a:rPr lang="es-CO" sz="1200" b="0" kern="1200" dirty="0">
                <a:solidFill>
                  <a:schemeClr val="tx1"/>
                </a:solidFill>
                <a:effectLst/>
                <a:latin typeface="+mn-lt"/>
                <a:ea typeface="+mn-ea"/>
                <a:cs typeface="+mn-cs"/>
              </a:rPr>
              <a:t>}</a:t>
            </a:r>
          </a:p>
          <a:p>
            <a:r>
              <a:rPr lang="es-CO" sz="1200" b="0" kern="1200" dirty="0" err="1">
                <a:solidFill>
                  <a:schemeClr val="tx1"/>
                </a:solidFill>
                <a:effectLst/>
                <a:latin typeface="+mn-lt"/>
                <a:ea typeface="+mn-ea"/>
                <a:cs typeface="+mn-cs"/>
              </a:rPr>
              <a:t>cout</a:t>
            </a:r>
            <a:r>
              <a:rPr lang="es-CO" sz="1200" b="0" kern="1200" dirty="0">
                <a:solidFill>
                  <a:schemeClr val="tx1"/>
                </a:solidFill>
                <a:effectLst/>
                <a:latin typeface="+mn-lt"/>
                <a:ea typeface="+mn-ea"/>
                <a:cs typeface="+mn-cs"/>
              </a:rPr>
              <a:t> &lt;&lt; </a:t>
            </a:r>
            <a:r>
              <a:rPr lang="es-CO" sz="1200" b="0" kern="1200" dirty="0" err="1">
                <a:solidFill>
                  <a:schemeClr val="tx1"/>
                </a:solidFill>
                <a:effectLst/>
                <a:latin typeface="+mn-lt"/>
                <a:ea typeface="+mn-ea"/>
                <a:cs typeface="+mn-cs"/>
              </a:rPr>
              <a:t>endl</a:t>
            </a:r>
            <a:r>
              <a:rPr lang="es-CO" sz="1200" b="0" kern="1200" dirty="0">
                <a:solidFill>
                  <a:schemeClr val="tx1"/>
                </a:solidFill>
                <a:effectLst/>
                <a:latin typeface="+mn-lt"/>
                <a:ea typeface="+mn-ea"/>
                <a:cs typeface="+mn-cs"/>
              </a:rPr>
              <a:t>;</a:t>
            </a:r>
          </a:p>
          <a:p>
            <a:r>
              <a:rPr lang="es-CO" sz="1200" b="0" kern="1200" dirty="0" err="1">
                <a:solidFill>
                  <a:schemeClr val="tx1"/>
                </a:solidFill>
                <a:effectLst/>
                <a:latin typeface="+mn-lt"/>
                <a:ea typeface="+mn-ea"/>
                <a:cs typeface="+mn-cs"/>
              </a:rPr>
              <a:t>return</a:t>
            </a:r>
            <a:r>
              <a:rPr lang="es-CO" sz="1200" b="0" kern="1200" dirty="0">
                <a:solidFill>
                  <a:schemeClr val="tx1"/>
                </a:solidFill>
                <a:effectLst/>
                <a:latin typeface="+mn-lt"/>
                <a:ea typeface="+mn-ea"/>
                <a:cs typeface="+mn-cs"/>
              </a:rPr>
              <a:t> 0;</a:t>
            </a:r>
          </a:p>
          <a:p>
            <a:r>
              <a:rPr lang="es-CO" sz="1200" b="0" kern="1200" dirty="0">
                <a:solidFill>
                  <a:schemeClr val="tx1"/>
                </a:solidFill>
                <a:effectLst/>
                <a:latin typeface="+mn-lt"/>
                <a:ea typeface="+mn-ea"/>
                <a:cs typeface="+mn-cs"/>
              </a:rPr>
              <a:t>}</a:t>
            </a:r>
          </a:p>
        </p:txBody>
      </p:sp>
      <p:sp>
        <p:nvSpPr>
          <p:cNvPr id="4" name="Marcador de número de diapositiva 3"/>
          <p:cNvSpPr>
            <a:spLocks noGrp="1"/>
          </p:cNvSpPr>
          <p:nvPr>
            <p:ph type="sldNum" sz="quarter" idx="5"/>
          </p:nvPr>
        </p:nvSpPr>
        <p:spPr/>
        <p:txBody>
          <a:bodyPr/>
          <a:lstStyle/>
          <a:p>
            <a:fld id="{6EBFF732-773A-4839-B774-230B46601DA8}" type="slidenum">
              <a:rPr lang="es-CO" smtClean="0"/>
              <a:t>9</a:t>
            </a:fld>
            <a:endParaRPr lang="es-CO"/>
          </a:p>
        </p:txBody>
      </p:sp>
    </p:spTree>
    <p:extLst>
      <p:ext uri="{BB962C8B-B14F-4D97-AF65-F5344CB8AC3E}">
        <p14:creationId xmlns:p14="http://schemas.microsoft.com/office/powerpoint/2010/main" val="36947168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CO" sz="1200" b="1" kern="1200" dirty="0">
                <a:solidFill>
                  <a:schemeClr val="tx1"/>
                </a:solidFill>
                <a:effectLst/>
                <a:latin typeface="+mn-lt"/>
                <a:ea typeface="+mn-ea"/>
                <a:cs typeface="+mn-cs"/>
              </a:rPr>
              <a:t>/*CÓDIGO FUENTE*/</a:t>
            </a:r>
          </a:p>
          <a:p>
            <a:r>
              <a:rPr lang="es-CO" sz="1200" b="1" kern="1200" dirty="0">
                <a:solidFill>
                  <a:schemeClr val="tx1"/>
                </a:solidFill>
                <a:effectLst/>
                <a:latin typeface="+mn-lt"/>
                <a:ea typeface="+mn-ea"/>
                <a:cs typeface="+mn-cs"/>
              </a:rPr>
              <a:t>//ORDENAMIENTO BURBUJA OPTIMIZADO</a:t>
            </a:r>
          </a:p>
          <a:p>
            <a:r>
              <a:rPr lang="es-CO" sz="1200" b="0" kern="1200" dirty="0">
                <a:solidFill>
                  <a:schemeClr val="tx1"/>
                </a:solidFill>
                <a:effectLst/>
                <a:latin typeface="+mn-lt"/>
                <a:ea typeface="+mn-ea"/>
                <a:cs typeface="+mn-cs"/>
              </a:rPr>
              <a:t>#</a:t>
            </a:r>
            <a:r>
              <a:rPr lang="es-CO" sz="1200" b="0" kern="1200" dirty="0" err="1">
                <a:solidFill>
                  <a:schemeClr val="tx1"/>
                </a:solidFill>
                <a:effectLst/>
                <a:latin typeface="+mn-lt"/>
                <a:ea typeface="+mn-ea"/>
                <a:cs typeface="+mn-cs"/>
              </a:rPr>
              <a:t>include</a:t>
            </a:r>
            <a:r>
              <a:rPr lang="es-CO" sz="1200" b="0" kern="1200" dirty="0">
                <a:solidFill>
                  <a:schemeClr val="tx1"/>
                </a:solidFill>
                <a:effectLst/>
                <a:latin typeface="+mn-lt"/>
                <a:ea typeface="+mn-ea"/>
                <a:cs typeface="+mn-cs"/>
              </a:rPr>
              <a:t>&lt;iostream&gt;</a:t>
            </a:r>
          </a:p>
          <a:p>
            <a:r>
              <a:rPr lang="es-CO" sz="1200" b="0" kern="1200" dirty="0" err="1">
                <a:solidFill>
                  <a:schemeClr val="tx1"/>
                </a:solidFill>
                <a:effectLst/>
                <a:latin typeface="+mn-lt"/>
                <a:ea typeface="+mn-ea"/>
                <a:cs typeface="+mn-cs"/>
              </a:rPr>
              <a:t>using</a:t>
            </a:r>
            <a:r>
              <a:rPr lang="es-CO" sz="1200" b="0" kern="1200" dirty="0">
                <a:solidFill>
                  <a:schemeClr val="tx1"/>
                </a:solidFill>
                <a:effectLst/>
                <a:latin typeface="+mn-lt"/>
                <a:ea typeface="+mn-ea"/>
                <a:cs typeface="+mn-cs"/>
              </a:rPr>
              <a:t> </a:t>
            </a:r>
            <a:r>
              <a:rPr lang="es-CO" sz="1200" b="0" kern="1200" dirty="0" err="1">
                <a:solidFill>
                  <a:schemeClr val="tx1"/>
                </a:solidFill>
                <a:effectLst/>
                <a:latin typeface="+mn-lt"/>
                <a:ea typeface="+mn-ea"/>
                <a:cs typeface="+mn-cs"/>
              </a:rPr>
              <a:t>namespace</a:t>
            </a:r>
            <a:r>
              <a:rPr lang="es-CO" sz="1200" b="0" kern="1200" dirty="0">
                <a:solidFill>
                  <a:schemeClr val="tx1"/>
                </a:solidFill>
                <a:effectLst/>
                <a:latin typeface="+mn-lt"/>
                <a:ea typeface="+mn-ea"/>
                <a:cs typeface="+mn-cs"/>
              </a:rPr>
              <a:t> </a:t>
            </a:r>
            <a:r>
              <a:rPr lang="es-CO" sz="1200" b="0" kern="1200" dirty="0" err="1">
                <a:solidFill>
                  <a:schemeClr val="tx1"/>
                </a:solidFill>
                <a:effectLst/>
                <a:latin typeface="+mn-lt"/>
                <a:ea typeface="+mn-ea"/>
                <a:cs typeface="+mn-cs"/>
              </a:rPr>
              <a:t>std</a:t>
            </a:r>
            <a:r>
              <a:rPr lang="es-CO" sz="1200" b="0" kern="1200" dirty="0">
                <a:solidFill>
                  <a:schemeClr val="tx1"/>
                </a:solidFill>
                <a:effectLst/>
                <a:latin typeface="+mn-lt"/>
                <a:ea typeface="+mn-ea"/>
                <a:cs typeface="+mn-cs"/>
              </a:rPr>
              <a:t>;</a:t>
            </a:r>
          </a:p>
          <a:p>
            <a:r>
              <a:rPr lang="es-CO" sz="1200" b="0" kern="1200" dirty="0">
                <a:solidFill>
                  <a:schemeClr val="tx1"/>
                </a:solidFill>
                <a:effectLst/>
                <a:latin typeface="+mn-lt"/>
                <a:ea typeface="+mn-ea"/>
                <a:cs typeface="+mn-cs"/>
              </a:rPr>
              <a:t>int </a:t>
            </a:r>
            <a:r>
              <a:rPr lang="es-CO" sz="1200" b="0" kern="1200" dirty="0" err="1">
                <a:solidFill>
                  <a:schemeClr val="tx1"/>
                </a:solidFill>
                <a:effectLst/>
                <a:latin typeface="+mn-lt"/>
                <a:ea typeface="+mn-ea"/>
                <a:cs typeface="+mn-cs"/>
              </a:rPr>
              <a:t>main</a:t>
            </a:r>
            <a:r>
              <a:rPr lang="es-CO" sz="1200" b="0" kern="1200" dirty="0">
                <a:solidFill>
                  <a:schemeClr val="tx1"/>
                </a:solidFill>
                <a:effectLst/>
                <a:latin typeface="+mn-lt"/>
                <a:ea typeface="+mn-ea"/>
                <a:cs typeface="+mn-cs"/>
              </a:rPr>
              <a:t>() {</a:t>
            </a:r>
          </a:p>
          <a:p>
            <a:r>
              <a:rPr lang="es-CO" sz="1200" b="0" kern="1200" dirty="0">
                <a:solidFill>
                  <a:schemeClr val="tx1"/>
                </a:solidFill>
                <a:effectLst/>
                <a:latin typeface="+mn-lt"/>
                <a:ea typeface="+mn-ea"/>
                <a:cs typeface="+mn-cs"/>
              </a:rPr>
              <a:t>	int n;</a:t>
            </a:r>
          </a:p>
          <a:p>
            <a:r>
              <a:rPr lang="es-CO" sz="1200" b="0" kern="1200" dirty="0">
                <a:solidFill>
                  <a:schemeClr val="tx1"/>
                </a:solidFill>
                <a:effectLst/>
                <a:latin typeface="+mn-lt"/>
                <a:ea typeface="+mn-ea"/>
                <a:cs typeface="+mn-cs"/>
              </a:rPr>
              <a:t>	cout &lt;&lt; "Ingrese la </a:t>
            </a:r>
            <a:r>
              <a:rPr lang="es-CO" sz="1200" b="0" kern="1200" dirty="0" err="1">
                <a:solidFill>
                  <a:schemeClr val="tx1"/>
                </a:solidFill>
                <a:effectLst/>
                <a:latin typeface="+mn-lt"/>
                <a:ea typeface="+mn-ea"/>
                <a:cs typeface="+mn-cs"/>
              </a:rPr>
              <a:t>dimension</a:t>
            </a:r>
            <a:r>
              <a:rPr lang="es-CO" sz="1200" b="0" kern="1200" dirty="0">
                <a:solidFill>
                  <a:schemeClr val="tx1"/>
                </a:solidFill>
                <a:effectLst/>
                <a:latin typeface="+mn-lt"/>
                <a:ea typeface="+mn-ea"/>
                <a:cs typeface="+mn-cs"/>
              </a:rPr>
              <a:t>: ";</a:t>
            </a:r>
          </a:p>
          <a:p>
            <a:r>
              <a:rPr lang="es-CO" sz="1200" b="0" kern="1200" dirty="0">
                <a:solidFill>
                  <a:schemeClr val="tx1"/>
                </a:solidFill>
                <a:effectLst/>
                <a:latin typeface="+mn-lt"/>
                <a:ea typeface="+mn-ea"/>
                <a:cs typeface="+mn-cs"/>
              </a:rPr>
              <a:t>	cin &gt;&gt; n;</a:t>
            </a:r>
          </a:p>
          <a:p>
            <a:r>
              <a:rPr lang="es-CO" sz="1200" b="0" kern="1200" dirty="0">
                <a:solidFill>
                  <a:schemeClr val="tx1"/>
                </a:solidFill>
                <a:effectLst/>
                <a:latin typeface="+mn-lt"/>
                <a:ea typeface="+mn-ea"/>
                <a:cs typeface="+mn-cs"/>
              </a:rPr>
              <a:t>	int* </a:t>
            </a:r>
            <a:r>
              <a:rPr lang="es-CO" sz="1200" b="0" kern="1200" dirty="0" err="1">
                <a:solidFill>
                  <a:schemeClr val="tx1"/>
                </a:solidFill>
                <a:effectLst/>
                <a:latin typeface="+mn-lt"/>
                <a:ea typeface="+mn-ea"/>
                <a:cs typeface="+mn-cs"/>
              </a:rPr>
              <a:t>vec</a:t>
            </a:r>
            <a:r>
              <a:rPr lang="es-CO" sz="1200" b="0" kern="1200" dirty="0">
                <a:solidFill>
                  <a:schemeClr val="tx1"/>
                </a:solidFill>
                <a:effectLst/>
                <a:latin typeface="+mn-lt"/>
                <a:ea typeface="+mn-ea"/>
                <a:cs typeface="+mn-cs"/>
              </a:rPr>
              <a:t> = new int[n];</a:t>
            </a:r>
          </a:p>
          <a:p>
            <a:r>
              <a:rPr lang="es-CO" sz="1200" b="0" kern="1200" dirty="0">
                <a:solidFill>
                  <a:schemeClr val="tx1"/>
                </a:solidFill>
                <a:effectLst/>
                <a:latin typeface="+mn-lt"/>
                <a:ea typeface="+mn-ea"/>
                <a:cs typeface="+mn-cs"/>
              </a:rPr>
              <a:t>	for (int i = 0; i &lt; n; i++) {</a:t>
            </a:r>
          </a:p>
          <a:p>
            <a:r>
              <a:rPr lang="es-CO" sz="1200" b="0" kern="1200" dirty="0">
                <a:solidFill>
                  <a:schemeClr val="tx1"/>
                </a:solidFill>
                <a:effectLst/>
                <a:latin typeface="+mn-lt"/>
                <a:ea typeface="+mn-ea"/>
                <a:cs typeface="+mn-cs"/>
              </a:rPr>
              <a:t>		cout &lt;&lt; "Ingrese VEC[" &lt;&lt; i &lt;&lt; "]: ";</a:t>
            </a:r>
          </a:p>
          <a:p>
            <a:r>
              <a:rPr lang="es-CO" sz="1200" b="0" kern="1200" dirty="0">
                <a:solidFill>
                  <a:schemeClr val="tx1"/>
                </a:solidFill>
                <a:effectLst/>
                <a:latin typeface="+mn-lt"/>
                <a:ea typeface="+mn-ea"/>
                <a:cs typeface="+mn-cs"/>
              </a:rPr>
              <a:t>		cin &gt;&gt; </a:t>
            </a:r>
            <a:r>
              <a:rPr lang="es-CO" sz="1200" b="0" kern="1200" dirty="0" err="1">
                <a:solidFill>
                  <a:schemeClr val="tx1"/>
                </a:solidFill>
                <a:effectLst/>
                <a:latin typeface="+mn-lt"/>
                <a:ea typeface="+mn-ea"/>
                <a:cs typeface="+mn-cs"/>
              </a:rPr>
              <a:t>vec</a:t>
            </a:r>
            <a:r>
              <a:rPr lang="es-CO" sz="1200" b="0" kern="1200" dirty="0">
                <a:solidFill>
                  <a:schemeClr val="tx1"/>
                </a:solidFill>
                <a:effectLst/>
                <a:latin typeface="+mn-lt"/>
                <a:ea typeface="+mn-ea"/>
                <a:cs typeface="+mn-cs"/>
              </a:rPr>
              <a:t>[i];</a:t>
            </a:r>
          </a:p>
          <a:p>
            <a:r>
              <a:rPr lang="es-CO" sz="1200" b="0" kern="1200" dirty="0">
                <a:solidFill>
                  <a:schemeClr val="tx1"/>
                </a:solidFill>
                <a:effectLst/>
                <a:latin typeface="+mn-lt"/>
                <a:ea typeface="+mn-ea"/>
                <a:cs typeface="+mn-cs"/>
              </a:rPr>
              <a:t>	}</a:t>
            </a:r>
          </a:p>
          <a:p>
            <a:r>
              <a:rPr lang="es-CO" sz="1200" b="0" kern="1200" dirty="0">
                <a:solidFill>
                  <a:schemeClr val="tx1"/>
                </a:solidFill>
                <a:effectLst/>
                <a:latin typeface="+mn-lt"/>
                <a:ea typeface="+mn-ea"/>
                <a:cs typeface="+mn-cs"/>
              </a:rPr>
              <a:t>	</a:t>
            </a:r>
            <a:r>
              <a:rPr lang="es-CO" sz="1200" b="0" kern="1200" dirty="0" err="1">
                <a:solidFill>
                  <a:schemeClr val="tx1"/>
                </a:solidFill>
                <a:effectLst/>
                <a:latin typeface="+mn-lt"/>
                <a:ea typeface="+mn-ea"/>
                <a:cs typeface="+mn-cs"/>
              </a:rPr>
              <a:t>bool</a:t>
            </a:r>
            <a:r>
              <a:rPr lang="es-CO" sz="1200" b="0" kern="1200" dirty="0">
                <a:solidFill>
                  <a:schemeClr val="tx1"/>
                </a:solidFill>
                <a:effectLst/>
                <a:latin typeface="+mn-lt"/>
                <a:ea typeface="+mn-ea"/>
                <a:cs typeface="+mn-cs"/>
              </a:rPr>
              <a:t> band = true;</a:t>
            </a:r>
          </a:p>
          <a:p>
            <a:r>
              <a:rPr lang="es-CO" sz="1200" b="0" kern="1200" dirty="0">
                <a:solidFill>
                  <a:schemeClr val="tx1"/>
                </a:solidFill>
                <a:effectLst/>
                <a:latin typeface="+mn-lt"/>
                <a:ea typeface="+mn-ea"/>
                <a:cs typeface="+mn-cs"/>
              </a:rPr>
              <a:t>	int </a:t>
            </a:r>
            <a:r>
              <a:rPr lang="es-CO" sz="1200" b="0" kern="1200" dirty="0" err="1">
                <a:solidFill>
                  <a:schemeClr val="tx1"/>
                </a:solidFill>
                <a:effectLst/>
                <a:latin typeface="+mn-lt"/>
                <a:ea typeface="+mn-ea"/>
                <a:cs typeface="+mn-cs"/>
              </a:rPr>
              <a:t>aux</a:t>
            </a:r>
            <a:r>
              <a:rPr lang="es-CO" sz="1200" b="0" kern="1200" dirty="0">
                <a:solidFill>
                  <a:schemeClr val="tx1"/>
                </a:solidFill>
                <a:effectLst/>
                <a:latin typeface="+mn-lt"/>
                <a:ea typeface="+mn-ea"/>
                <a:cs typeface="+mn-cs"/>
              </a:rPr>
              <a:t>;</a:t>
            </a:r>
          </a:p>
          <a:p>
            <a:r>
              <a:rPr lang="es-CO" sz="1200" b="0" kern="1200" dirty="0">
                <a:solidFill>
                  <a:schemeClr val="tx1"/>
                </a:solidFill>
                <a:effectLst/>
                <a:latin typeface="+mn-lt"/>
                <a:ea typeface="+mn-ea"/>
                <a:cs typeface="+mn-cs"/>
              </a:rPr>
              <a:t>	for (int i = 0; i &lt; n &amp;&amp; band; i++) {</a:t>
            </a:r>
          </a:p>
          <a:p>
            <a:r>
              <a:rPr lang="es-CO" sz="1200" b="0" kern="1200" dirty="0">
                <a:solidFill>
                  <a:schemeClr val="tx1"/>
                </a:solidFill>
                <a:effectLst/>
                <a:latin typeface="+mn-lt"/>
                <a:ea typeface="+mn-ea"/>
                <a:cs typeface="+mn-cs"/>
              </a:rPr>
              <a:t>		band = false;      //Identifica si hubo un intercambio o no</a:t>
            </a:r>
          </a:p>
          <a:p>
            <a:r>
              <a:rPr lang="es-CO" sz="1200" b="0" kern="1200" dirty="0">
                <a:solidFill>
                  <a:schemeClr val="tx1"/>
                </a:solidFill>
                <a:effectLst/>
                <a:latin typeface="+mn-lt"/>
                <a:ea typeface="+mn-ea"/>
                <a:cs typeface="+mn-cs"/>
              </a:rPr>
              <a:t>		for (int j = 0; j &lt; n - i - 1; </a:t>
            </a:r>
            <a:r>
              <a:rPr lang="es-CO" sz="1200" b="0" kern="1200" dirty="0" err="1">
                <a:solidFill>
                  <a:schemeClr val="tx1"/>
                </a:solidFill>
                <a:effectLst/>
                <a:latin typeface="+mn-lt"/>
                <a:ea typeface="+mn-ea"/>
                <a:cs typeface="+mn-cs"/>
              </a:rPr>
              <a:t>j++</a:t>
            </a:r>
            <a:r>
              <a:rPr lang="es-CO" sz="1200" b="0" kern="1200" dirty="0">
                <a:solidFill>
                  <a:schemeClr val="tx1"/>
                </a:solidFill>
                <a:effectLst/>
                <a:latin typeface="+mn-lt"/>
                <a:ea typeface="+mn-ea"/>
                <a:cs typeface="+mn-cs"/>
              </a:rPr>
              <a:t>) {</a:t>
            </a:r>
          </a:p>
          <a:p>
            <a:r>
              <a:rPr lang="es-CO" sz="1200" b="0" kern="1200" dirty="0">
                <a:solidFill>
                  <a:schemeClr val="tx1"/>
                </a:solidFill>
                <a:effectLst/>
                <a:latin typeface="+mn-lt"/>
                <a:ea typeface="+mn-ea"/>
                <a:cs typeface="+mn-cs"/>
              </a:rPr>
              <a:t>			if (</a:t>
            </a:r>
            <a:r>
              <a:rPr lang="es-CO" sz="1200" b="0" kern="1200" dirty="0" err="1">
                <a:solidFill>
                  <a:schemeClr val="tx1"/>
                </a:solidFill>
                <a:effectLst/>
                <a:latin typeface="+mn-lt"/>
                <a:ea typeface="+mn-ea"/>
                <a:cs typeface="+mn-cs"/>
              </a:rPr>
              <a:t>vec</a:t>
            </a:r>
            <a:r>
              <a:rPr lang="es-CO" sz="1200" b="0" kern="1200" dirty="0">
                <a:solidFill>
                  <a:schemeClr val="tx1"/>
                </a:solidFill>
                <a:effectLst/>
                <a:latin typeface="+mn-lt"/>
                <a:ea typeface="+mn-ea"/>
                <a:cs typeface="+mn-cs"/>
              </a:rPr>
              <a:t>[j] &gt; </a:t>
            </a:r>
            <a:r>
              <a:rPr lang="es-CO" sz="1200" b="0" kern="1200" dirty="0" err="1">
                <a:solidFill>
                  <a:schemeClr val="tx1"/>
                </a:solidFill>
                <a:effectLst/>
                <a:latin typeface="+mn-lt"/>
                <a:ea typeface="+mn-ea"/>
                <a:cs typeface="+mn-cs"/>
              </a:rPr>
              <a:t>vec</a:t>
            </a:r>
            <a:r>
              <a:rPr lang="es-CO" sz="1200" b="0" kern="1200" dirty="0">
                <a:solidFill>
                  <a:schemeClr val="tx1"/>
                </a:solidFill>
                <a:effectLst/>
                <a:latin typeface="+mn-lt"/>
                <a:ea typeface="+mn-ea"/>
                <a:cs typeface="+mn-cs"/>
              </a:rPr>
              <a:t>[j + 1]) { //Si cumple hay intercambio</a:t>
            </a:r>
          </a:p>
          <a:p>
            <a:r>
              <a:rPr lang="es-CO" sz="1200" b="0" kern="1200" dirty="0">
                <a:solidFill>
                  <a:schemeClr val="tx1"/>
                </a:solidFill>
                <a:effectLst/>
                <a:latin typeface="+mn-lt"/>
                <a:ea typeface="+mn-ea"/>
                <a:cs typeface="+mn-cs"/>
              </a:rPr>
              <a:t>				</a:t>
            </a:r>
            <a:r>
              <a:rPr lang="es-CO" sz="1200" b="0" kern="1200" dirty="0" err="1">
                <a:solidFill>
                  <a:schemeClr val="tx1"/>
                </a:solidFill>
                <a:effectLst/>
                <a:latin typeface="+mn-lt"/>
                <a:ea typeface="+mn-ea"/>
                <a:cs typeface="+mn-cs"/>
              </a:rPr>
              <a:t>aux</a:t>
            </a:r>
            <a:r>
              <a:rPr lang="es-CO" sz="1200" b="0" kern="1200" dirty="0">
                <a:solidFill>
                  <a:schemeClr val="tx1"/>
                </a:solidFill>
                <a:effectLst/>
                <a:latin typeface="+mn-lt"/>
                <a:ea typeface="+mn-ea"/>
                <a:cs typeface="+mn-cs"/>
              </a:rPr>
              <a:t> = </a:t>
            </a:r>
            <a:r>
              <a:rPr lang="es-CO" sz="1200" b="0" kern="1200" dirty="0" err="1">
                <a:solidFill>
                  <a:schemeClr val="tx1"/>
                </a:solidFill>
                <a:effectLst/>
                <a:latin typeface="+mn-lt"/>
                <a:ea typeface="+mn-ea"/>
                <a:cs typeface="+mn-cs"/>
              </a:rPr>
              <a:t>vec</a:t>
            </a:r>
            <a:r>
              <a:rPr lang="es-CO" sz="1200" b="0" kern="1200" dirty="0">
                <a:solidFill>
                  <a:schemeClr val="tx1"/>
                </a:solidFill>
                <a:effectLst/>
                <a:latin typeface="+mn-lt"/>
                <a:ea typeface="+mn-ea"/>
                <a:cs typeface="+mn-cs"/>
              </a:rPr>
              <a:t>[j];</a:t>
            </a:r>
          </a:p>
          <a:p>
            <a:r>
              <a:rPr lang="es-CO" sz="1200" b="0" kern="1200" dirty="0">
                <a:solidFill>
                  <a:schemeClr val="tx1"/>
                </a:solidFill>
                <a:effectLst/>
                <a:latin typeface="+mn-lt"/>
                <a:ea typeface="+mn-ea"/>
                <a:cs typeface="+mn-cs"/>
              </a:rPr>
              <a:t>				</a:t>
            </a:r>
            <a:r>
              <a:rPr lang="es-CO" sz="1200" b="0" kern="1200" dirty="0" err="1">
                <a:solidFill>
                  <a:schemeClr val="tx1"/>
                </a:solidFill>
                <a:effectLst/>
                <a:latin typeface="+mn-lt"/>
                <a:ea typeface="+mn-ea"/>
                <a:cs typeface="+mn-cs"/>
              </a:rPr>
              <a:t>vec</a:t>
            </a:r>
            <a:r>
              <a:rPr lang="es-CO" sz="1200" b="0" kern="1200" dirty="0">
                <a:solidFill>
                  <a:schemeClr val="tx1"/>
                </a:solidFill>
                <a:effectLst/>
                <a:latin typeface="+mn-lt"/>
                <a:ea typeface="+mn-ea"/>
                <a:cs typeface="+mn-cs"/>
              </a:rPr>
              <a:t>[j] = </a:t>
            </a:r>
            <a:r>
              <a:rPr lang="es-CO" sz="1200" b="0" kern="1200" dirty="0" err="1">
                <a:solidFill>
                  <a:schemeClr val="tx1"/>
                </a:solidFill>
                <a:effectLst/>
                <a:latin typeface="+mn-lt"/>
                <a:ea typeface="+mn-ea"/>
                <a:cs typeface="+mn-cs"/>
              </a:rPr>
              <a:t>vec</a:t>
            </a:r>
            <a:r>
              <a:rPr lang="es-CO" sz="1200" b="0" kern="1200" dirty="0">
                <a:solidFill>
                  <a:schemeClr val="tx1"/>
                </a:solidFill>
                <a:effectLst/>
                <a:latin typeface="+mn-lt"/>
                <a:ea typeface="+mn-ea"/>
                <a:cs typeface="+mn-cs"/>
              </a:rPr>
              <a:t>[j + 1];</a:t>
            </a:r>
          </a:p>
          <a:p>
            <a:r>
              <a:rPr lang="es-CO" sz="1200" b="0" kern="1200" dirty="0">
                <a:solidFill>
                  <a:schemeClr val="tx1"/>
                </a:solidFill>
                <a:effectLst/>
                <a:latin typeface="+mn-lt"/>
                <a:ea typeface="+mn-ea"/>
                <a:cs typeface="+mn-cs"/>
              </a:rPr>
              <a:t>				</a:t>
            </a:r>
            <a:r>
              <a:rPr lang="es-CO" sz="1200" b="0" kern="1200" dirty="0" err="1">
                <a:solidFill>
                  <a:schemeClr val="tx1"/>
                </a:solidFill>
                <a:effectLst/>
                <a:latin typeface="+mn-lt"/>
                <a:ea typeface="+mn-ea"/>
                <a:cs typeface="+mn-cs"/>
              </a:rPr>
              <a:t>vec</a:t>
            </a:r>
            <a:r>
              <a:rPr lang="es-CO" sz="1200" b="0" kern="1200" dirty="0">
                <a:solidFill>
                  <a:schemeClr val="tx1"/>
                </a:solidFill>
                <a:effectLst/>
                <a:latin typeface="+mn-lt"/>
                <a:ea typeface="+mn-ea"/>
                <a:cs typeface="+mn-cs"/>
              </a:rPr>
              <a:t>[j + 1] = </a:t>
            </a:r>
            <a:r>
              <a:rPr lang="es-CO" sz="1200" b="0" kern="1200" dirty="0" err="1">
                <a:solidFill>
                  <a:schemeClr val="tx1"/>
                </a:solidFill>
                <a:effectLst/>
                <a:latin typeface="+mn-lt"/>
                <a:ea typeface="+mn-ea"/>
                <a:cs typeface="+mn-cs"/>
              </a:rPr>
              <a:t>aux</a:t>
            </a:r>
            <a:r>
              <a:rPr lang="es-CO" sz="1200" b="0" kern="1200" dirty="0">
                <a:solidFill>
                  <a:schemeClr val="tx1"/>
                </a:solidFill>
                <a:effectLst/>
                <a:latin typeface="+mn-lt"/>
                <a:ea typeface="+mn-ea"/>
                <a:cs typeface="+mn-cs"/>
              </a:rPr>
              <a:t>;</a:t>
            </a:r>
          </a:p>
          <a:p>
            <a:r>
              <a:rPr lang="es-CO" sz="1200" b="0" kern="1200" dirty="0">
                <a:solidFill>
                  <a:schemeClr val="tx1"/>
                </a:solidFill>
                <a:effectLst/>
                <a:latin typeface="+mn-lt"/>
                <a:ea typeface="+mn-ea"/>
                <a:cs typeface="+mn-cs"/>
              </a:rPr>
              <a:t>				band = true;</a:t>
            </a:r>
          </a:p>
          <a:p>
            <a:r>
              <a:rPr lang="es-CO" sz="1200" b="0" kern="1200" dirty="0">
                <a:solidFill>
                  <a:schemeClr val="tx1"/>
                </a:solidFill>
                <a:effectLst/>
                <a:latin typeface="+mn-lt"/>
                <a:ea typeface="+mn-ea"/>
                <a:cs typeface="+mn-cs"/>
              </a:rPr>
              <a:t>			}</a:t>
            </a:r>
          </a:p>
          <a:p>
            <a:r>
              <a:rPr lang="es-CO" sz="1200" b="0" kern="1200" dirty="0">
                <a:solidFill>
                  <a:schemeClr val="tx1"/>
                </a:solidFill>
                <a:effectLst/>
                <a:latin typeface="+mn-lt"/>
                <a:ea typeface="+mn-ea"/>
                <a:cs typeface="+mn-cs"/>
              </a:rPr>
              <a:t>		}</a:t>
            </a:r>
          </a:p>
          <a:p>
            <a:r>
              <a:rPr lang="es-CO" sz="1200" b="0" kern="1200" dirty="0">
                <a:solidFill>
                  <a:schemeClr val="tx1"/>
                </a:solidFill>
                <a:effectLst/>
                <a:latin typeface="+mn-lt"/>
                <a:ea typeface="+mn-ea"/>
                <a:cs typeface="+mn-cs"/>
              </a:rPr>
              <a:t>	}</a:t>
            </a:r>
          </a:p>
          <a:p>
            <a:r>
              <a:rPr lang="es-CO" sz="1200" b="0" kern="1200" dirty="0">
                <a:solidFill>
                  <a:schemeClr val="tx1"/>
                </a:solidFill>
                <a:effectLst/>
                <a:latin typeface="+mn-lt"/>
                <a:ea typeface="+mn-ea"/>
                <a:cs typeface="+mn-cs"/>
              </a:rPr>
              <a:t>	cout &lt;&lt; "\</a:t>
            </a:r>
            <a:r>
              <a:rPr lang="es-CO" sz="1200" b="0" kern="1200" dirty="0" err="1">
                <a:solidFill>
                  <a:schemeClr val="tx1"/>
                </a:solidFill>
                <a:effectLst/>
                <a:latin typeface="+mn-lt"/>
                <a:ea typeface="+mn-ea"/>
                <a:cs typeface="+mn-cs"/>
              </a:rPr>
              <a:t>nVector</a:t>
            </a:r>
            <a:r>
              <a:rPr lang="es-CO" sz="1200" b="0" kern="1200" dirty="0">
                <a:solidFill>
                  <a:schemeClr val="tx1"/>
                </a:solidFill>
                <a:effectLst/>
                <a:latin typeface="+mn-lt"/>
                <a:ea typeface="+mn-ea"/>
                <a:cs typeface="+mn-cs"/>
              </a:rPr>
              <a:t> ordenado Burbuja (optimizada)" &lt;&lt; </a:t>
            </a:r>
            <a:r>
              <a:rPr lang="es-CO" sz="1200" b="0" kern="1200" dirty="0" err="1">
                <a:solidFill>
                  <a:schemeClr val="tx1"/>
                </a:solidFill>
                <a:effectLst/>
                <a:latin typeface="+mn-lt"/>
                <a:ea typeface="+mn-ea"/>
                <a:cs typeface="+mn-cs"/>
              </a:rPr>
              <a:t>endl</a:t>
            </a:r>
            <a:r>
              <a:rPr lang="es-CO" sz="1200" b="0" kern="1200" dirty="0">
                <a:solidFill>
                  <a:schemeClr val="tx1"/>
                </a:solidFill>
                <a:effectLst/>
                <a:latin typeface="+mn-lt"/>
                <a:ea typeface="+mn-ea"/>
                <a:cs typeface="+mn-cs"/>
              </a:rPr>
              <a:t>;</a:t>
            </a:r>
          </a:p>
          <a:p>
            <a:r>
              <a:rPr lang="es-CO" sz="1200" b="0" kern="1200" dirty="0">
                <a:solidFill>
                  <a:schemeClr val="tx1"/>
                </a:solidFill>
                <a:effectLst/>
                <a:latin typeface="+mn-lt"/>
                <a:ea typeface="+mn-ea"/>
                <a:cs typeface="+mn-cs"/>
              </a:rPr>
              <a:t>	for (int i = 0; i &lt; n; i++) {</a:t>
            </a:r>
          </a:p>
          <a:p>
            <a:r>
              <a:rPr lang="es-CO" sz="1200" b="0" kern="1200" dirty="0">
                <a:solidFill>
                  <a:schemeClr val="tx1"/>
                </a:solidFill>
                <a:effectLst/>
                <a:latin typeface="+mn-lt"/>
                <a:ea typeface="+mn-ea"/>
                <a:cs typeface="+mn-cs"/>
              </a:rPr>
              <a:t>		cout &lt;&lt; </a:t>
            </a:r>
            <a:r>
              <a:rPr lang="es-CO" sz="1200" b="0" kern="1200" dirty="0" err="1">
                <a:solidFill>
                  <a:schemeClr val="tx1"/>
                </a:solidFill>
                <a:effectLst/>
                <a:latin typeface="+mn-lt"/>
                <a:ea typeface="+mn-ea"/>
                <a:cs typeface="+mn-cs"/>
              </a:rPr>
              <a:t>vec</a:t>
            </a:r>
            <a:r>
              <a:rPr lang="es-CO" sz="1200" b="0" kern="1200" dirty="0">
                <a:solidFill>
                  <a:schemeClr val="tx1"/>
                </a:solidFill>
                <a:effectLst/>
                <a:latin typeface="+mn-lt"/>
                <a:ea typeface="+mn-ea"/>
                <a:cs typeface="+mn-cs"/>
              </a:rPr>
              <a:t>[i] &lt;&lt; " ";</a:t>
            </a:r>
          </a:p>
          <a:p>
            <a:r>
              <a:rPr lang="es-CO" sz="1200" b="0" kern="1200" dirty="0">
                <a:solidFill>
                  <a:schemeClr val="tx1"/>
                </a:solidFill>
                <a:effectLst/>
                <a:latin typeface="+mn-lt"/>
                <a:ea typeface="+mn-ea"/>
                <a:cs typeface="+mn-cs"/>
              </a:rPr>
              <a:t>	}</a:t>
            </a:r>
          </a:p>
          <a:p>
            <a:r>
              <a:rPr lang="es-CO" sz="1200" b="0" kern="1200" dirty="0">
                <a:solidFill>
                  <a:schemeClr val="tx1"/>
                </a:solidFill>
                <a:effectLst/>
                <a:latin typeface="+mn-lt"/>
                <a:ea typeface="+mn-ea"/>
                <a:cs typeface="+mn-cs"/>
              </a:rPr>
              <a:t>	cout &lt;&lt; </a:t>
            </a:r>
            <a:r>
              <a:rPr lang="es-CO" sz="1200" b="0" kern="1200" dirty="0" err="1">
                <a:solidFill>
                  <a:schemeClr val="tx1"/>
                </a:solidFill>
                <a:effectLst/>
                <a:latin typeface="+mn-lt"/>
                <a:ea typeface="+mn-ea"/>
                <a:cs typeface="+mn-cs"/>
              </a:rPr>
              <a:t>endl</a:t>
            </a:r>
            <a:r>
              <a:rPr lang="es-CO" sz="1200" b="0" kern="1200" dirty="0">
                <a:solidFill>
                  <a:schemeClr val="tx1"/>
                </a:solidFill>
                <a:effectLst/>
                <a:latin typeface="+mn-lt"/>
                <a:ea typeface="+mn-ea"/>
                <a:cs typeface="+mn-cs"/>
              </a:rPr>
              <a:t>;</a:t>
            </a:r>
          </a:p>
          <a:p>
            <a:r>
              <a:rPr lang="es-CO" sz="1200" b="0" kern="1200" dirty="0">
                <a:solidFill>
                  <a:schemeClr val="tx1"/>
                </a:solidFill>
                <a:effectLst/>
                <a:latin typeface="+mn-lt"/>
                <a:ea typeface="+mn-ea"/>
                <a:cs typeface="+mn-cs"/>
              </a:rPr>
              <a:t>	return 0;</a:t>
            </a:r>
          </a:p>
          <a:p>
            <a:r>
              <a:rPr lang="es-CO" sz="1200" b="0" kern="1200" dirty="0">
                <a:solidFill>
                  <a:schemeClr val="tx1"/>
                </a:solidFill>
                <a:effectLst/>
                <a:latin typeface="+mn-lt"/>
                <a:ea typeface="+mn-ea"/>
                <a:cs typeface="+mn-cs"/>
              </a:rPr>
              <a:t>}</a:t>
            </a:r>
          </a:p>
        </p:txBody>
      </p:sp>
      <p:sp>
        <p:nvSpPr>
          <p:cNvPr id="4" name="Marcador de número de diapositiva 3"/>
          <p:cNvSpPr>
            <a:spLocks noGrp="1"/>
          </p:cNvSpPr>
          <p:nvPr>
            <p:ph type="sldNum" sz="quarter" idx="5"/>
          </p:nvPr>
        </p:nvSpPr>
        <p:spPr/>
        <p:txBody>
          <a:bodyPr/>
          <a:lstStyle/>
          <a:p>
            <a:fld id="{6EBFF732-773A-4839-B774-230B46601DA8}" type="slidenum">
              <a:rPr lang="es-CO" smtClean="0"/>
              <a:t>10</a:t>
            </a:fld>
            <a:endParaRPr lang="es-CO"/>
          </a:p>
        </p:txBody>
      </p:sp>
    </p:spTree>
    <p:extLst>
      <p:ext uri="{BB962C8B-B14F-4D97-AF65-F5344CB8AC3E}">
        <p14:creationId xmlns:p14="http://schemas.microsoft.com/office/powerpoint/2010/main" val="115065016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sz="1200" b="0" kern="1200" dirty="0">
              <a:solidFill>
                <a:schemeClr val="tx1"/>
              </a:solidFill>
              <a:effectLst/>
              <a:latin typeface="+mn-lt"/>
              <a:ea typeface="+mn-ea"/>
              <a:cs typeface="+mn-cs"/>
            </a:endParaRPr>
          </a:p>
        </p:txBody>
      </p:sp>
      <p:sp>
        <p:nvSpPr>
          <p:cNvPr id="4" name="Marcador de número de diapositiva 3"/>
          <p:cNvSpPr>
            <a:spLocks noGrp="1"/>
          </p:cNvSpPr>
          <p:nvPr>
            <p:ph type="sldNum" sz="quarter" idx="5"/>
          </p:nvPr>
        </p:nvSpPr>
        <p:spPr/>
        <p:txBody>
          <a:bodyPr/>
          <a:lstStyle/>
          <a:p>
            <a:fld id="{6EBFF732-773A-4839-B774-230B46601DA8}" type="slidenum">
              <a:rPr lang="es-CO" smtClean="0"/>
              <a:t>17</a:t>
            </a:fld>
            <a:endParaRPr lang="es-CO"/>
          </a:p>
        </p:txBody>
      </p:sp>
    </p:spTree>
    <p:extLst>
      <p:ext uri="{BB962C8B-B14F-4D97-AF65-F5344CB8AC3E}">
        <p14:creationId xmlns:p14="http://schemas.microsoft.com/office/powerpoint/2010/main" val="179799525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CO" sz="1200" b="1" kern="1200" dirty="0">
                <a:solidFill>
                  <a:schemeClr val="tx1"/>
                </a:solidFill>
                <a:effectLst/>
                <a:latin typeface="+mn-lt"/>
                <a:ea typeface="+mn-ea"/>
                <a:cs typeface="+mn-cs"/>
              </a:rPr>
              <a:t>/*CÓDIGO FUENTE*/</a:t>
            </a:r>
          </a:p>
          <a:p>
            <a:r>
              <a:rPr lang="es-CO" dirty="0"/>
              <a:t>//ORDENAMIENTO SELECCIÓN</a:t>
            </a:r>
          </a:p>
          <a:p>
            <a:r>
              <a:rPr lang="es-CO" dirty="0"/>
              <a:t>#</a:t>
            </a:r>
            <a:r>
              <a:rPr lang="es-CO" dirty="0" err="1"/>
              <a:t>include</a:t>
            </a:r>
            <a:r>
              <a:rPr lang="es-CO" dirty="0"/>
              <a:t>&lt;iostream&gt;</a:t>
            </a:r>
          </a:p>
          <a:p>
            <a:r>
              <a:rPr lang="es-CO" dirty="0" err="1"/>
              <a:t>using</a:t>
            </a:r>
            <a:r>
              <a:rPr lang="es-CO" dirty="0"/>
              <a:t> namespace </a:t>
            </a:r>
            <a:r>
              <a:rPr lang="es-CO" dirty="0" err="1"/>
              <a:t>std</a:t>
            </a:r>
            <a:r>
              <a:rPr lang="es-CO" dirty="0"/>
              <a:t>;</a:t>
            </a:r>
          </a:p>
          <a:p>
            <a:endParaRPr lang="es-CO" dirty="0"/>
          </a:p>
          <a:p>
            <a:r>
              <a:rPr lang="es-CO" dirty="0"/>
              <a:t>int </a:t>
            </a:r>
            <a:r>
              <a:rPr lang="es-CO" dirty="0" err="1"/>
              <a:t>main</a:t>
            </a:r>
            <a:r>
              <a:rPr lang="es-CO" dirty="0"/>
              <a:t>(){</a:t>
            </a:r>
          </a:p>
          <a:p>
            <a:r>
              <a:rPr lang="es-CO" dirty="0"/>
              <a:t>	int *vec, n, p, k, aux;</a:t>
            </a:r>
          </a:p>
          <a:p>
            <a:r>
              <a:rPr lang="es-CO" dirty="0"/>
              <a:t>	</a:t>
            </a:r>
            <a:r>
              <a:rPr lang="es-CO" dirty="0" err="1"/>
              <a:t>cout</a:t>
            </a:r>
            <a:r>
              <a:rPr lang="es-CO" dirty="0"/>
              <a:t> &lt;&lt; "Ingrese la dimensión: ";</a:t>
            </a:r>
          </a:p>
          <a:p>
            <a:r>
              <a:rPr lang="es-CO" dirty="0"/>
              <a:t>	</a:t>
            </a:r>
            <a:r>
              <a:rPr lang="es-CO" dirty="0" err="1"/>
              <a:t>cin</a:t>
            </a:r>
            <a:r>
              <a:rPr lang="es-CO" dirty="0"/>
              <a:t> &gt;&gt; n;</a:t>
            </a:r>
          </a:p>
          <a:p>
            <a:r>
              <a:rPr lang="es-CO" dirty="0"/>
              <a:t>	vec = new int[n];	</a:t>
            </a:r>
          </a:p>
          <a:p>
            <a:r>
              <a:rPr lang="es-CO" dirty="0"/>
              <a:t>	for (int i=0; i&lt;n; i++) {</a:t>
            </a:r>
          </a:p>
          <a:p>
            <a:r>
              <a:rPr lang="es-CO" dirty="0"/>
              <a:t>		</a:t>
            </a:r>
            <a:r>
              <a:rPr lang="es-CO" dirty="0" err="1"/>
              <a:t>cout</a:t>
            </a:r>
            <a:r>
              <a:rPr lang="es-CO" dirty="0"/>
              <a:t> &lt;&lt; "Ingrese VEC[" &lt;&lt; i &lt;&lt; "]: ";</a:t>
            </a:r>
          </a:p>
          <a:p>
            <a:r>
              <a:rPr lang="es-CO" dirty="0"/>
              <a:t>		</a:t>
            </a:r>
            <a:r>
              <a:rPr lang="es-CO" dirty="0" err="1"/>
              <a:t>cin</a:t>
            </a:r>
            <a:r>
              <a:rPr lang="es-CO" dirty="0"/>
              <a:t> &gt;&gt; vec[i];</a:t>
            </a:r>
          </a:p>
          <a:p>
            <a:r>
              <a:rPr lang="es-CO" dirty="0"/>
              <a:t>	}</a:t>
            </a:r>
          </a:p>
          <a:p>
            <a:r>
              <a:rPr lang="es-CO" dirty="0"/>
              <a:t>	for (k = 0; k &lt; n-1; k++){</a:t>
            </a:r>
          </a:p>
          <a:p>
            <a:r>
              <a:rPr lang="es-CO" dirty="0"/>
              <a:t>		for (p = k+1; p &lt; n; p++){</a:t>
            </a:r>
          </a:p>
          <a:p>
            <a:r>
              <a:rPr lang="es-CO" dirty="0"/>
              <a:t>			</a:t>
            </a:r>
            <a:r>
              <a:rPr lang="es-CO" dirty="0" err="1"/>
              <a:t>if</a:t>
            </a:r>
            <a:r>
              <a:rPr lang="es-CO" dirty="0"/>
              <a:t> ( vec[k] &gt; vec[p] ) {</a:t>
            </a:r>
          </a:p>
          <a:p>
            <a:r>
              <a:rPr lang="es-CO" dirty="0"/>
              <a:t>				aux = vec[k] ;</a:t>
            </a:r>
          </a:p>
          <a:p>
            <a:r>
              <a:rPr lang="es-CO" dirty="0"/>
              <a:t>				vec[k] = vec[p];</a:t>
            </a:r>
          </a:p>
          <a:p>
            <a:r>
              <a:rPr lang="es-CO" dirty="0"/>
              <a:t>				vec[p] = aux;</a:t>
            </a:r>
          </a:p>
          <a:p>
            <a:r>
              <a:rPr lang="es-CO" dirty="0"/>
              <a:t>			}</a:t>
            </a:r>
          </a:p>
          <a:p>
            <a:r>
              <a:rPr lang="es-CO" dirty="0"/>
              <a:t>		}</a:t>
            </a:r>
          </a:p>
          <a:p>
            <a:r>
              <a:rPr lang="es-CO" dirty="0"/>
              <a:t>	}</a:t>
            </a:r>
          </a:p>
          <a:p>
            <a:r>
              <a:rPr lang="es-CO" dirty="0"/>
              <a:t>	</a:t>
            </a:r>
            <a:r>
              <a:rPr lang="es-CO" dirty="0" err="1"/>
              <a:t>cout</a:t>
            </a:r>
            <a:r>
              <a:rPr lang="es-CO" dirty="0"/>
              <a:t> &lt;&lt; "\</a:t>
            </a:r>
            <a:r>
              <a:rPr lang="es-CO" dirty="0" err="1"/>
              <a:t>nVector</a:t>
            </a:r>
            <a:r>
              <a:rPr lang="es-CO" dirty="0"/>
              <a:t> ordenado Selección(ascendente)"&lt;&lt;</a:t>
            </a:r>
            <a:r>
              <a:rPr lang="es-CO" dirty="0" err="1"/>
              <a:t>endl</a:t>
            </a:r>
            <a:r>
              <a:rPr lang="es-CO" dirty="0"/>
              <a:t>;</a:t>
            </a:r>
          </a:p>
          <a:p>
            <a:r>
              <a:rPr lang="es-CO" dirty="0"/>
              <a:t>	for (int i=0; i&lt;n; i++) {</a:t>
            </a:r>
          </a:p>
          <a:p>
            <a:r>
              <a:rPr lang="es-CO" dirty="0"/>
              <a:t>		</a:t>
            </a:r>
            <a:r>
              <a:rPr lang="es-CO" dirty="0" err="1"/>
              <a:t>cout</a:t>
            </a:r>
            <a:r>
              <a:rPr lang="es-CO" dirty="0"/>
              <a:t> &lt;&lt; vec[i] &lt;&lt; " ";</a:t>
            </a:r>
          </a:p>
          <a:p>
            <a:r>
              <a:rPr lang="es-CO" dirty="0"/>
              <a:t>	}</a:t>
            </a:r>
          </a:p>
          <a:p>
            <a:r>
              <a:rPr lang="es-CO" dirty="0"/>
              <a:t>	</a:t>
            </a:r>
            <a:r>
              <a:rPr lang="es-CO" dirty="0" err="1"/>
              <a:t>cout</a:t>
            </a:r>
            <a:r>
              <a:rPr lang="es-CO" dirty="0"/>
              <a:t> &lt;&lt; </a:t>
            </a:r>
            <a:r>
              <a:rPr lang="es-CO" dirty="0" err="1"/>
              <a:t>endl</a:t>
            </a:r>
            <a:r>
              <a:rPr lang="es-CO" dirty="0"/>
              <a:t>;</a:t>
            </a:r>
          </a:p>
          <a:p>
            <a:r>
              <a:rPr lang="es-CO" dirty="0"/>
              <a:t>    </a:t>
            </a:r>
            <a:r>
              <a:rPr lang="es-CO" dirty="0" err="1"/>
              <a:t>return</a:t>
            </a:r>
            <a:r>
              <a:rPr lang="es-CO" dirty="0"/>
              <a:t> 0;</a:t>
            </a:r>
          </a:p>
          <a:p>
            <a:r>
              <a:rPr lang="es-CO" dirty="0"/>
              <a:t>}</a:t>
            </a:r>
          </a:p>
        </p:txBody>
      </p:sp>
      <p:sp>
        <p:nvSpPr>
          <p:cNvPr id="4" name="Marcador de número de diapositiva 3"/>
          <p:cNvSpPr>
            <a:spLocks noGrp="1"/>
          </p:cNvSpPr>
          <p:nvPr>
            <p:ph type="sldNum" sz="quarter" idx="5"/>
          </p:nvPr>
        </p:nvSpPr>
        <p:spPr/>
        <p:txBody>
          <a:bodyPr/>
          <a:lstStyle/>
          <a:p>
            <a:fld id="{6EBFF732-773A-4839-B774-230B46601DA8}" type="slidenum">
              <a:rPr lang="es-CO" smtClean="0"/>
              <a:t>18</a:t>
            </a:fld>
            <a:endParaRPr lang="es-CO"/>
          </a:p>
        </p:txBody>
      </p:sp>
    </p:spTree>
    <p:extLst>
      <p:ext uri="{BB962C8B-B14F-4D97-AF65-F5344CB8AC3E}">
        <p14:creationId xmlns:p14="http://schemas.microsoft.com/office/powerpoint/2010/main" val="348596227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CO" sz="1200" b="1" kern="1200" dirty="0">
                <a:solidFill>
                  <a:schemeClr val="tx1"/>
                </a:solidFill>
                <a:effectLst/>
                <a:latin typeface="+mn-lt"/>
                <a:ea typeface="+mn-ea"/>
                <a:cs typeface="+mn-cs"/>
              </a:rPr>
              <a:t>/*CÓDIGO FUENTE*/</a:t>
            </a:r>
          </a:p>
          <a:p>
            <a:r>
              <a:rPr lang="es-CO" sz="1200" b="1" kern="1200" dirty="0">
                <a:solidFill>
                  <a:schemeClr val="tx1"/>
                </a:solidFill>
                <a:effectLst/>
                <a:latin typeface="+mn-lt"/>
                <a:ea typeface="+mn-ea"/>
                <a:cs typeface="+mn-cs"/>
              </a:rPr>
              <a:t>//ORDENAMIENTO SELECCIÓN OPTIMIZADO</a:t>
            </a:r>
          </a:p>
          <a:p>
            <a:r>
              <a:rPr lang="es-CO" sz="1200" b="0" kern="1200" dirty="0">
                <a:solidFill>
                  <a:schemeClr val="tx1"/>
                </a:solidFill>
                <a:effectLst/>
                <a:latin typeface="+mn-lt"/>
                <a:ea typeface="+mn-ea"/>
                <a:cs typeface="+mn-cs"/>
              </a:rPr>
              <a:t>#</a:t>
            </a:r>
            <a:r>
              <a:rPr lang="es-CO" sz="1200" b="0" kern="1200" dirty="0" err="1">
                <a:solidFill>
                  <a:schemeClr val="tx1"/>
                </a:solidFill>
                <a:effectLst/>
                <a:latin typeface="+mn-lt"/>
                <a:ea typeface="+mn-ea"/>
                <a:cs typeface="+mn-cs"/>
              </a:rPr>
              <a:t>include</a:t>
            </a:r>
            <a:r>
              <a:rPr lang="es-CO" sz="1200" b="0" kern="1200" dirty="0">
                <a:solidFill>
                  <a:schemeClr val="tx1"/>
                </a:solidFill>
                <a:effectLst/>
                <a:latin typeface="+mn-lt"/>
                <a:ea typeface="+mn-ea"/>
                <a:cs typeface="+mn-cs"/>
              </a:rPr>
              <a:t>&lt;iostream&gt;</a:t>
            </a:r>
          </a:p>
          <a:p>
            <a:r>
              <a:rPr lang="es-CO" sz="1200" b="0" kern="1200" dirty="0" err="1">
                <a:solidFill>
                  <a:schemeClr val="tx1"/>
                </a:solidFill>
                <a:effectLst/>
                <a:latin typeface="+mn-lt"/>
                <a:ea typeface="+mn-ea"/>
                <a:cs typeface="+mn-cs"/>
              </a:rPr>
              <a:t>using</a:t>
            </a:r>
            <a:r>
              <a:rPr lang="es-CO" sz="1200" b="0" kern="1200" dirty="0">
                <a:solidFill>
                  <a:schemeClr val="tx1"/>
                </a:solidFill>
                <a:effectLst/>
                <a:latin typeface="+mn-lt"/>
                <a:ea typeface="+mn-ea"/>
                <a:cs typeface="+mn-cs"/>
              </a:rPr>
              <a:t> </a:t>
            </a:r>
            <a:r>
              <a:rPr lang="es-CO" sz="1200" b="0" kern="1200" dirty="0" err="1">
                <a:solidFill>
                  <a:schemeClr val="tx1"/>
                </a:solidFill>
                <a:effectLst/>
                <a:latin typeface="+mn-lt"/>
                <a:ea typeface="+mn-ea"/>
                <a:cs typeface="+mn-cs"/>
              </a:rPr>
              <a:t>namespace</a:t>
            </a:r>
            <a:r>
              <a:rPr lang="es-CO" sz="1200" b="0" kern="1200" dirty="0">
                <a:solidFill>
                  <a:schemeClr val="tx1"/>
                </a:solidFill>
                <a:effectLst/>
                <a:latin typeface="+mn-lt"/>
                <a:ea typeface="+mn-ea"/>
                <a:cs typeface="+mn-cs"/>
              </a:rPr>
              <a:t> </a:t>
            </a:r>
            <a:r>
              <a:rPr lang="es-CO" sz="1200" b="0" kern="1200" dirty="0" err="1">
                <a:solidFill>
                  <a:schemeClr val="tx1"/>
                </a:solidFill>
                <a:effectLst/>
                <a:latin typeface="+mn-lt"/>
                <a:ea typeface="+mn-ea"/>
                <a:cs typeface="+mn-cs"/>
              </a:rPr>
              <a:t>std</a:t>
            </a:r>
            <a:r>
              <a:rPr lang="es-CO" sz="1200" b="0" kern="1200" dirty="0">
                <a:solidFill>
                  <a:schemeClr val="tx1"/>
                </a:solidFill>
                <a:effectLst/>
                <a:latin typeface="+mn-lt"/>
                <a:ea typeface="+mn-ea"/>
                <a:cs typeface="+mn-cs"/>
              </a:rPr>
              <a:t>;</a:t>
            </a:r>
          </a:p>
          <a:p>
            <a:r>
              <a:rPr lang="es-CO" sz="1200" b="0" kern="1200" dirty="0">
                <a:solidFill>
                  <a:schemeClr val="tx1"/>
                </a:solidFill>
                <a:effectLst/>
                <a:latin typeface="+mn-lt"/>
                <a:ea typeface="+mn-ea"/>
                <a:cs typeface="+mn-cs"/>
              </a:rPr>
              <a:t>int </a:t>
            </a:r>
            <a:r>
              <a:rPr lang="es-CO" sz="1200" b="0" kern="1200" dirty="0" err="1">
                <a:solidFill>
                  <a:schemeClr val="tx1"/>
                </a:solidFill>
                <a:effectLst/>
                <a:latin typeface="+mn-lt"/>
                <a:ea typeface="+mn-ea"/>
                <a:cs typeface="+mn-cs"/>
              </a:rPr>
              <a:t>main</a:t>
            </a:r>
            <a:r>
              <a:rPr lang="es-CO" sz="1200" b="0" kern="1200" dirty="0">
                <a:solidFill>
                  <a:schemeClr val="tx1"/>
                </a:solidFill>
                <a:effectLst/>
                <a:latin typeface="+mn-lt"/>
                <a:ea typeface="+mn-ea"/>
                <a:cs typeface="+mn-cs"/>
              </a:rPr>
              <a:t>() {</a:t>
            </a:r>
          </a:p>
          <a:p>
            <a:r>
              <a:rPr lang="es-CO" sz="1200" b="0" kern="1200" dirty="0">
                <a:solidFill>
                  <a:schemeClr val="tx1"/>
                </a:solidFill>
                <a:effectLst/>
                <a:latin typeface="+mn-lt"/>
                <a:ea typeface="+mn-ea"/>
                <a:cs typeface="+mn-cs"/>
              </a:rPr>
              <a:t>	int n;</a:t>
            </a:r>
          </a:p>
          <a:p>
            <a:r>
              <a:rPr lang="es-CO" sz="1200" b="0" kern="1200" dirty="0">
                <a:solidFill>
                  <a:schemeClr val="tx1"/>
                </a:solidFill>
                <a:effectLst/>
                <a:latin typeface="+mn-lt"/>
                <a:ea typeface="+mn-ea"/>
                <a:cs typeface="+mn-cs"/>
              </a:rPr>
              <a:t>	cout &lt;&lt; "Ingrese la </a:t>
            </a:r>
            <a:r>
              <a:rPr lang="es-CO" sz="1200" b="0" kern="1200" dirty="0" err="1">
                <a:solidFill>
                  <a:schemeClr val="tx1"/>
                </a:solidFill>
                <a:effectLst/>
                <a:latin typeface="+mn-lt"/>
                <a:ea typeface="+mn-ea"/>
                <a:cs typeface="+mn-cs"/>
              </a:rPr>
              <a:t>dimension</a:t>
            </a:r>
            <a:r>
              <a:rPr lang="es-CO" sz="1200" b="0" kern="1200" dirty="0">
                <a:solidFill>
                  <a:schemeClr val="tx1"/>
                </a:solidFill>
                <a:effectLst/>
                <a:latin typeface="+mn-lt"/>
                <a:ea typeface="+mn-ea"/>
                <a:cs typeface="+mn-cs"/>
              </a:rPr>
              <a:t>: ";</a:t>
            </a:r>
          </a:p>
          <a:p>
            <a:r>
              <a:rPr lang="es-CO" sz="1200" b="0" kern="1200" dirty="0">
                <a:solidFill>
                  <a:schemeClr val="tx1"/>
                </a:solidFill>
                <a:effectLst/>
                <a:latin typeface="+mn-lt"/>
                <a:ea typeface="+mn-ea"/>
                <a:cs typeface="+mn-cs"/>
              </a:rPr>
              <a:t>	cin &gt;&gt; n;</a:t>
            </a:r>
          </a:p>
          <a:p>
            <a:r>
              <a:rPr lang="es-CO" sz="1200" b="0" kern="1200" dirty="0">
                <a:solidFill>
                  <a:schemeClr val="tx1"/>
                </a:solidFill>
                <a:effectLst/>
                <a:latin typeface="+mn-lt"/>
                <a:ea typeface="+mn-ea"/>
                <a:cs typeface="+mn-cs"/>
              </a:rPr>
              <a:t>	int* </a:t>
            </a:r>
            <a:r>
              <a:rPr lang="es-CO" sz="1200" b="0" kern="1200" dirty="0" err="1">
                <a:solidFill>
                  <a:schemeClr val="tx1"/>
                </a:solidFill>
                <a:effectLst/>
                <a:latin typeface="+mn-lt"/>
                <a:ea typeface="+mn-ea"/>
                <a:cs typeface="+mn-cs"/>
              </a:rPr>
              <a:t>vec</a:t>
            </a:r>
            <a:r>
              <a:rPr lang="es-CO" sz="1200" b="0" kern="1200" dirty="0">
                <a:solidFill>
                  <a:schemeClr val="tx1"/>
                </a:solidFill>
                <a:effectLst/>
                <a:latin typeface="+mn-lt"/>
                <a:ea typeface="+mn-ea"/>
                <a:cs typeface="+mn-cs"/>
              </a:rPr>
              <a:t> = new int[n];</a:t>
            </a:r>
          </a:p>
          <a:p>
            <a:r>
              <a:rPr lang="es-CO" sz="1200" b="0" kern="1200" dirty="0">
                <a:solidFill>
                  <a:schemeClr val="tx1"/>
                </a:solidFill>
                <a:effectLst/>
                <a:latin typeface="+mn-lt"/>
                <a:ea typeface="+mn-ea"/>
                <a:cs typeface="+mn-cs"/>
              </a:rPr>
              <a:t>	for (int i = 0; i &lt; n; i++) {</a:t>
            </a:r>
          </a:p>
          <a:p>
            <a:r>
              <a:rPr lang="es-CO" sz="1200" b="0" kern="1200" dirty="0">
                <a:solidFill>
                  <a:schemeClr val="tx1"/>
                </a:solidFill>
                <a:effectLst/>
                <a:latin typeface="+mn-lt"/>
                <a:ea typeface="+mn-ea"/>
                <a:cs typeface="+mn-cs"/>
              </a:rPr>
              <a:t>		cout &lt;&lt; "Ingrese VEC[" &lt;&lt; i &lt;&lt; "]: ";</a:t>
            </a:r>
          </a:p>
          <a:p>
            <a:r>
              <a:rPr lang="es-CO" sz="1200" b="0" kern="1200" dirty="0">
                <a:solidFill>
                  <a:schemeClr val="tx1"/>
                </a:solidFill>
                <a:effectLst/>
                <a:latin typeface="+mn-lt"/>
                <a:ea typeface="+mn-ea"/>
                <a:cs typeface="+mn-cs"/>
              </a:rPr>
              <a:t>		cin &gt;&gt; </a:t>
            </a:r>
            <a:r>
              <a:rPr lang="es-CO" sz="1200" b="0" kern="1200" dirty="0" err="1">
                <a:solidFill>
                  <a:schemeClr val="tx1"/>
                </a:solidFill>
                <a:effectLst/>
                <a:latin typeface="+mn-lt"/>
                <a:ea typeface="+mn-ea"/>
                <a:cs typeface="+mn-cs"/>
              </a:rPr>
              <a:t>vec</a:t>
            </a:r>
            <a:r>
              <a:rPr lang="es-CO" sz="1200" b="0" kern="1200" dirty="0">
                <a:solidFill>
                  <a:schemeClr val="tx1"/>
                </a:solidFill>
                <a:effectLst/>
                <a:latin typeface="+mn-lt"/>
                <a:ea typeface="+mn-ea"/>
                <a:cs typeface="+mn-cs"/>
              </a:rPr>
              <a:t>[i];</a:t>
            </a:r>
          </a:p>
          <a:p>
            <a:r>
              <a:rPr lang="es-CO" sz="1200" b="0" kern="1200" dirty="0">
                <a:solidFill>
                  <a:schemeClr val="tx1"/>
                </a:solidFill>
                <a:effectLst/>
                <a:latin typeface="+mn-lt"/>
                <a:ea typeface="+mn-ea"/>
                <a:cs typeface="+mn-cs"/>
              </a:rPr>
              <a:t>	}</a:t>
            </a:r>
          </a:p>
          <a:p>
            <a:r>
              <a:rPr lang="es-CO" sz="1200" b="0" kern="1200" dirty="0">
                <a:solidFill>
                  <a:schemeClr val="tx1"/>
                </a:solidFill>
                <a:effectLst/>
                <a:latin typeface="+mn-lt"/>
                <a:ea typeface="+mn-ea"/>
                <a:cs typeface="+mn-cs"/>
              </a:rPr>
              <a:t>	for (int i = 0; i &lt; n - 1; i++) {</a:t>
            </a:r>
          </a:p>
          <a:p>
            <a:r>
              <a:rPr lang="es-CO" sz="1200" b="0" kern="1200" dirty="0">
                <a:solidFill>
                  <a:schemeClr val="tx1"/>
                </a:solidFill>
                <a:effectLst/>
                <a:latin typeface="+mn-lt"/>
                <a:ea typeface="+mn-ea"/>
                <a:cs typeface="+mn-cs"/>
              </a:rPr>
              <a:t>		int </a:t>
            </a:r>
            <a:r>
              <a:rPr lang="es-CO" sz="1200" b="0" kern="1200" dirty="0" err="1">
                <a:solidFill>
                  <a:schemeClr val="tx1"/>
                </a:solidFill>
                <a:effectLst/>
                <a:latin typeface="+mn-lt"/>
                <a:ea typeface="+mn-ea"/>
                <a:cs typeface="+mn-cs"/>
              </a:rPr>
              <a:t>posMin</a:t>
            </a:r>
            <a:r>
              <a:rPr lang="es-CO" sz="1200" b="0" kern="1200" dirty="0">
                <a:solidFill>
                  <a:schemeClr val="tx1"/>
                </a:solidFill>
                <a:effectLst/>
                <a:latin typeface="+mn-lt"/>
                <a:ea typeface="+mn-ea"/>
                <a:cs typeface="+mn-cs"/>
              </a:rPr>
              <a:t> = i;</a:t>
            </a:r>
          </a:p>
          <a:p>
            <a:r>
              <a:rPr lang="es-CO" sz="1200" b="0" kern="1200" dirty="0">
                <a:solidFill>
                  <a:schemeClr val="tx1"/>
                </a:solidFill>
                <a:effectLst/>
                <a:latin typeface="+mn-lt"/>
                <a:ea typeface="+mn-ea"/>
                <a:cs typeface="+mn-cs"/>
              </a:rPr>
              <a:t>		for (int j = i + 1; j &lt; n; </a:t>
            </a:r>
            <a:r>
              <a:rPr lang="es-CO" sz="1200" b="0" kern="1200" dirty="0" err="1">
                <a:solidFill>
                  <a:schemeClr val="tx1"/>
                </a:solidFill>
                <a:effectLst/>
                <a:latin typeface="+mn-lt"/>
                <a:ea typeface="+mn-ea"/>
                <a:cs typeface="+mn-cs"/>
              </a:rPr>
              <a:t>j++</a:t>
            </a:r>
            <a:r>
              <a:rPr lang="es-CO" sz="1200" b="0" kern="1200" dirty="0">
                <a:solidFill>
                  <a:schemeClr val="tx1"/>
                </a:solidFill>
                <a:effectLst/>
                <a:latin typeface="+mn-lt"/>
                <a:ea typeface="+mn-ea"/>
                <a:cs typeface="+mn-cs"/>
              </a:rPr>
              <a:t>) {</a:t>
            </a:r>
          </a:p>
          <a:p>
            <a:r>
              <a:rPr lang="es-CO" sz="1200" b="0" kern="1200" dirty="0">
                <a:solidFill>
                  <a:schemeClr val="tx1"/>
                </a:solidFill>
                <a:effectLst/>
                <a:latin typeface="+mn-lt"/>
                <a:ea typeface="+mn-ea"/>
                <a:cs typeface="+mn-cs"/>
              </a:rPr>
              <a:t>			if (</a:t>
            </a:r>
            <a:r>
              <a:rPr lang="es-CO" sz="1200" b="0" kern="1200" dirty="0" err="1">
                <a:solidFill>
                  <a:schemeClr val="tx1"/>
                </a:solidFill>
                <a:effectLst/>
                <a:latin typeface="+mn-lt"/>
                <a:ea typeface="+mn-ea"/>
                <a:cs typeface="+mn-cs"/>
              </a:rPr>
              <a:t>vec</a:t>
            </a:r>
            <a:r>
              <a:rPr lang="es-CO" sz="1200" b="0" kern="1200" dirty="0">
                <a:solidFill>
                  <a:schemeClr val="tx1"/>
                </a:solidFill>
                <a:effectLst/>
                <a:latin typeface="+mn-lt"/>
                <a:ea typeface="+mn-ea"/>
                <a:cs typeface="+mn-cs"/>
              </a:rPr>
              <a:t>[j] &lt; </a:t>
            </a:r>
            <a:r>
              <a:rPr lang="es-CO" sz="1200" b="0" kern="1200" dirty="0" err="1">
                <a:solidFill>
                  <a:schemeClr val="tx1"/>
                </a:solidFill>
                <a:effectLst/>
                <a:latin typeface="+mn-lt"/>
                <a:ea typeface="+mn-ea"/>
                <a:cs typeface="+mn-cs"/>
              </a:rPr>
              <a:t>vec</a:t>
            </a:r>
            <a:r>
              <a:rPr lang="es-CO" sz="1200" b="0" kern="1200" dirty="0">
                <a:solidFill>
                  <a:schemeClr val="tx1"/>
                </a:solidFill>
                <a:effectLst/>
                <a:latin typeface="+mn-lt"/>
                <a:ea typeface="+mn-ea"/>
                <a:cs typeface="+mn-cs"/>
              </a:rPr>
              <a:t>[</a:t>
            </a:r>
            <a:r>
              <a:rPr lang="es-CO" sz="1200" b="0" kern="1200" dirty="0" err="1">
                <a:solidFill>
                  <a:schemeClr val="tx1"/>
                </a:solidFill>
                <a:effectLst/>
                <a:latin typeface="+mn-lt"/>
                <a:ea typeface="+mn-ea"/>
                <a:cs typeface="+mn-cs"/>
              </a:rPr>
              <a:t>posMin</a:t>
            </a:r>
            <a:r>
              <a:rPr lang="es-CO" sz="1200" b="0" kern="1200" dirty="0">
                <a:solidFill>
                  <a:schemeClr val="tx1"/>
                </a:solidFill>
                <a:effectLst/>
                <a:latin typeface="+mn-lt"/>
                <a:ea typeface="+mn-ea"/>
                <a:cs typeface="+mn-cs"/>
              </a:rPr>
              <a:t>]) {</a:t>
            </a:r>
          </a:p>
          <a:p>
            <a:r>
              <a:rPr lang="es-CO" sz="1200" b="0" kern="1200" dirty="0">
                <a:solidFill>
                  <a:schemeClr val="tx1"/>
                </a:solidFill>
                <a:effectLst/>
                <a:latin typeface="+mn-lt"/>
                <a:ea typeface="+mn-ea"/>
                <a:cs typeface="+mn-cs"/>
              </a:rPr>
              <a:t>				</a:t>
            </a:r>
            <a:r>
              <a:rPr lang="es-CO" sz="1200" b="0" kern="1200" dirty="0" err="1">
                <a:solidFill>
                  <a:schemeClr val="tx1"/>
                </a:solidFill>
                <a:effectLst/>
                <a:latin typeface="+mn-lt"/>
                <a:ea typeface="+mn-ea"/>
                <a:cs typeface="+mn-cs"/>
              </a:rPr>
              <a:t>posMin</a:t>
            </a:r>
            <a:r>
              <a:rPr lang="es-CO" sz="1200" b="0" kern="1200" dirty="0">
                <a:solidFill>
                  <a:schemeClr val="tx1"/>
                </a:solidFill>
                <a:effectLst/>
                <a:latin typeface="+mn-lt"/>
                <a:ea typeface="+mn-ea"/>
                <a:cs typeface="+mn-cs"/>
              </a:rPr>
              <a:t> = j;</a:t>
            </a:r>
          </a:p>
          <a:p>
            <a:r>
              <a:rPr lang="es-CO" sz="1200" b="0" kern="1200" dirty="0">
                <a:solidFill>
                  <a:schemeClr val="tx1"/>
                </a:solidFill>
                <a:effectLst/>
                <a:latin typeface="+mn-lt"/>
                <a:ea typeface="+mn-ea"/>
                <a:cs typeface="+mn-cs"/>
              </a:rPr>
              <a:t>			}</a:t>
            </a:r>
          </a:p>
          <a:p>
            <a:r>
              <a:rPr lang="es-CO" sz="1200" b="0" kern="1200" dirty="0">
                <a:solidFill>
                  <a:schemeClr val="tx1"/>
                </a:solidFill>
                <a:effectLst/>
                <a:latin typeface="+mn-lt"/>
                <a:ea typeface="+mn-ea"/>
                <a:cs typeface="+mn-cs"/>
              </a:rPr>
              <a:t>		}</a:t>
            </a:r>
          </a:p>
          <a:p>
            <a:r>
              <a:rPr lang="es-CO" sz="1200" b="0" kern="1200" dirty="0">
                <a:solidFill>
                  <a:schemeClr val="tx1"/>
                </a:solidFill>
                <a:effectLst/>
                <a:latin typeface="+mn-lt"/>
                <a:ea typeface="+mn-ea"/>
                <a:cs typeface="+mn-cs"/>
              </a:rPr>
              <a:t>		int </a:t>
            </a:r>
            <a:r>
              <a:rPr lang="es-CO" sz="1200" b="0" kern="1200" dirty="0" err="1">
                <a:solidFill>
                  <a:schemeClr val="tx1"/>
                </a:solidFill>
                <a:effectLst/>
                <a:latin typeface="+mn-lt"/>
                <a:ea typeface="+mn-ea"/>
                <a:cs typeface="+mn-cs"/>
              </a:rPr>
              <a:t>aux</a:t>
            </a:r>
            <a:r>
              <a:rPr lang="es-CO" sz="1200" b="0" kern="1200" dirty="0">
                <a:solidFill>
                  <a:schemeClr val="tx1"/>
                </a:solidFill>
                <a:effectLst/>
                <a:latin typeface="+mn-lt"/>
                <a:ea typeface="+mn-ea"/>
                <a:cs typeface="+mn-cs"/>
              </a:rPr>
              <a:t> = </a:t>
            </a:r>
            <a:r>
              <a:rPr lang="es-CO" sz="1200" b="0" kern="1200" dirty="0" err="1">
                <a:solidFill>
                  <a:schemeClr val="tx1"/>
                </a:solidFill>
                <a:effectLst/>
                <a:latin typeface="+mn-lt"/>
                <a:ea typeface="+mn-ea"/>
                <a:cs typeface="+mn-cs"/>
              </a:rPr>
              <a:t>vec</a:t>
            </a:r>
            <a:r>
              <a:rPr lang="es-CO" sz="1200" b="0" kern="1200" dirty="0">
                <a:solidFill>
                  <a:schemeClr val="tx1"/>
                </a:solidFill>
                <a:effectLst/>
                <a:latin typeface="+mn-lt"/>
                <a:ea typeface="+mn-ea"/>
                <a:cs typeface="+mn-cs"/>
              </a:rPr>
              <a:t>[</a:t>
            </a:r>
            <a:r>
              <a:rPr lang="es-CO" sz="1200" b="0" kern="1200" dirty="0" err="1">
                <a:solidFill>
                  <a:schemeClr val="tx1"/>
                </a:solidFill>
                <a:effectLst/>
                <a:latin typeface="+mn-lt"/>
                <a:ea typeface="+mn-ea"/>
                <a:cs typeface="+mn-cs"/>
              </a:rPr>
              <a:t>posMin</a:t>
            </a:r>
            <a:r>
              <a:rPr lang="es-CO" sz="1200" b="0" kern="1200" dirty="0">
                <a:solidFill>
                  <a:schemeClr val="tx1"/>
                </a:solidFill>
                <a:effectLst/>
                <a:latin typeface="+mn-lt"/>
                <a:ea typeface="+mn-ea"/>
                <a:cs typeface="+mn-cs"/>
              </a:rPr>
              <a:t>];</a:t>
            </a:r>
          </a:p>
          <a:p>
            <a:r>
              <a:rPr lang="es-CO" sz="1200" b="0" kern="1200" dirty="0">
                <a:solidFill>
                  <a:schemeClr val="tx1"/>
                </a:solidFill>
                <a:effectLst/>
                <a:latin typeface="+mn-lt"/>
                <a:ea typeface="+mn-ea"/>
                <a:cs typeface="+mn-cs"/>
              </a:rPr>
              <a:t>		</a:t>
            </a:r>
            <a:r>
              <a:rPr lang="es-CO" sz="1200" b="0" kern="1200" dirty="0" err="1">
                <a:solidFill>
                  <a:schemeClr val="tx1"/>
                </a:solidFill>
                <a:effectLst/>
                <a:latin typeface="+mn-lt"/>
                <a:ea typeface="+mn-ea"/>
                <a:cs typeface="+mn-cs"/>
              </a:rPr>
              <a:t>vec</a:t>
            </a:r>
            <a:r>
              <a:rPr lang="es-CO" sz="1200" b="0" kern="1200" dirty="0">
                <a:solidFill>
                  <a:schemeClr val="tx1"/>
                </a:solidFill>
                <a:effectLst/>
                <a:latin typeface="+mn-lt"/>
                <a:ea typeface="+mn-ea"/>
                <a:cs typeface="+mn-cs"/>
              </a:rPr>
              <a:t>[</a:t>
            </a:r>
            <a:r>
              <a:rPr lang="es-CO" sz="1200" b="0" kern="1200" dirty="0" err="1">
                <a:solidFill>
                  <a:schemeClr val="tx1"/>
                </a:solidFill>
                <a:effectLst/>
                <a:latin typeface="+mn-lt"/>
                <a:ea typeface="+mn-ea"/>
                <a:cs typeface="+mn-cs"/>
              </a:rPr>
              <a:t>posMin</a:t>
            </a:r>
            <a:r>
              <a:rPr lang="es-CO" sz="1200" b="0" kern="1200" dirty="0">
                <a:solidFill>
                  <a:schemeClr val="tx1"/>
                </a:solidFill>
                <a:effectLst/>
                <a:latin typeface="+mn-lt"/>
                <a:ea typeface="+mn-ea"/>
                <a:cs typeface="+mn-cs"/>
              </a:rPr>
              <a:t>] = </a:t>
            </a:r>
            <a:r>
              <a:rPr lang="es-CO" sz="1200" b="0" kern="1200" dirty="0" err="1">
                <a:solidFill>
                  <a:schemeClr val="tx1"/>
                </a:solidFill>
                <a:effectLst/>
                <a:latin typeface="+mn-lt"/>
                <a:ea typeface="+mn-ea"/>
                <a:cs typeface="+mn-cs"/>
              </a:rPr>
              <a:t>vec</a:t>
            </a:r>
            <a:r>
              <a:rPr lang="es-CO" sz="1200" b="0" kern="1200" dirty="0">
                <a:solidFill>
                  <a:schemeClr val="tx1"/>
                </a:solidFill>
                <a:effectLst/>
                <a:latin typeface="+mn-lt"/>
                <a:ea typeface="+mn-ea"/>
                <a:cs typeface="+mn-cs"/>
              </a:rPr>
              <a:t>[i];</a:t>
            </a:r>
          </a:p>
          <a:p>
            <a:r>
              <a:rPr lang="es-CO" sz="1200" b="0" kern="1200" dirty="0">
                <a:solidFill>
                  <a:schemeClr val="tx1"/>
                </a:solidFill>
                <a:effectLst/>
                <a:latin typeface="+mn-lt"/>
                <a:ea typeface="+mn-ea"/>
                <a:cs typeface="+mn-cs"/>
              </a:rPr>
              <a:t>		</a:t>
            </a:r>
            <a:r>
              <a:rPr lang="es-CO" sz="1200" b="0" kern="1200" dirty="0" err="1">
                <a:solidFill>
                  <a:schemeClr val="tx1"/>
                </a:solidFill>
                <a:effectLst/>
                <a:latin typeface="+mn-lt"/>
                <a:ea typeface="+mn-ea"/>
                <a:cs typeface="+mn-cs"/>
              </a:rPr>
              <a:t>vec</a:t>
            </a:r>
            <a:r>
              <a:rPr lang="es-CO" sz="1200" b="0" kern="1200" dirty="0">
                <a:solidFill>
                  <a:schemeClr val="tx1"/>
                </a:solidFill>
                <a:effectLst/>
                <a:latin typeface="+mn-lt"/>
                <a:ea typeface="+mn-ea"/>
                <a:cs typeface="+mn-cs"/>
              </a:rPr>
              <a:t>[i] = </a:t>
            </a:r>
            <a:r>
              <a:rPr lang="es-CO" sz="1200" b="0" kern="1200" dirty="0" err="1">
                <a:solidFill>
                  <a:schemeClr val="tx1"/>
                </a:solidFill>
                <a:effectLst/>
                <a:latin typeface="+mn-lt"/>
                <a:ea typeface="+mn-ea"/>
                <a:cs typeface="+mn-cs"/>
              </a:rPr>
              <a:t>aux</a:t>
            </a:r>
            <a:r>
              <a:rPr lang="es-CO" sz="1200" b="0" kern="1200" dirty="0">
                <a:solidFill>
                  <a:schemeClr val="tx1"/>
                </a:solidFill>
                <a:effectLst/>
                <a:latin typeface="+mn-lt"/>
                <a:ea typeface="+mn-ea"/>
                <a:cs typeface="+mn-cs"/>
              </a:rPr>
              <a:t>;</a:t>
            </a:r>
          </a:p>
          <a:p>
            <a:r>
              <a:rPr lang="es-CO" sz="1200" b="0" kern="1200" dirty="0">
                <a:solidFill>
                  <a:schemeClr val="tx1"/>
                </a:solidFill>
                <a:effectLst/>
                <a:latin typeface="+mn-lt"/>
                <a:ea typeface="+mn-ea"/>
                <a:cs typeface="+mn-cs"/>
              </a:rPr>
              <a:t>	}</a:t>
            </a:r>
          </a:p>
          <a:p>
            <a:endParaRPr lang="es-CO" sz="1200" b="0" kern="1200" dirty="0">
              <a:solidFill>
                <a:schemeClr val="tx1"/>
              </a:solidFill>
              <a:effectLst/>
              <a:latin typeface="+mn-lt"/>
              <a:ea typeface="+mn-ea"/>
              <a:cs typeface="+mn-cs"/>
            </a:endParaRPr>
          </a:p>
          <a:p>
            <a:r>
              <a:rPr lang="es-CO" sz="1200" b="0" kern="1200" dirty="0">
                <a:solidFill>
                  <a:schemeClr val="tx1"/>
                </a:solidFill>
                <a:effectLst/>
                <a:latin typeface="+mn-lt"/>
                <a:ea typeface="+mn-ea"/>
                <a:cs typeface="+mn-cs"/>
              </a:rPr>
              <a:t>	cout &lt;&lt; "\</a:t>
            </a:r>
            <a:r>
              <a:rPr lang="es-CO" sz="1200" b="0" kern="1200" dirty="0" err="1">
                <a:solidFill>
                  <a:schemeClr val="tx1"/>
                </a:solidFill>
                <a:effectLst/>
                <a:latin typeface="+mn-lt"/>
                <a:ea typeface="+mn-ea"/>
                <a:cs typeface="+mn-cs"/>
              </a:rPr>
              <a:t>nVector</a:t>
            </a:r>
            <a:r>
              <a:rPr lang="es-CO" sz="1200" b="0" kern="1200" dirty="0">
                <a:solidFill>
                  <a:schemeClr val="tx1"/>
                </a:solidFill>
                <a:effectLst/>
                <a:latin typeface="+mn-lt"/>
                <a:ea typeface="+mn-ea"/>
                <a:cs typeface="+mn-cs"/>
              </a:rPr>
              <a:t> ordenado </a:t>
            </a:r>
            <a:r>
              <a:rPr lang="es-CO" sz="1200" b="0" kern="1200" dirty="0" err="1">
                <a:solidFill>
                  <a:schemeClr val="tx1"/>
                </a:solidFill>
                <a:effectLst/>
                <a:latin typeface="+mn-lt"/>
                <a:ea typeface="+mn-ea"/>
                <a:cs typeface="+mn-cs"/>
              </a:rPr>
              <a:t>Seleccion</a:t>
            </a:r>
            <a:r>
              <a:rPr lang="es-CO" sz="1200" b="0" kern="1200" dirty="0">
                <a:solidFill>
                  <a:schemeClr val="tx1"/>
                </a:solidFill>
                <a:effectLst/>
                <a:latin typeface="+mn-lt"/>
                <a:ea typeface="+mn-ea"/>
                <a:cs typeface="+mn-cs"/>
              </a:rPr>
              <a:t> (optimizado)" &lt;&lt; </a:t>
            </a:r>
            <a:r>
              <a:rPr lang="es-CO" sz="1200" b="0" kern="1200" dirty="0" err="1">
                <a:solidFill>
                  <a:schemeClr val="tx1"/>
                </a:solidFill>
                <a:effectLst/>
                <a:latin typeface="+mn-lt"/>
                <a:ea typeface="+mn-ea"/>
                <a:cs typeface="+mn-cs"/>
              </a:rPr>
              <a:t>endl</a:t>
            </a:r>
            <a:r>
              <a:rPr lang="es-CO" sz="1200" b="0" kern="1200" dirty="0">
                <a:solidFill>
                  <a:schemeClr val="tx1"/>
                </a:solidFill>
                <a:effectLst/>
                <a:latin typeface="+mn-lt"/>
                <a:ea typeface="+mn-ea"/>
                <a:cs typeface="+mn-cs"/>
              </a:rPr>
              <a:t>;</a:t>
            </a:r>
          </a:p>
          <a:p>
            <a:r>
              <a:rPr lang="es-CO" sz="1200" b="0" kern="1200" dirty="0">
                <a:solidFill>
                  <a:schemeClr val="tx1"/>
                </a:solidFill>
                <a:effectLst/>
                <a:latin typeface="+mn-lt"/>
                <a:ea typeface="+mn-ea"/>
                <a:cs typeface="+mn-cs"/>
              </a:rPr>
              <a:t>	for (int i = 0; i &lt; n; i++) {</a:t>
            </a:r>
          </a:p>
          <a:p>
            <a:r>
              <a:rPr lang="es-CO" sz="1200" b="0" kern="1200" dirty="0">
                <a:solidFill>
                  <a:schemeClr val="tx1"/>
                </a:solidFill>
                <a:effectLst/>
                <a:latin typeface="+mn-lt"/>
                <a:ea typeface="+mn-ea"/>
                <a:cs typeface="+mn-cs"/>
              </a:rPr>
              <a:t>		cout &lt;&lt; </a:t>
            </a:r>
            <a:r>
              <a:rPr lang="es-CO" sz="1200" b="0" kern="1200" dirty="0" err="1">
                <a:solidFill>
                  <a:schemeClr val="tx1"/>
                </a:solidFill>
                <a:effectLst/>
                <a:latin typeface="+mn-lt"/>
                <a:ea typeface="+mn-ea"/>
                <a:cs typeface="+mn-cs"/>
              </a:rPr>
              <a:t>vec</a:t>
            </a:r>
            <a:r>
              <a:rPr lang="es-CO" sz="1200" b="0" kern="1200" dirty="0">
                <a:solidFill>
                  <a:schemeClr val="tx1"/>
                </a:solidFill>
                <a:effectLst/>
                <a:latin typeface="+mn-lt"/>
                <a:ea typeface="+mn-ea"/>
                <a:cs typeface="+mn-cs"/>
              </a:rPr>
              <a:t>[i] &lt;&lt; " ";</a:t>
            </a:r>
          </a:p>
          <a:p>
            <a:r>
              <a:rPr lang="es-CO" sz="1200" b="0" kern="1200" dirty="0">
                <a:solidFill>
                  <a:schemeClr val="tx1"/>
                </a:solidFill>
                <a:effectLst/>
                <a:latin typeface="+mn-lt"/>
                <a:ea typeface="+mn-ea"/>
                <a:cs typeface="+mn-cs"/>
              </a:rPr>
              <a:t>	}</a:t>
            </a:r>
          </a:p>
          <a:p>
            <a:r>
              <a:rPr lang="es-CO" sz="1200" b="0" kern="1200" dirty="0">
                <a:solidFill>
                  <a:schemeClr val="tx1"/>
                </a:solidFill>
                <a:effectLst/>
                <a:latin typeface="+mn-lt"/>
                <a:ea typeface="+mn-ea"/>
                <a:cs typeface="+mn-cs"/>
              </a:rPr>
              <a:t>	cout &lt;&lt; </a:t>
            </a:r>
            <a:r>
              <a:rPr lang="es-CO" sz="1200" b="0" kern="1200" dirty="0" err="1">
                <a:solidFill>
                  <a:schemeClr val="tx1"/>
                </a:solidFill>
                <a:effectLst/>
                <a:latin typeface="+mn-lt"/>
                <a:ea typeface="+mn-ea"/>
                <a:cs typeface="+mn-cs"/>
              </a:rPr>
              <a:t>endl</a:t>
            </a:r>
            <a:r>
              <a:rPr lang="es-CO" sz="1200" b="0" kern="1200" dirty="0">
                <a:solidFill>
                  <a:schemeClr val="tx1"/>
                </a:solidFill>
                <a:effectLst/>
                <a:latin typeface="+mn-lt"/>
                <a:ea typeface="+mn-ea"/>
                <a:cs typeface="+mn-cs"/>
              </a:rPr>
              <a:t>;</a:t>
            </a:r>
          </a:p>
          <a:p>
            <a:r>
              <a:rPr lang="es-CO" sz="1200" b="0" kern="1200" dirty="0">
                <a:solidFill>
                  <a:schemeClr val="tx1"/>
                </a:solidFill>
                <a:effectLst/>
                <a:latin typeface="+mn-lt"/>
                <a:ea typeface="+mn-ea"/>
                <a:cs typeface="+mn-cs"/>
              </a:rPr>
              <a:t>	return 0;</a:t>
            </a:r>
          </a:p>
          <a:p>
            <a:r>
              <a:rPr lang="es-CO" sz="1200" b="0" kern="1200" dirty="0">
                <a:solidFill>
                  <a:schemeClr val="tx1"/>
                </a:solidFill>
                <a:effectLst/>
                <a:latin typeface="+mn-lt"/>
                <a:ea typeface="+mn-ea"/>
                <a:cs typeface="+mn-cs"/>
              </a:rPr>
              <a:t>}</a:t>
            </a:r>
          </a:p>
        </p:txBody>
      </p:sp>
      <p:sp>
        <p:nvSpPr>
          <p:cNvPr id="4" name="Marcador de número de diapositiva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EBFF732-773A-4839-B774-230B46601DA8}" type="slidenum">
              <a:rPr kumimoji="0" lang="es-CO"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es-CO"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51703748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CO" sz="1200" b="1" kern="1200" dirty="0">
                <a:solidFill>
                  <a:schemeClr val="tx1"/>
                </a:solidFill>
                <a:effectLst/>
                <a:latin typeface="+mn-lt"/>
                <a:ea typeface="+mn-ea"/>
                <a:cs typeface="+mn-cs"/>
              </a:rPr>
              <a:t>/*CÓDIGO FUENTE*/</a:t>
            </a:r>
          </a:p>
          <a:p>
            <a:r>
              <a:rPr lang="es-CO" sz="1200" b="1" kern="1200" dirty="0">
                <a:solidFill>
                  <a:schemeClr val="tx1"/>
                </a:solidFill>
                <a:effectLst/>
                <a:latin typeface="+mn-lt"/>
                <a:ea typeface="+mn-ea"/>
                <a:cs typeface="+mn-cs"/>
              </a:rPr>
              <a:t>//ORDENAMIENTO INSERCIÓN (BARAJA)</a:t>
            </a:r>
          </a:p>
          <a:p>
            <a:r>
              <a:rPr lang="es-CO" sz="1200" b="0" kern="1200" dirty="0">
                <a:solidFill>
                  <a:schemeClr val="tx1"/>
                </a:solidFill>
                <a:effectLst/>
                <a:latin typeface="+mn-lt"/>
                <a:ea typeface="+mn-ea"/>
                <a:cs typeface="+mn-cs"/>
              </a:rPr>
              <a:t>#</a:t>
            </a:r>
            <a:r>
              <a:rPr lang="es-CO" sz="1200" b="0" kern="1200" dirty="0" err="1">
                <a:solidFill>
                  <a:schemeClr val="tx1"/>
                </a:solidFill>
                <a:effectLst/>
                <a:latin typeface="+mn-lt"/>
                <a:ea typeface="+mn-ea"/>
                <a:cs typeface="+mn-cs"/>
              </a:rPr>
              <a:t>include</a:t>
            </a:r>
            <a:r>
              <a:rPr lang="es-CO" sz="1200" b="0" kern="1200" dirty="0">
                <a:solidFill>
                  <a:schemeClr val="tx1"/>
                </a:solidFill>
                <a:effectLst/>
                <a:latin typeface="+mn-lt"/>
                <a:ea typeface="+mn-ea"/>
                <a:cs typeface="+mn-cs"/>
              </a:rPr>
              <a:t>&lt;iostream&gt;</a:t>
            </a:r>
          </a:p>
          <a:p>
            <a:r>
              <a:rPr lang="es-CO" sz="1200" b="0" kern="1200" dirty="0" err="1">
                <a:solidFill>
                  <a:schemeClr val="tx1"/>
                </a:solidFill>
                <a:effectLst/>
                <a:latin typeface="+mn-lt"/>
                <a:ea typeface="+mn-ea"/>
                <a:cs typeface="+mn-cs"/>
              </a:rPr>
              <a:t>using</a:t>
            </a:r>
            <a:r>
              <a:rPr lang="es-CO" sz="1200" b="0" kern="1200" dirty="0">
                <a:solidFill>
                  <a:schemeClr val="tx1"/>
                </a:solidFill>
                <a:effectLst/>
                <a:latin typeface="+mn-lt"/>
                <a:ea typeface="+mn-ea"/>
                <a:cs typeface="+mn-cs"/>
              </a:rPr>
              <a:t> </a:t>
            </a:r>
            <a:r>
              <a:rPr lang="es-CO" sz="1200" b="0" kern="1200" dirty="0" err="1">
                <a:solidFill>
                  <a:schemeClr val="tx1"/>
                </a:solidFill>
                <a:effectLst/>
                <a:latin typeface="+mn-lt"/>
                <a:ea typeface="+mn-ea"/>
                <a:cs typeface="+mn-cs"/>
              </a:rPr>
              <a:t>namespace</a:t>
            </a:r>
            <a:r>
              <a:rPr lang="es-CO" sz="1200" b="0" kern="1200" dirty="0">
                <a:solidFill>
                  <a:schemeClr val="tx1"/>
                </a:solidFill>
                <a:effectLst/>
                <a:latin typeface="+mn-lt"/>
                <a:ea typeface="+mn-ea"/>
                <a:cs typeface="+mn-cs"/>
              </a:rPr>
              <a:t> </a:t>
            </a:r>
            <a:r>
              <a:rPr lang="es-CO" sz="1200" b="0" kern="1200" dirty="0" err="1">
                <a:solidFill>
                  <a:schemeClr val="tx1"/>
                </a:solidFill>
                <a:effectLst/>
                <a:latin typeface="+mn-lt"/>
                <a:ea typeface="+mn-ea"/>
                <a:cs typeface="+mn-cs"/>
              </a:rPr>
              <a:t>std</a:t>
            </a:r>
            <a:r>
              <a:rPr lang="es-CO" sz="1200" b="0" kern="1200" dirty="0">
                <a:solidFill>
                  <a:schemeClr val="tx1"/>
                </a:solidFill>
                <a:effectLst/>
                <a:latin typeface="+mn-lt"/>
                <a:ea typeface="+mn-ea"/>
                <a:cs typeface="+mn-cs"/>
              </a:rPr>
              <a:t>;</a:t>
            </a:r>
          </a:p>
          <a:p>
            <a:r>
              <a:rPr lang="es-CO" sz="1200" b="0" kern="1200" dirty="0">
                <a:solidFill>
                  <a:schemeClr val="tx1"/>
                </a:solidFill>
                <a:effectLst/>
                <a:latin typeface="+mn-lt"/>
                <a:ea typeface="+mn-ea"/>
                <a:cs typeface="+mn-cs"/>
              </a:rPr>
              <a:t>int </a:t>
            </a:r>
            <a:r>
              <a:rPr lang="es-CO" sz="1200" b="0" kern="1200" dirty="0" err="1">
                <a:solidFill>
                  <a:schemeClr val="tx1"/>
                </a:solidFill>
                <a:effectLst/>
                <a:latin typeface="+mn-lt"/>
                <a:ea typeface="+mn-ea"/>
                <a:cs typeface="+mn-cs"/>
              </a:rPr>
              <a:t>main</a:t>
            </a:r>
            <a:r>
              <a:rPr lang="es-CO" sz="1200" b="0" kern="1200" dirty="0">
                <a:solidFill>
                  <a:schemeClr val="tx1"/>
                </a:solidFill>
                <a:effectLst/>
                <a:latin typeface="+mn-lt"/>
                <a:ea typeface="+mn-ea"/>
                <a:cs typeface="+mn-cs"/>
              </a:rPr>
              <a:t>() {</a:t>
            </a:r>
          </a:p>
          <a:p>
            <a:r>
              <a:rPr lang="es-CO" sz="1200" b="0" kern="1200" dirty="0">
                <a:solidFill>
                  <a:schemeClr val="tx1"/>
                </a:solidFill>
                <a:effectLst/>
                <a:latin typeface="+mn-lt"/>
                <a:ea typeface="+mn-ea"/>
                <a:cs typeface="+mn-cs"/>
              </a:rPr>
              <a:t>	int n;</a:t>
            </a:r>
          </a:p>
          <a:p>
            <a:r>
              <a:rPr lang="es-CO" sz="1200" b="0" kern="1200" dirty="0">
                <a:solidFill>
                  <a:schemeClr val="tx1"/>
                </a:solidFill>
                <a:effectLst/>
                <a:latin typeface="+mn-lt"/>
                <a:ea typeface="+mn-ea"/>
                <a:cs typeface="+mn-cs"/>
              </a:rPr>
              <a:t>	cout &lt;&lt; "Ingrese la </a:t>
            </a:r>
            <a:r>
              <a:rPr lang="es-CO" sz="1200" b="0" kern="1200" dirty="0" err="1">
                <a:solidFill>
                  <a:schemeClr val="tx1"/>
                </a:solidFill>
                <a:effectLst/>
                <a:latin typeface="+mn-lt"/>
                <a:ea typeface="+mn-ea"/>
                <a:cs typeface="+mn-cs"/>
              </a:rPr>
              <a:t>dimension</a:t>
            </a:r>
            <a:r>
              <a:rPr lang="es-CO" sz="1200" b="0" kern="1200" dirty="0">
                <a:solidFill>
                  <a:schemeClr val="tx1"/>
                </a:solidFill>
                <a:effectLst/>
                <a:latin typeface="+mn-lt"/>
                <a:ea typeface="+mn-ea"/>
                <a:cs typeface="+mn-cs"/>
              </a:rPr>
              <a:t>: ";</a:t>
            </a:r>
          </a:p>
          <a:p>
            <a:r>
              <a:rPr lang="es-CO" sz="1200" b="0" kern="1200" dirty="0">
                <a:solidFill>
                  <a:schemeClr val="tx1"/>
                </a:solidFill>
                <a:effectLst/>
                <a:latin typeface="+mn-lt"/>
                <a:ea typeface="+mn-ea"/>
                <a:cs typeface="+mn-cs"/>
              </a:rPr>
              <a:t>	cin &gt;&gt; n;</a:t>
            </a:r>
          </a:p>
          <a:p>
            <a:r>
              <a:rPr lang="es-CO" sz="1200" b="0" kern="1200" dirty="0">
                <a:solidFill>
                  <a:schemeClr val="tx1"/>
                </a:solidFill>
                <a:effectLst/>
                <a:latin typeface="+mn-lt"/>
                <a:ea typeface="+mn-ea"/>
                <a:cs typeface="+mn-cs"/>
              </a:rPr>
              <a:t>	int* </a:t>
            </a:r>
            <a:r>
              <a:rPr lang="es-CO" sz="1200" b="0" kern="1200" dirty="0" err="1">
                <a:solidFill>
                  <a:schemeClr val="tx1"/>
                </a:solidFill>
                <a:effectLst/>
                <a:latin typeface="+mn-lt"/>
                <a:ea typeface="+mn-ea"/>
                <a:cs typeface="+mn-cs"/>
              </a:rPr>
              <a:t>vec</a:t>
            </a:r>
            <a:r>
              <a:rPr lang="es-CO" sz="1200" b="0" kern="1200" dirty="0">
                <a:solidFill>
                  <a:schemeClr val="tx1"/>
                </a:solidFill>
                <a:effectLst/>
                <a:latin typeface="+mn-lt"/>
                <a:ea typeface="+mn-ea"/>
                <a:cs typeface="+mn-cs"/>
              </a:rPr>
              <a:t> = new int[n];</a:t>
            </a:r>
          </a:p>
          <a:p>
            <a:r>
              <a:rPr lang="es-CO" sz="1200" b="0" kern="1200" dirty="0">
                <a:solidFill>
                  <a:schemeClr val="tx1"/>
                </a:solidFill>
                <a:effectLst/>
                <a:latin typeface="+mn-lt"/>
                <a:ea typeface="+mn-ea"/>
                <a:cs typeface="+mn-cs"/>
              </a:rPr>
              <a:t>	for (int i = 0; i &lt; n; i++) {</a:t>
            </a:r>
          </a:p>
          <a:p>
            <a:r>
              <a:rPr lang="es-CO" sz="1200" b="0" kern="1200" dirty="0">
                <a:solidFill>
                  <a:schemeClr val="tx1"/>
                </a:solidFill>
                <a:effectLst/>
                <a:latin typeface="+mn-lt"/>
                <a:ea typeface="+mn-ea"/>
                <a:cs typeface="+mn-cs"/>
              </a:rPr>
              <a:t>		cout &lt;&lt; "Ingrese VEC[" &lt;&lt; i &lt;&lt; "]: ";</a:t>
            </a:r>
          </a:p>
          <a:p>
            <a:r>
              <a:rPr lang="es-CO" sz="1200" b="0" kern="1200" dirty="0">
                <a:solidFill>
                  <a:schemeClr val="tx1"/>
                </a:solidFill>
                <a:effectLst/>
                <a:latin typeface="+mn-lt"/>
                <a:ea typeface="+mn-ea"/>
                <a:cs typeface="+mn-cs"/>
              </a:rPr>
              <a:t>		cin &gt;&gt; </a:t>
            </a:r>
            <a:r>
              <a:rPr lang="es-CO" sz="1200" b="0" kern="1200" dirty="0" err="1">
                <a:solidFill>
                  <a:schemeClr val="tx1"/>
                </a:solidFill>
                <a:effectLst/>
                <a:latin typeface="+mn-lt"/>
                <a:ea typeface="+mn-ea"/>
                <a:cs typeface="+mn-cs"/>
              </a:rPr>
              <a:t>vec</a:t>
            </a:r>
            <a:r>
              <a:rPr lang="es-CO" sz="1200" b="0" kern="1200" dirty="0">
                <a:solidFill>
                  <a:schemeClr val="tx1"/>
                </a:solidFill>
                <a:effectLst/>
                <a:latin typeface="+mn-lt"/>
                <a:ea typeface="+mn-ea"/>
                <a:cs typeface="+mn-cs"/>
              </a:rPr>
              <a:t>[i];</a:t>
            </a:r>
          </a:p>
          <a:p>
            <a:r>
              <a:rPr lang="es-CO" sz="1200" b="0" kern="1200" dirty="0">
                <a:solidFill>
                  <a:schemeClr val="tx1"/>
                </a:solidFill>
                <a:effectLst/>
                <a:latin typeface="+mn-lt"/>
                <a:ea typeface="+mn-ea"/>
                <a:cs typeface="+mn-cs"/>
              </a:rPr>
              <a:t>	}</a:t>
            </a:r>
          </a:p>
          <a:p>
            <a:r>
              <a:rPr lang="es-CO" sz="1200" b="0" kern="1200" dirty="0">
                <a:solidFill>
                  <a:schemeClr val="tx1"/>
                </a:solidFill>
                <a:effectLst/>
                <a:latin typeface="+mn-lt"/>
                <a:ea typeface="+mn-ea"/>
                <a:cs typeface="+mn-cs"/>
              </a:rPr>
              <a:t>	for (int i = 0; i &lt; n; i++) {</a:t>
            </a:r>
          </a:p>
          <a:p>
            <a:r>
              <a:rPr lang="es-CO" sz="1200" b="0" kern="1200" dirty="0">
                <a:solidFill>
                  <a:schemeClr val="tx1"/>
                </a:solidFill>
                <a:effectLst/>
                <a:latin typeface="+mn-lt"/>
                <a:ea typeface="+mn-ea"/>
                <a:cs typeface="+mn-cs"/>
              </a:rPr>
              <a:t>		for (int j = i; j &gt; 0 &amp;&amp; </a:t>
            </a:r>
            <a:r>
              <a:rPr lang="es-CO" sz="1200" b="0" kern="1200" dirty="0" err="1">
                <a:solidFill>
                  <a:schemeClr val="tx1"/>
                </a:solidFill>
                <a:effectLst/>
                <a:latin typeface="+mn-lt"/>
                <a:ea typeface="+mn-ea"/>
                <a:cs typeface="+mn-cs"/>
              </a:rPr>
              <a:t>vec</a:t>
            </a:r>
            <a:r>
              <a:rPr lang="es-CO" sz="1200" b="0" kern="1200" dirty="0">
                <a:solidFill>
                  <a:schemeClr val="tx1"/>
                </a:solidFill>
                <a:effectLst/>
                <a:latin typeface="+mn-lt"/>
                <a:ea typeface="+mn-ea"/>
                <a:cs typeface="+mn-cs"/>
              </a:rPr>
              <a:t>[j] &lt; </a:t>
            </a:r>
            <a:r>
              <a:rPr lang="es-CO" sz="1200" b="0" kern="1200" dirty="0" err="1">
                <a:solidFill>
                  <a:schemeClr val="tx1"/>
                </a:solidFill>
                <a:effectLst/>
                <a:latin typeface="+mn-lt"/>
                <a:ea typeface="+mn-ea"/>
                <a:cs typeface="+mn-cs"/>
              </a:rPr>
              <a:t>vec</a:t>
            </a:r>
            <a:r>
              <a:rPr lang="es-CO" sz="1200" b="0" kern="1200" dirty="0">
                <a:solidFill>
                  <a:schemeClr val="tx1"/>
                </a:solidFill>
                <a:effectLst/>
                <a:latin typeface="+mn-lt"/>
                <a:ea typeface="+mn-ea"/>
                <a:cs typeface="+mn-cs"/>
              </a:rPr>
              <a:t>[j - 1]; j--) {</a:t>
            </a:r>
          </a:p>
          <a:p>
            <a:r>
              <a:rPr lang="es-CO" sz="1200" b="0" kern="1200" dirty="0">
                <a:solidFill>
                  <a:schemeClr val="tx1"/>
                </a:solidFill>
                <a:effectLst/>
                <a:latin typeface="+mn-lt"/>
                <a:ea typeface="+mn-ea"/>
                <a:cs typeface="+mn-cs"/>
              </a:rPr>
              <a:t>			int </a:t>
            </a:r>
            <a:r>
              <a:rPr lang="es-CO" sz="1200" b="0" kern="1200" dirty="0" err="1">
                <a:solidFill>
                  <a:schemeClr val="tx1"/>
                </a:solidFill>
                <a:effectLst/>
                <a:latin typeface="+mn-lt"/>
                <a:ea typeface="+mn-ea"/>
                <a:cs typeface="+mn-cs"/>
              </a:rPr>
              <a:t>aux</a:t>
            </a:r>
            <a:r>
              <a:rPr lang="es-CO" sz="1200" b="0" kern="1200" dirty="0">
                <a:solidFill>
                  <a:schemeClr val="tx1"/>
                </a:solidFill>
                <a:effectLst/>
                <a:latin typeface="+mn-lt"/>
                <a:ea typeface="+mn-ea"/>
                <a:cs typeface="+mn-cs"/>
              </a:rPr>
              <a:t> = </a:t>
            </a:r>
            <a:r>
              <a:rPr lang="es-CO" sz="1200" b="0" kern="1200" dirty="0" err="1">
                <a:solidFill>
                  <a:schemeClr val="tx1"/>
                </a:solidFill>
                <a:effectLst/>
                <a:latin typeface="+mn-lt"/>
                <a:ea typeface="+mn-ea"/>
                <a:cs typeface="+mn-cs"/>
              </a:rPr>
              <a:t>vec</a:t>
            </a:r>
            <a:r>
              <a:rPr lang="es-CO" sz="1200" b="0" kern="1200" dirty="0">
                <a:solidFill>
                  <a:schemeClr val="tx1"/>
                </a:solidFill>
                <a:effectLst/>
                <a:latin typeface="+mn-lt"/>
                <a:ea typeface="+mn-ea"/>
                <a:cs typeface="+mn-cs"/>
              </a:rPr>
              <a:t>[j - 1];</a:t>
            </a:r>
          </a:p>
          <a:p>
            <a:r>
              <a:rPr lang="es-CO" sz="1200" b="0" kern="1200" dirty="0">
                <a:solidFill>
                  <a:schemeClr val="tx1"/>
                </a:solidFill>
                <a:effectLst/>
                <a:latin typeface="+mn-lt"/>
                <a:ea typeface="+mn-ea"/>
                <a:cs typeface="+mn-cs"/>
              </a:rPr>
              <a:t>			</a:t>
            </a:r>
            <a:r>
              <a:rPr lang="es-CO" sz="1200" b="0" kern="1200" dirty="0" err="1">
                <a:solidFill>
                  <a:schemeClr val="tx1"/>
                </a:solidFill>
                <a:effectLst/>
                <a:latin typeface="+mn-lt"/>
                <a:ea typeface="+mn-ea"/>
                <a:cs typeface="+mn-cs"/>
              </a:rPr>
              <a:t>vec</a:t>
            </a:r>
            <a:r>
              <a:rPr lang="es-CO" sz="1200" b="0" kern="1200" dirty="0">
                <a:solidFill>
                  <a:schemeClr val="tx1"/>
                </a:solidFill>
                <a:effectLst/>
                <a:latin typeface="+mn-lt"/>
                <a:ea typeface="+mn-ea"/>
                <a:cs typeface="+mn-cs"/>
              </a:rPr>
              <a:t>[j - 1] = </a:t>
            </a:r>
            <a:r>
              <a:rPr lang="es-CO" sz="1200" b="0" kern="1200" dirty="0" err="1">
                <a:solidFill>
                  <a:schemeClr val="tx1"/>
                </a:solidFill>
                <a:effectLst/>
                <a:latin typeface="+mn-lt"/>
                <a:ea typeface="+mn-ea"/>
                <a:cs typeface="+mn-cs"/>
              </a:rPr>
              <a:t>vec</a:t>
            </a:r>
            <a:r>
              <a:rPr lang="es-CO" sz="1200" b="0" kern="1200" dirty="0">
                <a:solidFill>
                  <a:schemeClr val="tx1"/>
                </a:solidFill>
                <a:effectLst/>
                <a:latin typeface="+mn-lt"/>
                <a:ea typeface="+mn-ea"/>
                <a:cs typeface="+mn-cs"/>
              </a:rPr>
              <a:t>[j];</a:t>
            </a:r>
          </a:p>
          <a:p>
            <a:r>
              <a:rPr lang="es-CO" sz="1200" b="0" kern="1200" dirty="0">
                <a:solidFill>
                  <a:schemeClr val="tx1"/>
                </a:solidFill>
                <a:effectLst/>
                <a:latin typeface="+mn-lt"/>
                <a:ea typeface="+mn-ea"/>
                <a:cs typeface="+mn-cs"/>
              </a:rPr>
              <a:t>			</a:t>
            </a:r>
            <a:r>
              <a:rPr lang="es-CO" sz="1200" b="0" kern="1200" dirty="0" err="1">
                <a:solidFill>
                  <a:schemeClr val="tx1"/>
                </a:solidFill>
                <a:effectLst/>
                <a:latin typeface="+mn-lt"/>
                <a:ea typeface="+mn-ea"/>
                <a:cs typeface="+mn-cs"/>
              </a:rPr>
              <a:t>vec</a:t>
            </a:r>
            <a:r>
              <a:rPr lang="es-CO" sz="1200" b="0" kern="1200" dirty="0">
                <a:solidFill>
                  <a:schemeClr val="tx1"/>
                </a:solidFill>
                <a:effectLst/>
                <a:latin typeface="+mn-lt"/>
                <a:ea typeface="+mn-ea"/>
                <a:cs typeface="+mn-cs"/>
              </a:rPr>
              <a:t>[j] = </a:t>
            </a:r>
            <a:r>
              <a:rPr lang="es-CO" sz="1200" b="0" kern="1200" dirty="0" err="1">
                <a:solidFill>
                  <a:schemeClr val="tx1"/>
                </a:solidFill>
                <a:effectLst/>
                <a:latin typeface="+mn-lt"/>
                <a:ea typeface="+mn-ea"/>
                <a:cs typeface="+mn-cs"/>
              </a:rPr>
              <a:t>aux</a:t>
            </a:r>
            <a:r>
              <a:rPr lang="es-CO" sz="1200" b="0" kern="1200" dirty="0">
                <a:solidFill>
                  <a:schemeClr val="tx1"/>
                </a:solidFill>
                <a:effectLst/>
                <a:latin typeface="+mn-lt"/>
                <a:ea typeface="+mn-ea"/>
                <a:cs typeface="+mn-cs"/>
              </a:rPr>
              <a:t>;</a:t>
            </a:r>
          </a:p>
          <a:p>
            <a:r>
              <a:rPr lang="es-CO" sz="1200" b="0" kern="1200" dirty="0">
                <a:solidFill>
                  <a:schemeClr val="tx1"/>
                </a:solidFill>
                <a:effectLst/>
                <a:latin typeface="+mn-lt"/>
                <a:ea typeface="+mn-ea"/>
                <a:cs typeface="+mn-cs"/>
              </a:rPr>
              <a:t>		}</a:t>
            </a:r>
          </a:p>
          <a:p>
            <a:r>
              <a:rPr lang="es-CO" sz="1200" b="0" kern="1200" dirty="0">
                <a:solidFill>
                  <a:schemeClr val="tx1"/>
                </a:solidFill>
                <a:effectLst/>
                <a:latin typeface="+mn-lt"/>
                <a:ea typeface="+mn-ea"/>
                <a:cs typeface="+mn-cs"/>
              </a:rPr>
              <a:t>	}</a:t>
            </a:r>
          </a:p>
          <a:p>
            <a:r>
              <a:rPr lang="es-CO" sz="1200" b="0" kern="1200" dirty="0">
                <a:solidFill>
                  <a:schemeClr val="tx1"/>
                </a:solidFill>
                <a:effectLst/>
                <a:latin typeface="+mn-lt"/>
                <a:ea typeface="+mn-ea"/>
                <a:cs typeface="+mn-cs"/>
              </a:rPr>
              <a:t>	cout &lt;&lt; "\</a:t>
            </a:r>
            <a:r>
              <a:rPr lang="es-CO" sz="1200" b="0" kern="1200" dirty="0" err="1">
                <a:solidFill>
                  <a:schemeClr val="tx1"/>
                </a:solidFill>
                <a:effectLst/>
                <a:latin typeface="+mn-lt"/>
                <a:ea typeface="+mn-ea"/>
                <a:cs typeface="+mn-cs"/>
              </a:rPr>
              <a:t>nVector</a:t>
            </a:r>
            <a:r>
              <a:rPr lang="es-CO" sz="1200" b="0" kern="1200" dirty="0">
                <a:solidFill>
                  <a:schemeClr val="tx1"/>
                </a:solidFill>
                <a:effectLst/>
                <a:latin typeface="+mn-lt"/>
                <a:ea typeface="+mn-ea"/>
                <a:cs typeface="+mn-cs"/>
              </a:rPr>
              <a:t> ordenado Insercion (Baraja)" &lt;&lt; </a:t>
            </a:r>
            <a:r>
              <a:rPr lang="es-CO" sz="1200" b="0" kern="1200" dirty="0" err="1">
                <a:solidFill>
                  <a:schemeClr val="tx1"/>
                </a:solidFill>
                <a:effectLst/>
                <a:latin typeface="+mn-lt"/>
                <a:ea typeface="+mn-ea"/>
                <a:cs typeface="+mn-cs"/>
              </a:rPr>
              <a:t>endl</a:t>
            </a:r>
            <a:r>
              <a:rPr lang="es-CO" sz="1200" b="0" kern="1200" dirty="0">
                <a:solidFill>
                  <a:schemeClr val="tx1"/>
                </a:solidFill>
                <a:effectLst/>
                <a:latin typeface="+mn-lt"/>
                <a:ea typeface="+mn-ea"/>
                <a:cs typeface="+mn-cs"/>
              </a:rPr>
              <a:t>;</a:t>
            </a:r>
          </a:p>
          <a:p>
            <a:r>
              <a:rPr lang="es-CO" sz="1200" b="0" kern="1200" dirty="0">
                <a:solidFill>
                  <a:schemeClr val="tx1"/>
                </a:solidFill>
                <a:effectLst/>
                <a:latin typeface="+mn-lt"/>
                <a:ea typeface="+mn-ea"/>
                <a:cs typeface="+mn-cs"/>
              </a:rPr>
              <a:t>	for (int i = 0; i &lt; n; i++) {</a:t>
            </a:r>
          </a:p>
          <a:p>
            <a:r>
              <a:rPr lang="es-CO" sz="1200" b="0" kern="1200" dirty="0">
                <a:solidFill>
                  <a:schemeClr val="tx1"/>
                </a:solidFill>
                <a:effectLst/>
                <a:latin typeface="+mn-lt"/>
                <a:ea typeface="+mn-ea"/>
                <a:cs typeface="+mn-cs"/>
              </a:rPr>
              <a:t>		cout &lt;&lt; </a:t>
            </a:r>
            <a:r>
              <a:rPr lang="es-CO" sz="1200" b="0" kern="1200" dirty="0" err="1">
                <a:solidFill>
                  <a:schemeClr val="tx1"/>
                </a:solidFill>
                <a:effectLst/>
                <a:latin typeface="+mn-lt"/>
                <a:ea typeface="+mn-ea"/>
                <a:cs typeface="+mn-cs"/>
              </a:rPr>
              <a:t>vec</a:t>
            </a:r>
            <a:r>
              <a:rPr lang="es-CO" sz="1200" b="0" kern="1200" dirty="0">
                <a:solidFill>
                  <a:schemeClr val="tx1"/>
                </a:solidFill>
                <a:effectLst/>
                <a:latin typeface="+mn-lt"/>
                <a:ea typeface="+mn-ea"/>
                <a:cs typeface="+mn-cs"/>
              </a:rPr>
              <a:t>[i] &lt;&lt; " ";</a:t>
            </a:r>
          </a:p>
          <a:p>
            <a:r>
              <a:rPr lang="es-CO" sz="1200" b="0" kern="1200" dirty="0">
                <a:solidFill>
                  <a:schemeClr val="tx1"/>
                </a:solidFill>
                <a:effectLst/>
                <a:latin typeface="+mn-lt"/>
                <a:ea typeface="+mn-ea"/>
                <a:cs typeface="+mn-cs"/>
              </a:rPr>
              <a:t>	}</a:t>
            </a:r>
          </a:p>
          <a:p>
            <a:r>
              <a:rPr lang="es-CO" sz="1200" b="0" kern="1200" dirty="0">
                <a:solidFill>
                  <a:schemeClr val="tx1"/>
                </a:solidFill>
                <a:effectLst/>
                <a:latin typeface="+mn-lt"/>
                <a:ea typeface="+mn-ea"/>
                <a:cs typeface="+mn-cs"/>
              </a:rPr>
              <a:t>	cout &lt;&lt; </a:t>
            </a:r>
            <a:r>
              <a:rPr lang="es-CO" sz="1200" b="0" kern="1200" dirty="0" err="1">
                <a:solidFill>
                  <a:schemeClr val="tx1"/>
                </a:solidFill>
                <a:effectLst/>
                <a:latin typeface="+mn-lt"/>
                <a:ea typeface="+mn-ea"/>
                <a:cs typeface="+mn-cs"/>
              </a:rPr>
              <a:t>endl</a:t>
            </a:r>
            <a:r>
              <a:rPr lang="es-CO" sz="1200" b="0" kern="1200" dirty="0">
                <a:solidFill>
                  <a:schemeClr val="tx1"/>
                </a:solidFill>
                <a:effectLst/>
                <a:latin typeface="+mn-lt"/>
                <a:ea typeface="+mn-ea"/>
                <a:cs typeface="+mn-cs"/>
              </a:rPr>
              <a:t>;</a:t>
            </a:r>
          </a:p>
          <a:p>
            <a:r>
              <a:rPr lang="es-CO" sz="1200" b="0" kern="1200" dirty="0">
                <a:solidFill>
                  <a:schemeClr val="tx1"/>
                </a:solidFill>
                <a:effectLst/>
                <a:latin typeface="+mn-lt"/>
                <a:ea typeface="+mn-ea"/>
                <a:cs typeface="+mn-cs"/>
              </a:rPr>
              <a:t>	return 0;</a:t>
            </a:r>
          </a:p>
          <a:p>
            <a:r>
              <a:rPr lang="es-CO" sz="1200" b="0" kern="1200" dirty="0">
                <a:solidFill>
                  <a:schemeClr val="tx1"/>
                </a:solidFill>
                <a:effectLst/>
                <a:latin typeface="+mn-lt"/>
                <a:ea typeface="+mn-ea"/>
                <a:cs typeface="+mn-cs"/>
              </a:rPr>
              <a:t>}</a:t>
            </a:r>
          </a:p>
        </p:txBody>
      </p:sp>
      <p:sp>
        <p:nvSpPr>
          <p:cNvPr id="4" name="Marcador de número de diapositiva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EBFF732-773A-4839-B774-230B46601DA8}" type="slidenum">
              <a:rPr kumimoji="0" lang="es-CO"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es-CO"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49873091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CO" sz="1200" b="1" kern="1200" dirty="0">
                <a:solidFill>
                  <a:schemeClr val="tx1"/>
                </a:solidFill>
                <a:effectLst/>
                <a:latin typeface="+mn-lt"/>
                <a:ea typeface="+mn-ea"/>
                <a:cs typeface="+mn-cs"/>
              </a:rPr>
              <a:t>/*CÓDIGO FUENTE*/</a:t>
            </a:r>
          </a:p>
          <a:p>
            <a:r>
              <a:rPr lang="es-CO" sz="1200" b="0" kern="1200" dirty="0">
                <a:solidFill>
                  <a:schemeClr val="tx1"/>
                </a:solidFill>
                <a:effectLst/>
                <a:latin typeface="+mn-lt"/>
                <a:ea typeface="+mn-ea"/>
                <a:cs typeface="+mn-cs"/>
              </a:rPr>
              <a:t>/*Hacer un programa que permita inicializar un vector </a:t>
            </a:r>
          </a:p>
          <a:p>
            <a:r>
              <a:rPr lang="es-CO" sz="1200" b="0" kern="1200" dirty="0">
                <a:solidFill>
                  <a:schemeClr val="tx1"/>
                </a:solidFill>
                <a:effectLst/>
                <a:latin typeface="+mn-lt"/>
                <a:ea typeface="+mn-ea"/>
                <a:cs typeface="+mn-cs"/>
              </a:rPr>
              <a:t>  entero de 5 posiciones ordenarlo de forma ascendente </a:t>
            </a:r>
          </a:p>
          <a:p>
            <a:r>
              <a:rPr lang="es-CO" sz="1200" b="0" kern="1200" dirty="0">
                <a:solidFill>
                  <a:schemeClr val="tx1"/>
                </a:solidFill>
                <a:effectLst/>
                <a:latin typeface="+mn-lt"/>
                <a:ea typeface="+mn-ea"/>
                <a:cs typeface="+mn-cs"/>
              </a:rPr>
              <a:t>  usando método de burbuja.*/</a:t>
            </a:r>
          </a:p>
          <a:p>
            <a:r>
              <a:rPr lang="es-CO" sz="1200" b="0" kern="1200" dirty="0">
                <a:solidFill>
                  <a:schemeClr val="tx1"/>
                </a:solidFill>
                <a:effectLst/>
                <a:latin typeface="+mn-lt"/>
                <a:ea typeface="+mn-ea"/>
                <a:cs typeface="+mn-cs"/>
              </a:rPr>
              <a:t>#</a:t>
            </a:r>
            <a:r>
              <a:rPr lang="es-CO" sz="1200" b="0" kern="1200" dirty="0" err="1">
                <a:solidFill>
                  <a:schemeClr val="tx1"/>
                </a:solidFill>
                <a:effectLst/>
                <a:latin typeface="+mn-lt"/>
                <a:ea typeface="+mn-ea"/>
                <a:cs typeface="+mn-cs"/>
              </a:rPr>
              <a:t>include</a:t>
            </a:r>
            <a:r>
              <a:rPr lang="es-CO" sz="1200" b="0" kern="1200" dirty="0">
                <a:solidFill>
                  <a:schemeClr val="tx1"/>
                </a:solidFill>
                <a:effectLst/>
                <a:latin typeface="+mn-lt"/>
                <a:ea typeface="+mn-ea"/>
                <a:cs typeface="+mn-cs"/>
              </a:rPr>
              <a:t> &lt;iostream&gt;</a:t>
            </a:r>
          </a:p>
          <a:p>
            <a:r>
              <a:rPr lang="es-CO" sz="1200" b="0" kern="1200" dirty="0" err="1">
                <a:solidFill>
                  <a:schemeClr val="tx1"/>
                </a:solidFill>
                <a:effectLst/>
                <a:latin typeface="+mn-lt"/>
                <a:ea typeface="+mn-ea"/>
                <a:cs typeface="+mn-cs"/>
              </a:rPr>
              <a:t>using</a:t>
            </a:r>
            <a:r>
              <a:rPr lang="es-CO" sz="1200" b="0" kern="1200" dirty="0">
                <a:solidFill>
                  <a:schemeClr val="tx1"/>
                </a:solidFill>
                <a:effectLst/>
                <a:latin typeface="+mn-lt"/>
                <a:ea typeface="+mn-ea"/>
                <a:cs typeface="+mn-cs"/>
              </a:rPr>
              <a:t> namespace </a:t>
            </a:r>
            <a:r>
              <a:rPr lang="es-CO" sz="1200" b="0" kern="1200" dirty="0" err="1">
                <a:solidFill>
                  <a:schemeClr val="tx1"/>
                </a:solidFill>
                <a:effectLst/>
                <a:latin typeface="+mn-lt"/>
                <a:ea typeface="+mn-ea"/>
                <a:cs typeface="+mn-cs"/>
              </a:rPr>
              <a:t>std</a:t>
            </a:r>
            <a:r>
              <a:rPr lang="es-CO" sz="1200" b="0" kern="1200" dirty="0">
                <a:solidFill>
                  <a:schemeClr val="tx1"/>
                </a:solidFill>
                <a:effectLst/>
                <a:latin typeface="+mn-lt"/>
                <a:ea typeface="+mn-ea"/>
                <a:cs typeface="+mn-cs"/>
              </a:rPr>
              <a:t>;</a:t>
            </a:r>
          </a:p>
          <a:p>
            <a:r>
              <a:rPr lang="es-CO" sz="1200" b="0" kern="1200" dirty="0">
                <a:solidFill>
                  <a:schemeClr val="tx1"/>
                </a:solidFill>
                <a:effectLst/>
                <a:latin typeface="+mn-lt"/>
                <a:ea typeface="+mn-ea"/>
                <a:cs typeface="+mn-cs"/>
              </a:rPr>
              <a:t>int </a:t>
            </a:r>
            <a:r>
              <a:rPr lang="es-CO" sz="1200" b="0" kern="1200" dirty="0" err="1">
                <a:solidFill>
                  <a:schemeClr val="tx1"/>
                </a:solidFill>
                <a:effectLst/>
                <a:latin typeface="+mn-lt"/>
                <a:ea typeface="+mn-ea"/>
                <a:cs typeface="+mn-cs"/>
              </a:rPr>
              <a:t>main</a:t>
            </a:r>
            <a:r>
              <a:rPr lang="es-CO" sz="1200" b="0" kern="1200" dirty="0">
                <a:solidFill>
                  <a:schemeClr val="tx1"/>
                </a:solidFill>
                <a:effectLst/>
                <a:latin typeface="+mn-lt"/>
                <a:ea typeface="+mn-ea"/>
                <a:cs typeface="+mn-cs"/>
              </a:rPr>
              <a:t>() {</a:t>
            </a:r>
          </a:p>
          <a:p>
            <a:r>
              <a:rPr lang="es-CO" sz="1200" b="0" kern="1200" dirty="0">
                <a:solidFill>
                  <a:schemeClr val="tx1"/>
                </a:solidFill>
                <a:effectLst/>
                <a:latin typeface="+mn-lt"/>
                <a:ea typeface="+mn-ea"/>
                <a:cs typeface="+mn-cs"/>
              </a:rPr>
              <a:t>	int </a:t>
            </a:r>
            <a:r>
              <a:rPr lang="es-CO" sz="1200" b="0" kern="1200" dirty="0" err="1">
                <a:solidFill>
                  <a:schemeClr val="tx1"/>
                </a:solidFill>
                <a:effectLst/>
                <a:latin typeface="+mn-lt"/>
                <a:ea typeface="+mn-ea"/>
                <a:cs typeface="+mn-cs"/>
              </a:rPr>
              <a:t>num</a:t>
            </a:r>
            <a:r>
              <a:rPr lang="es-CO" sz="1200" b="0" kern="1200" dirty="0">
                <a:solidFill>
                  <a:schemeClr val="tx1"/>
                </a:solidFill>
                <a:effectLst/>
                <a:latin typeface="+mn-lt"/>
                <a:ea typeface="+mn-ea"/>
                <a:cs typeface="+mn-cs"/>
              </a:rPr>
              <a:t>[5]={23,45,67,28,79};</a:t>
            </a:r>
          </a:p>
          <a:p>
            <a:r>
              <a:rPr lang="es-CO" sz="1200" b="0" kern="1200" dirty="0">
                <a:solidFill>
                  <a:schemeClr val="tx1"/>
                </a:solidFill>
                <a:effectLst/>
                <a:latin typeface="+mn-lt"/>
                <a:ea typeface="+mn-ea"/>
                <a:cs typeface="+mn-cs"/>
              </a:rPr>
              <a:t>	int p, k, aux;	</a:t>
            </a:r>
          </a:p>
          <a:p>
            <a:r>
              <a:rPr lang="es-CO" sz="1200" b="0" kern="1200" dirty="0">
                <a:solidFill>
                  <a:schemeClr val="tx1"/>
                </a:solidFill>
                <a:effectLst/>
                <a:latin typeface="+mn-lt"/>
                <a:ea typeface="+mn-ea"/>
                <a:cs typeface="+mn-cs"/>
              </a:rPr>
              <a:t>	for (k=0; k&lt;4; k++)	{</a:t>
            </a:r>
          </a:p>
          <a:p>
            <a:r>
              <a:rPr lang="es-CO" sz="1200" b="0" kern="1200" dirty="0">
                <a:solidFill>
                  <a:schemeClr val="tx1"/>
                </a:solidFill>
                <a:effectLst/>
                <a:latin typeface="+mn-lt"/>
                <a:ea typeface="+mn-ea"/>
                <a:cs typeface="+mn-cs"/>
              </a:rPr>
              <a:t>		for (p=0; p&lt;4; p++) {</a:t>
            </a:r>
          </a:p>
          <a:p>
            <a:r>
              <a:rPr lang="es-CO" sz="1200" b="0" kern="1200" dirty="0">
                <a:solidFill>
                  <a:schemeClr val="tx1"/>
                </a:solidFill>
                <a:effectLst/>
                <a:latin typeface="+mn-lt"/>
                <a:ea typeface="+mn-ea"/>
                <a:cs typeface="+mn-cs"/>
              </a:rPr>
              <a:t>			</a:t>
            </a:r>
            <a:r>
              <a:rPr lang="es-CO" sz="1200" b="0" kern="1200" dirty="0" err="1">
                <a:solidFill>
                  <a:schemeClr val="tx1"/>
                </a:solidFill>
                <a:effectLst/>
                <a:latin typeface="+mn-lt"/>
                <a:ea typeface="+mn-ea"/>
                <a:cs typeface="+mn-cs"/>
              </a:rPr>
              <a:t>if</a:t>
            </a:r>
            <a:r>
              <a:rPr lang="es-CO" sz="1200" b="0" kern="1200" dirty="0">
                <a:solidFill>
                  <a:schemeClr val="tx1"/>
                </a:solidFill>
                <a:effectLst/>
                <a:latin typeface="+mn-lt"/>
                <a:ea typeface="+mn-ea"/>
                <a:cs typeface="+mn-cs"/>
              </a:rPr>
              <a:t> (</a:t>
            </a:r>
            <a:r>
              <a:rPr lang="es-CO" sz="1200" b="0" kern="1200" dirty="0" err="1">
                <a:solidFill>
                  <a:schemeClr val="tx1"/>
                </a:solidFill>
                <a:effectLst/>
                <a:latin typeface="+mn-lt"/>
                <a:ea typeface="+mn-ea"/>
                <a:cs typeface="+mn-cs"/>
              </a:rPr>
              <a:t>num</a:t>
            </a:r>
            <a:r>
              <a:rPr lang="es-CO" sz="1200" b="0" kern="1200" dirty="0">
                <a:solidFill>
                  <a:schemeClr val="tx1"/>
                </a:solidFill>
                <a:effectLst/>
                <a:latin typeface="+mn-lt"/>
                <a:ea typeface="+mn-ea"/>
                <a:cs typeface="+mn-cs"/>
              </a:rPr>
              <a:t>[p] &gt; </a:t>
            </a:r>
            <a:r>
              <a:rPr lang="es-CO" sz="1200" b="0" kern="1200" dirty="0" err="1">
                <a:solidFill>
                  <a:schemeClr val="tx1"/>
                </a:solidFill>
                <a:effectLst/>
                <a:latin typeface="+mn-lt"/>
                <a:ea typeface="+mn-ea"/>
                <a:cs typeface="+mn-cs"/>
              </a:rPr>
              <a:t>num</a:t>
            </a:r>
            <a:r>
              <a:rPr lang="es-CO" sz="1200" b="0" kern="1200" dirty="0">
                <a:solidFill>
                  <a:schemeClr val="tx1"/>
                </a:solidFill>
                <a:effectLst/>
                <a:latin typeface="+mn-lt"/>
                <a:ea typeface="+mn-ea"/>
                <a:cs typeface="+mn-cs"/>
              </a:rPr>
              <a:t>[p+1]) {</a:t>
            </a:r>
          </a:p>
          <a:p>
            <a:r>
              <a:rPr lang="es-CO" sz="1200" b="0" kern="1200" dirty="0">
                <a:solidFill>
                  <a:schemeClr val="tx1"/>
                </a:solidFill>
                <a:effectLst/>
                <a:latin typeface="+mn-lt"/>
                <a:ea typeface="+mn-ea"/>
                <a:cs typeface="+mn-cs"/>
              </a:rPr>
              <a:t>				aux = </a:t>
            </a:r>
            <a:r>
              <a:rPr lang="es-CO" sz="1200" b="0" kern="1200" dirty="0" err="1">
                <a:solidFill>
                  <a:schemeClr val="tx1"/>
                </a:solidFill>
                <a:effectLst/>
                <a:latin typeface="+mn-lt"/>
                <a:ea typeface="+mn-ea"/>
                <a:cs typeface="+mn-cs"/>
              </a:rPr>
              <a:t>num</a:t>
            </a:r>
            <a:r>
              <a:rPr lang="es-CO" sz="1200" b="0" kern="1200" dirty="0">
                <a:solidFill>
                  <a:schemeClr val="tx1"/>
                </a:solidFill>
                <a:effectLst/>
                <a:latin typeface="+mn-lt"/>
                <a:ea typeface="+mn-ea"/>
                <a:cs typeface="+mn-cs"/>
              </a:rPr>
              <a:t>[p];</a:t>
            </a:r>
          </a:p>
          <a:p>
            <a:r>
              <a:rPr lang="es-CO" sz="1200" b="0" kern="1200" dirty="0">
                <a:solidFill>
                  <a:schemeClr val="tx1"/>
                </a:solidFill>
                <a:effectLst/>
                <a:latin typeface="+mn-lt"/>
                <a:ea typeface="+mn-ea"/>
                <a:cs typeface="+mn-cs"/>
              </a:rPr>
              <a:t>				</a:t>
            </a:r>
            <a:r>
              <a:rPr lang="es-CO" sz="1200" b="0" kern="1200" dirty="0" err="1">
                <a:solidFill>
                  <a:schemeClr val="tx1"/>
                </a:solidFill>
                <a:effectLst/>
                <a:latin typeface="+mn-lt"/>
                <a:ea typeface="+mn-ea"/>
                <a:cs typeface="+mn-cs"/>
              </a:rPr>
              <a:t>num</a:t>
            </a:r>
            <a:r>
              <a:rPr lang="es-CO" sz="1200" b="0" kern="1200" dirty="0">
                <a:solidFill>
                  <a:schemeClr val="tx1"/>
                </a:solidFill>
                <a:effectLst/>
                <a:latin typeface="+mn-lt"/>
                <a:ea typeface="+mn-ea"/>
                <a:cs typeface="+mn-cs"/>
              </a:rPr>
              <a:t>[p] = </a:t>
            </a:r>
            <a:r>
              <a:rPr lang="es-CO" sz="1200" b="0" kern="1200" dirty="0" err="1">
                <a:solidFill>
                  <a:schemeClr val="tx1"/>
                </a:solidFill>
                <a:effectLst/>
                <a:latin typeface="+mn-lt"/>
                <a:ea typeface="+mn-ea"/>
                <a:cs typeface="+mn-cs"/>
              </a:rPr>
              <a:t>num</a:t>
            </a:r>
            <a:r>
              <a:rPr lang="es-CO" sz="1200" b="0" kern="1200" dirty="0">
                <a:solidFill>
                  <a:schemeClr val="tx1"/>
                </a:solidFill>
                <a:effectLst/>
                <a:latin typeface="+mn-lt"/>
                <a:ea typeface="+mn-ea"/>
                <a:cs typeface="+mn-cs"/>
              </a:rPr>
              <a:t>[p+1];</a:t>
            </a:r>
          </a:p>
          <a:p>
            <a:r>
              <a:rPr lang="es-CO" sz="1200" b="0" kern="1200" dirty="0">
                <a:solidFill>
                  <a:schemeClr val="tx1"/>
                </a:solidFill>
                <a:effectLst/>
                <a:latin typeface="+mn-lt"/>
                <a:ea typeface="+mn-ea"/>
                <a:cs typeface="+mn-cs"/>
              </a:rPr>
              <a:t>				</a:t>
            </a:r>
            <a:r>
              <a:rPr lang="es-CO" sz="1200" b="0" kern="1200" dirty="0" err="1">
                <a:solidFill>
                  <a:schemeClr val="tx1"/>
                </a:solidFill>
                <a:effectLst/>
                <a:latin typeface="+mn-lt"/>
                <a:ea typeface="+mn-ea"/>
                <a:cs typeface="+mn-cs"/>
              </a:rPr>
              <a:t>num</a:t>
            </a:r>
            <a:r>
              <a:rPr lang="es-CO" sz="1200" b="0" kern="1200" dirty="0">
                <a:solidFill>
                  <a:schemeClr val="tx1"/>
                </a:solidFill>
                <a:effectLst/>
                <a:latin typeface="+mn-lt"/>
                <a:ea typeface="+mn-ea"/>
                <a:cs typeface="+mn-cs"/>
              </a:rPr>
              <a:t>[p+1] = aux;</a:t>
            </a:r>
          </a:p>
          <a:p>
            <a:r>
              <a:rPr lang="es-CO" sz="1200" b="0" kern="1200" dirty="0">
                <a:solidFill>
                  <a:schemeClr val="tx1"/>
                </a:solidFill>
                <a:effectLst/>
                <a:latin typeface="+mn-lt"/>
                <a:ea typeface="+mn-ea"/>
                <a:cs typeface="+mn-cs"/>
              </a:rPr>
              <a:t>			}</a:t>
            </a:r>
          </a:p>
          <a:p>
            <a:r>
              <a:rPr lang="es-CO" sz="1200" b="0" kern="1200" dirty="0">
                <a:solidFill>
                  <a:schemeClr val="tx1"/>
                </a:solidFill>
                <a:effectLst/>
                <a:latin typeface="+mn-lt"/>
                <a:ea typeface="+mn-ea"/>
                <a:cs typeface="+mn-cs"/>
              </a:rPr>
              <a:t>		}</a:t>
            </a:r>
          </a:p>
          <a:p>
            <a:r>
              <a:rPr lang="es-CO" sz="1200" b="0" kern="1200" dirty="0">
                <a:solidFill>
                  <a:schemeClr val="tx1"/>
                </a:solidFill>
                <a:effectLst/>
                <a:latin typeface="+mn-lt"/>
                <a:ea typeface="+mn-ea"/>
                <a:cs typeface="+mn-cs"/>
              </a:rPr>
              <a:t>	}</a:t>
            </a:r>
          </a:p>
          <a:p>
            <a:r>
              <a:rPr lang="es-CO" sz="1200" b="0" kern="1200" dirty="0">
                <a:solidFill>
                  <a:schemeClr val="tx1"/>
                </a:solidFill>
                <a:effectLst/>
                <a:latin typeface="+mn-lt"/>
                <a:ea typeface="+mn-ea"/>
                <a:cs typeface="+mn-cs"/>
              </a:rPr>
              <a:t>	</a:t>
            </a:r>
            <a:r>
              <a:rPr lang="es-CO" sz="1200" b="0" kern="1200" dirty="0" err="1">
                <a:solidFill>
                  <a:schemeClr val="tx1"/>
                </a:solidFill>
                <a:effectLst/>
                <a:latin typeface="+mn-lt"/>
                <a:ea typeface="+mn-ea"/>
                <a:cs typeface="+mn-cs"/>
              </a:rPr>
              <a:t>cout</a:t>
            </a:r>
            <a:r>
              <a:rPr lang="es-CO" sz="1200" b="0" kern="1200" dirty="0">
                <a:solidFill>
                  <a:schemeClr val="tx1"/>
                </a:solidFill>
                <a:effectLst/>
                <a:latin typeface="+mn-lt"/>
                <a:ea typeface="+mn-ea"/>
                <a:cs typeface="+mn-cs"/>
              </a:rPr>
              <a:t>&lt;&lt;"Vector ordenado ascendente"&lt;&lt;</a:t>
            </a:r>
            <a:r>
              <a:rPr lang="es-CO" sz="1200" b="0" kern="1200" dirty="0" err="1">
                <a:solidFill>
                  <a:schemeClr val="tx1"/>
                </a:solidFill>
                <a:effectLst/>
                <a:latin typeface="+mn-lt"/>
                <a:ea typeface="+mn-ea"/>
                <a:cs typeface="+mn-cs"/>
              </a:rPr>
              <a:t>endl</a:t>
            </a:r>
            <a:r>
              <a:rPr lang="es-CO" sz="1200" b="0" kern="1200" dirty="0">
                <a:solidFill>
                  <a:schemeClr val="tx1"/>
                </a:solidFill>
                <a:effectLst/>
                <a:latin typeface="+mn-lt"/>
                <a:ea typeface="+mn-ea"/>
                <a:cs typeface="+mn-cs"/>
              </a:rPr>
              <a:t>;</a:t>
            </a:r>
          </a:p>
          <a:p>
            <a:r>
              <a:rPr lang="es-CO" sz="1200" b="0" kern="1200" dirty="0">
                <a:solidFill>
                  <a:schemeClr val="tx1"/>
                </a:solidFill>
                <a:effectLst/>
                <a:latin typeface="+mn-lt"/>
                <a:ea typeface="+mn-ea"/>
                <a:cs typeface="+mn-cs"/>
              </a:rPr>
              <a:t>	for (p=0; p&lt;5; p++)</a:t>
            </a:r>
          </a:p>
          <a:p>
            <a:r>
              <a:rPr lang="es-CO" sz="1200" b="0" kern="1200" dirty="0">
                <a:solidFill>
                  <a:schemeClr val="tx1"/>
                </a:solidFill>
                <a:effectLst/>
                <a:latin typeface="+mn-lt"/>
                <a:ea typeface="+mn-ea"/>
                <a:cs typeface="+mn-cs"/>
              </a:rPr>
              <a:t>		</a:t>
            </a:r>
            <a:r>
              <a:rPr lang="es-CO" sz="1200" b="0" kern="1200" dirty="0" err="1">
                <a:solidFill>
                  <a:schemeClr val="tx1"/>
                </a:solidFill>
                <a:effectLst/>
                <a:latin typeface="+mn-lt"/>
                <a:ea typeface="+mn-ea"/>
                <a:cs typeface="+mn-cs"/>
              </a:rPr>
              <a:t>cout</a:t>
            </a:r>
            <a:r>
              <a:rPr lang="es-CO" sz="1200" b="0" kern="1200" dirty="0">
                <a:solidFill>
                  <a:schemeClr val="tx1"/>
                </a:solidFill>
                <a:effectLst/>
                <a:latin typeface="+mn-lt"/>
                <a:ea typeface="+mn-ea"/>
                <a:cs typeface="+mn-cs"/>
              </a:rPr>
              <a:t>&lt;&lt;"Vector["&lt;&lt;p&lt;&lt;"]="&lt;&lt;</a:t>
            </a:r>
            <a:r>
              <a:rPr lang="es-CO" sz="1200" b="0" kern="1200" dirty="0" err="1">
                <a:solidFill>
                  <a:schemeClr val="tx1"/>
                </a:solidFill>
                <a:effectLst/>
                <a:latin typeface="+mn-lt"/>
                <a:ea typeface="+mn-ea"/>
                <a:cs typeface="+mn-cs"/>
              </a:rPr>
              <a:t>num</a:t>
            </a:r>
            <a:r>
              <a:rPr lang="es-CO" sz="1200" b="0" kern="1200" dirty="0">
                <a:solidFill>
                  <a:schemeClr val="tx1"/>
                </a:solidFill>
                <a:effectLst/>
                <a:latin typeface="+mn-lt"/>
                <a:ea typeface="+mn-ea"/>
                <a:cs typeface="+mn-cs"/>
              </a:rPr>
              <a:t>[p]&lt;&lt;</a:t>
            </a:r>
            <a:r>
              <a:rPr lang="es-CO" sz="1200" b="0" kern="1200" dirty="0" err="1">
                <a:solidFill>
                  <a:schemeClr val="tx1"/>
                </a:solidFill>
                <a:effectLst/>
                <a:latin typeface="+mn-lt"/>
                <a:ea typeface="+mn-ea"/>
                <a:cs typeface="+mn-cs"/>
              </a:rPr>
              <a:t>endl</a:t>
            </a:r>
            <a:r>
              <a:rPr lang="es-CO" sz="1200" b="0" kern="1200" dirty="0">
                <a:solidFill>
                  <a:schemeClr val="tx1"/>
                </a:solidFill>
                <a:effectLst/>
                <a:latin typeface="+mn-lt"/>
                <a:ea typeface="+mn-ea"/>
                <a:cs typeface="+mn-cs"/>
              </a:rPr>
              <a:t>;	</a:t>
            </a:r>
          </a:p>
          <a:p>
            <a:r>
              <a:rPr lang="es-CO" sz="1200" b="0" kern="1200" dirty="0">
                <a:solidFill>
                  <a:schemeClr val="tx1"/>
                </a:solidFill>
                <a:effectLst/>
                <a:latin typeface="+mn-lt"/>
                <a:ea typeface="+mn-ea"/>
                <a:cs typeface="+mn-cs"/>
              </a:rPr>
              <a:t>}</a:t>
            </a:r>
          </a:p>
        </p:txBody>
      </p:sp>
      <p:sp>
        <p:nvSpPr>
          <p:cNvPr id="4" name="Marcador de número de diapositiva 3"/>
          <p:cNvSpPr>
            <a:spLocks noGrp="1"/>
          </p:cNvSpPr>
          <p:nvPr>
            <p:ph type="sldNum" sz="quarter" idx="5"/>
          </p:nvPr>
        </p:nvSpPr>
        <p:spPr/>
        <p:txBody>
          <a:bodyPr/>
          <a:lstStyle/>
          <a:p>
            <a:fld id="{6EBFF732-773A-4839-B774-230B46601DA8}" type="slidenum">
              <a:rPr lang="es-CO" smtClean="0"/>
              <a:t>21</a:t>
            </a:fld>
            <a:endParaRPr lang="es-CO"/>
          </a:p>
        </p:txBody>
      </p:sp>
    </p:spTree>
    <p:extLst>
      <p:ext uri="{BB962C8B-B14F-4D97-AF65-F5344CB8AC3E}">
        <p14:creationId xmlns:p14="http://schemas.microsoft.com/office/powerpoint/2010/main" val="16356293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CO" sz="1200" b="1" kern="1200" dirty="0">
                <a:solidFill>
                  <a:schemeClr val="tx1"/>
                </a:solidFill>
                <a:effectLst/>
                <a:latin typeface="+mn-lt"/>
                <a:ea typeface="+mn-ea"/>
                <a:cs typeface="+mn-cs"/>
              </a:rPr>
              <a:t>/*CÓDIGO FUENTE*/</a:t>
            </a:r>
          </a:p>
          <a:p>
            <a:r>
              <a:rPr lang="es-CO" sz="1200" b="0" kern="1200" dirty="0">
                <a:solidFill>
                  <a:schemeClr val="tx1"/>
                </a:solidFill>
                <a:effectLst/>
                <a:latin typeface="+mn-lt"/>
                <a:ea typeface="+mn-ea"/>
                <a:cs typeface="+mn-cs"/>
              </a:rPr>
              <a:t>/*Hacer un programa que permita inicializar un </a:t>
            </a:r>
          </a:p>
          <a:p>
            <a:r>
              <a:rPr lang="es-CO" sz="1200" b="0" kern="1200" dirty="0">
                <a:solidFill>
                  <a:schemeClr val="tx1"/>
                </a:solidFill>
                <a:effectLst/>
                <a:latin typeface="+mn-lt"/>
                <a:ea typeface="+mn-ea"/>
                <a:cs typeface="+mn-cs"/>
              </a:rPr>
              <a:t>vector entero de 5 posiciones ordenarlo de forma </a:t>
            </a:r>
          </a:p>
          <a:p>
            <a:r>
              <a:rPr lang="es-CO" sz="1200" b="0" kern="1200" dirty="0">
                <a:solidFill>
                  <a:schemeClr val="tx1"/>
                </a:solidFill>
                <a:effectLst/>
                <a:latin typeface="+mn-lt"/>
                <a:ea typeface="+mn-ea"/>
                <a:cs typeface="+mn-cs"/>
              </a:rPr>
              <a:t>descendente usando método de selección.*/</a:t>
            </a:r>
          </a:p>
          <a:p>
            <a:r>
              <a:rPr lang="es-CO" sz="1200" b="0" kern="1200" dirty="0">
                <a:solidFill>
                  <a:schemeClr val="tx1"/>
                </a:solidFill>
                <a:effectLst/>
                <a:latin typeface="+mn-lt"/>
                <a:ea typeface="+mn-ea"/>
                <a:cs typeface="+mn-cs"/>
              </a:rPr>
              <a:t>#</a:t>
            </a:r>
            <a:r>
              <a:rPr lang="es-CO" sz="1200" b="0" kern="1200" dirty="0" err="1">
                <a:solidFill>
                  <a:schemeClr val="tx1"/>
                </a:solidFill>
                <a:effectLst/>
                <a:latin typeface="+mn-lt"/>
                <a:ea typeface="+mn-ea"/>
                <a:cs typeface="+mn-cs"/>
              </a:rPr>
              <a:t>include</a:t>
            </a:r>
            <a:r>
              <a:rPr lang="es-CO" sz="1200" b="0" kern="1200" dirty="0">
                <a:solidFill>
                  <a:schemeClr val="tx1"/>
                </a:solidFill>
                <a:effectLst/>
                <a:latin typeface="+mn-lt"/>
                <a:ea typeface="+mn-ea"/>
                <a:cs typeface="+mn-cs"/>
              </a:rPr>
              <a:t> &lt;iostream&gt;</a:t>
            </a:r>
          </a:p>
          <a:p>
            <a:r>
              <a:rPr lang="es-CO" sz="1200" b="0" kern="1200" dirty="0" err="1">
                <a:solidFill>
                  <a:schemeClr val="tx1"/>
                </a:solidFill>
                <a:effectLst/>
                <a:latin typeface="+mn-lt"/>
                <a:ea typeface="+mn-ea"/>
                <a:cs typeface="+mn-cs"/>
              </a:rPr>
              <a:t>using</a:t>
            </a:r>
            <a:r>
              <a:rPr lang="es-CO" sz="1200" b="0" kern="1200" dirty="0">
                <a:solidFill>
                  <a:schemeClr val="tx1"/>
                </a:solidFill>
                <a:effectLst/>
                <a:latin typeface="+mn-lt"/>
                <a:ea typeface="+mn-ea"/>
                <a:cs typeface="+mn-cs"/>
              </a:rPr>
              <a:t> namespace </a:t>
            </a:r>
            <a:r>
              <a:rPr lang="es-CO" sz="1200" b="0" kern="1200" dirty="0" err="1">
                <a:solidFill>
                  <a:schemeClr val="tx1"/>
                </a:solidFill>
                <a:effectLst/>
                <a:latin typeface="+mn-lt"/>
                <a:ea typeface="+mn-ea"/>
                <a:cs typeface="+mn-cs"/>
              </a:rPr>
              <a:t>std</a:t>
            </a:r>
            <a:r>
              <a:rPr lang="es-CO" sz="1200" b="0" kern="1200" dirty="0">
                <a:solidFill>
                  <a:schemeClr val="tx1"/>
                </a:solidFill>
                <a:effectLst/>
                <a:latin typeface="+mn-lt"/>
                <a:ea typeface="+mn-ea"/>
                <a:cs typeface="+mn-cs"/>
              </a:rPr>
              <a:t>;</a:t>
            </a:r>
          </a:p>
          <a:p>
            <a:r>
              <a:rPr lang="es-CO" sz="1200" b="0" kern="1200" dirty="0">
                <a:solidFill>
                  <a:schemeClr val="tx1"/>
                </a:solidFill>
                <a:effectLst/>
                <a:latin typeface="+mn-lt"/>
                <a:ea typeface="+mn-ea"/>
                <a:cs typeface="+mn-cs"/>
              </a:rPr>
              <a:t>int </a:t>
            </a:r>
            <a:r>
              <a:rPr lang="es-CO" sz="1200" b="0" kern="1200" dirty="0" err="1">
                <a:solidFill>
                  <a:schemeClr val="tx1"/>
                </a:solidFill>
                <a:effectLst/>
                <a:latin typeface="+mn-lt"/>
                <a:ea typeface="+mn-ea"/>
                <a:cs typeface="+mn-cs"/>
              </a:rPr>
              <a:t>main</a:t>
            </a:r>
            <a:r>
              <a:rPr lang="es-CO" sz="1200" b="0" kern="1200" dirty="0">
                <a:solidFill>
                  <a:schemeClr val="tx1"/>
                </a:solidFill>
                <a:effectLst/>
                <a:latin typeface="+mn-lt"/>
                <a:ea typeface="+mn-ea"/>
                <a:cs typeface="+mn-cs"/>
              </a:rPr>
              <a:t>() {</a:t>
            </a:r>
          </a:p>
          <a:p>
            <a:r>
              <a:rPr lang="es-CO" sz="1200" b="0" kern="1200" dirty="0">
                <a:solidFill>
                  <a:schemeClr val="tx1"/>
                </a:solidFill>
                <a:effectLst/>
                <a:latin typeface="+mn-lt"/>
                <a:ea typeface="+mn-ea"/>
                <a:cs typeface="+mn-cs"/>
              </a:rPr>
              <a:t>  int </a:t>
            </a:r>
            <a:r>
              <a:rPr lang="es-CO" sz="1200" b="0" kern="1200" dirty="0" err="1">
                <a:solidFill>
                  <a:schemeClr val="tx1"/>
                </a:solidFill>
                <a:effectLst/>
                <a:latin typeface="+mn-lt"/>
                <a:ea typeface="+mn-ea"/>
                <a:cs typeface="+mn-cs"/>
              </a:rPr>
              <a:t>num</a:t>
            </a:r>
            <a:r>
              <a:rPr lang="es-CO" sz="1200" b="0" kern="1200" dirty="0">
                <a:solidFill>
                  <a:schemeClr val="tx1"/>
                </a:solidFill>
                <a:effectLst/>
                <a:latin typeface="+mn-lt"/>
                <a:ea typeface="+mn-ea"/>
                <a:cs typeface="+mn-cs"/>
              </a:rPr>
              <a:t>[5]={23,45,67,28,79};</a:t>
            </a:r>
          </a:p>
          <a:p>
            <a:r>
              <a:rPr lang="es-CO" sz="1200" b="0" kern="1200" dirty="0">
                <a:solidFill>
                  <a:schemeClr val="tx1"/>
                </a:solidFill>
                <a:effectLst/>
                <a:latin typeface="+mn-lt"/>
                <a:ea typeface="+mn-ea"/>
                <a:cs typeface="+mn-cs"/>
              </a:rPr>
              <a:t>  int p, k, aux;  </a:t>
            </a:r>
          </a:p>
          <a:p>
            <a:r>
              <a:rPr lang="es-CO" sz="1200" b="0" kern="1200" dirty="0">
                <a:solidFill>
                  <a:schemeClr val="tx1"/>
                </a:solidFill>
                <a:effectLst/>
                <a:latin typeface="+mn-lt"/>
                <a:ea typeface="+mn-ea"/>
                <a:cs typeface="+mn-cs"/>
              </a:rPr>
              <a:t>  for (k=0; k&lt;4; k++) {</a:t>
            </a:r>
          </a:p>
          <a:p>
            <a:r>
              <a:rPr lang="es-CO" sz="1200" b="0" kern="1200" dirty="0">
                <a:solidFill>
                  <a:schemeClr val="tx1"/>
                </a:solidFill>
                <a:effectLst/>
                <a:latin typeface="+mn-lt"/>
                <a:ea typeface="+mn-ea"/>
                <a:cs typeface="+mn-cs"/>
              </a:rPr>
              <a:t>    for (p=k+1; p&lt;5; p++) {</a:t>
            </a:r>
          </a:p>
          <a:p>
            <a:r>
              <a:rPr lang="es-CO" sz="1200" b="0" kern="1200" dirty="0">
                <a:solidFill>
                  <a:schemeClr val="tx1"/>
                </a:solidFill>
                <a:effectLst/>
                <a:latin typeface="+mn-lt"/>
                <a:ea typeface="+mn-ea"/>
                <a:cs typeface="+mn-cs"/>
              </a:rPr>
              <a:t>      </a:t>
            </a:r>
            <a:r>
              <a:rPr lang="es-CO" sz="1200" b="0" kern="1200" dirty="0" err="1">
                <a:solidFill>
                  <a:schemeClr val="tx1"/>
                </a:solidFill>
                <a:effectLst/>
                <a:latin typeface="+mn-lt"/>
                <a:ea typeface="+mn-ea"/>
                <a:cs typeface="+mn-cs"/>
              </a:rPr>
              <a:t>if</a:t>
            </a:r>
            <a:r>
              <a:rPr lang="es-CO" sz="1200" b="0" kern="1200" dirty="0">
                <a:solidFill>
                  <a:schemeClr val="tx1"/>
                </a:solidFill>
                <a:effectLst/>
                <a:latin typeface="+mn-lt"/>
                <a:ea typeface="+mn-ea"/>
                <a:cs typeface="+mn-cs"/>
              </a:rPr>
              <a:t> (</a:t>
            </a:r>
            <a:r>
              <a:rPr lang="es-CO" sz="1200" b="0" kern="1200" dirty="0" err="1">
                <a:solidFill>
                  <a:schemeClr val="tx1"/>
                </a:solidFill>
                <a:effectLst/>
                <a:latin typeface="+mn-lt"/>
                <a:ea typeface="+mn-ea"/>
                <a:cs typeface="+mn-cs"/>
              </a:rPr>
              <a:t>num</a:t>
            </a:r>
            <a:r>
              <a:rPr lang="es-CO" sz="1200" b="0" kern="1200" dirty="0">
                <a:solidFill>
                  <a:schemeClr val="tx1"/>
                </a:solidFill>
                <a:effectLst/>
                <a:latin typeface="+mn-lt"/>
                <a:ea typeface="+mn-ea"/>
                <a:cs typeface="+mn-cs"/>
              </a:rPr>
              <a:t>[k] &lt; </a:t>
            </a:r>
            <a:r>
              <a:rPr lang="es-CO" sz="1200" b="0" kern="1200" dirty="0" err="1">
                <a:solidFill>
                  <a:schemeClr val="tx1"/>
                </a:solidFill>
                <a:effectLst/>
                <a:latin typeface="+mn-lt"/>
                <a:ea typeface="+mn-ea"/>
                <a:cs typeface="+mn-cs"/>
              </a:rPr>
              <a:t>num</a:t>
            </a:r>
            <a:r>
              <a:rPr lang="es-CO" sz="1200" b="0" kern="1200" dirty="0">
                <a:solidFill>
                  <a:schemeClr val="tx1"/>
                </a:solidFill>
                <a:effectLst/>
                <a:latin typeface="+mn-lt"/>
                <a:ea typeface="+mn-ea"/>
                <a:cs typeface="+mn-cs"/>
              </a:rPr>
              <a:t>[p]) {</a:t>
            </a:r>
          </a:p>
          <a:p>
            <a:r>
              <a:rPr lang="es-CO" sz="1200" b="0" kern="1200" dirty="0">
                <a:solidFill>
                  <a:schemeClr val="tx1"/>
                </a:solidFill>
                <a:effectLst/>
                <a:latin typeface="+mn-lt"/>
                <a:ea typeface="+mn-ea"/>
                <a:cs typeface="+mn-cs"/>
              </a:rPr>
              <a:t>        aux = </a:t>
            </a:r>
            <a:r>
              <a:rPr lang="es-CO" sz="1200" b="0" kern="1200" dirty="0" err="1">
                <a:solidFill>
                  <a:schemeClr val="tx1"/>
                </a:solidFill>
                <a:effectLst/>
                <a:latin typeface="+mn-lt"/>
                <a:ea typeface="+mn-ea"/>
                <a:cs typeface="+mn-cs"/>
              </a:rPr>
              <a:t>num</a:t>
            </a:r>
            <a:r>
              <a:rPr lang="es-CO" sz="1200" b="0" kern="1200" dirty="0">
                <a:solidFill>
                  <a:schemeClr val="tx1"/>
                </a:solidFill>
                <a:effectLst/>
                <a:latin typeface="+mn-lt"/>
                <a:ea typeface="+mn-ea"/>
                <a:cs typeface="+mn-cs"/>
              </a:rPr>
              <a:t>[k];</a:t>
            </a:r>
          </a:p>
          <a:p>
            <a:r>
              <a:rPr lang="es-CO" sz="1200" b="0" kern="1200" dirty="0">
                <a:solidFill>
                  <a:schemeClr val="tx1"/>
                </a:solidFill>
                <a:effectLst/>
                <a:latin typeface="+mn-lt"/>
                <a:ea typeface="+mn-ea"/>
                <a:cs typeface="+mn-cs"/>
              </a:rPr>
              <a:t>        </a:t>
            </a:r>
            <a:r>
              <a:rPr lang="es-CO" sz="1200" b="0" kern="1200" dirty="0" err="1">
                <a:solidFill>
                  <a:schemeClr val="tx1"/>
                </a:solidFill>
                <a:effectLst/>
                <a:latin typeface="+mn-lt"/>
                <a:ea typeface="+mn-ea"/>
                <a:cs typeface="+mn-cs"/>
              </a:rPr>
              <a:t>num</a:t>
            </a:r>
            <a:r>
              <a:rPr lang="es-CO" sz="1200" b="0" kern="1200" dirty="0">
                <a:solidFill>
                  <a:schemeClr val="tx1"/>
                </a:solidFill>
                <a:effectLst/>
                <a:latin typeface="+mn-lt"/>
                <a:ea typeface="+mn-ea"/>
                <a:cs typeface="+mn-cs"/>
              </a:rPr>
              <a:t>[k] = </a:t>
            </a:r>
            <a:r>
              <a:rPr lang="es-CO" sz="1200" b="0" kern="1200" dirty="0" err="1">
                <a:solidFill>
                  <a:schemeClr val="tx1"/>
                </a:solidFill>
                <a:effectLst/>
                <a:latin typeface="+mn-lt"/>
                <a:ea typeface="+mn-ea"/>
                <a:cs typeface="+mn-cs"/>
              </a:rPr>
              <a:t>num</a:t>
            </a:r>
            <a:r>
              <a:rPr lang="es-CO" sz="1200" b="0" kern="1200" dirty="0">
                <a:solidFill>
                  <a:schemeClr val="tx1"/>
                </a:solidFill>
                <a:effectLst/>
                <a:latin typeface="+mn-lt"/>
                <a:ea typeface="+mn-ea"/>
                <a:cs typeface="+mn-cs"/>
              </a:rPr>
              <a:t>[p];</a:t>
            </a:r>
          </a:p>
          <a:p>
            <a:r>
              <a:rPr lang="es-CO" sz="1200" b="0" kern="1200" dirty="0">
                <a:solidFill>
                  <a:schemeClr val="tx1"/>
                </a:solidFill>
                <a:effectLst/>
                <a:latin typeface="+mn-lt"/>
                <a:ea typeface="+mn-ea"/>
                <a:cs typeface="+mn-cs"/>
              </a:rPr>
              <a:t>        </a:t>
            </a:r>
            <a:r>
              <a:rPr lang="es-CO" sz="1200" b="0" kern="1200" dirty="0" err="1">
                <a:solidFill>
                  <a:schemeClr val="tx1"/>
                </a:solidFill>
                <a:effectLst/>
                <a:latin typeface="+mn-lt"/>
                <a:ea typeface="+mn-ea"/>
                <a:cs typeface="+mn-cs"/>
              </a:rPr>
              <a:t>num</a:t>
            </a:r>
            <a:r>
              <a:rPr lang="es-CO" sz="1200" b="0" kern="1200" dirty="0">
                <a:solidFill>
                  <a:schemeClr val="tx1"/>
                </a:solidFill>
                <a:effectLst/>
                <a:latin typeface="+mn-lt"/>
                <a:ea typeface="+mn-ea"/>
                <a:cs typeface="+mn-cs"/>
              </a:rPr>
              <a:t>[p] = aux;</a:t>
            </a:r>
          </a:p>
          <a:p>
            <a:r>
              <a:rPr lang="es-CO" sz="1200" b="0" kern="1200" dirty="0">
                <a:solidFill>
                  <a:schemeClr val="tx1"/>
                </a:solidFill>
                <a:effectLst/>
                <a:latin typeface="+mn-lt"/>
                <a:ea typeface="+mn-ea"/>
                <a:cs typeface="+mn-cs"/>
              </a:rPr>
              <a:t>      }</a:t>
            </a:r>
          </a:p>
          <a:p>
            <a:r>
              <a:rPr lang="es-CO" sz="1200" b="0" kern="1200" dirty="0">
                <a:solidFill>
                  <a:schemeClr val="tx1"/>
                </a:solidFill>
                <a:effectLst/>
                <a:latin typeface="+mn-lt"/>
                <a:ea typeface="+mn-ea"/>
                <a:cs typeface="+mn-cs"/>
              </a:rPr>
              <a:t>    }</a:t>
            </a:r>
          </a:p>
          <a:p>
            <a:r>
              <a:rPr lang="es-CO" sz="1200" b="0" kern="1200" dirty="0">
                <a:solidFill>
                  <a:schemeClr val="tx1"/>
                </a:solidFill>
                <a:effectLst/>
                <a:latin typeface="+mn-lt"/>
                <a:ea typeface="+mn-ea"/>
                <a:cs typeface="+mn-cs"/>
              </a:rPr>
              <a:t>  }</a:t>
            </a:r>
          </a:p>
          <a:p>
            <a:r>
              <a:rPr lang="es-CO" sz="1200" b="0" kern="1200" dirty="0">
                <a:solidFill>
                  <a:schemeClr val="tx1"/>
                </a:solidFill>
                <a:effectLst/>
                <a:latin typeface="+mn-lt"/>
                <a:ea typeface="+mn-ea"/>
                <a:cs typeface="+mn-cs"/>
              </a:rPr>
              <a:t>  </a:t>
            </a:r>
            <a:r>
              <a:rPr lang="es-CO" sz="1200" b="0" kern="1200" dirty="0" err="1">
                <a:solidFill>
                  <a:schemeClr val="tx1"/>
                </a:solidFill>
                <a:effectLst/>
                <a:latin typeface="+mn-lt"/>
                <a:ea typeface="+mn-ea"/>
                <a:cs typeface="+mn-cs"/>
              </a:rPr>
              <a:t>cout</a:t>
            </a:r>
            <a:r>
              <a:rPr lang="es-CO" sz="1200" b="0" kern="1200" dirty="0">
                <a:solidFill>
                  <a:schemeClr val="tx1"/>
                </a:solidFill>
                <a:effectLst/>
                <a:latin typeface="+mn-lt"/>
                <a:ea typeface="+mn-ea"/>
                <a:cs typeface="+mn-cs"/>
              </a:rPr>
              <a:t>&lt;&lt;"Vector ordenado descendente"&lt;&lt;</a:t>
            </a:r>
            <a:r>
              <a:rPr lang="es-CO" sz="1200" b="0" kern="1200" dirty="0" err="1">
                <a:solidFill>
                  <a:schemeClr val="tx1"/>
                </a:solidFill>
                <a:effectLst/>
                <a:latin typeface="+mn-lt"/>
                <a:ea typeface="+mn-ea"/>
                <a:cs typeface="+mn-cs"/>
              </a:rPr>
              <a:t>endl</a:t>
            </a:r>
            <a:r>
              <a:rPr lang="es-CO" sz="1200" b="0" kern="1200" dirty="0">
                <a:solidFill>
                  <a:schemeClr val="tx1"/>
                </a:solidFill>
                <a:effectLst/>
                <a:latin typeface="+mn-lt"/>
                <a:ea typeface="+mn-ea"/>
                <a:cs typeface="+mn-cs"/>
              </a:rPr>
              <a:t>;</a:t>
            </a:r>
          </a:p>
          <a:p>
            <a:r>
              <a:rPr lang="es-CO" sz="1200" b="0" kern="1200" dirty="0">
                <a:solidFill>
                  <a:schemeClr val="tx1"/>
                </a:solidFill>
                <a:effectLst/>
                <a:latin typeface="+mn-lt"/>
                <a:ea typeface="+mn-ea"/>
                <a:cs typeface="+mn-cs"/>
              </a:rPr>
              <a:t>  for (p=0; p&lt;5; p++)</a:t>
            </a:r>
          </a:p>
          <a:p>
            <a:r>
              <a:rPr lang="es-CO" sz="1200" b="0" kern="1200" dirty="0">
                <a:solidFill>
                  <a:schemeClr val="tx1"/>
                </a:solidFill>
                <a:effectLst/>
                <a:latin typeface="+mn-lt"/>
                <a:ea typeface="+mn-ea"/>
                <a:cs typeface="+mn-cs"/>
              </a:rPr>
              <a:t>    </a:t>
            </a:r>
            <a:r>
              <a:rPr lang="es-CO" sz="1200" b="0" kern="1200" dirty="0" err="1">
                <a:solidFill>
                  <a:schemeClr val="tx1"/>
                </a:solidFill>
                <a:effectLst/>
                <a:latin typeface="+mn-lt"/>
                <a:ea typeface="+mn-ea"/>
                <a:cs typeface="+mn-cs"/>
              </a:rPr>
              <a:t>cout</a:t>
            </a:r>
            <a:r>
              <a:rPr lang="es-CO" sz="1200" b="0" kern="1200" dirty="0">
                <a:solidFill>
                  <a:schemeClr val="tx1"/>
                </a:solidFill>
                <a:effectLst/>
                <a:latin typeface="+mn-lt"/>
                <a:ea typeface="+mn-ea"/>
                <a:cs typeface="+mn-cs"/>
              </a:rPr>
              <a:t>&lt;&lt;"Vector["&lt;&lt;p&lt;&lt;"]="&lt;&lt;</a:t>
            </a:r>
            <a:r>
              <a:rPr lang="es-CO" sz="1200" b="0" kern="1200" dirty="0" err="1">
                <a:solidFill>
                  <a:schemeClr val="tx1"/>
                </a:solidFill>
                <a:effectLst/>
                <a:latin typeface="+mn-lt"/>
                <a:ea typeface="+mn-ea"/>
                <a:cs typeface="+mn-cs"/>
              </a:rPr>
              <a:t>num</a:t>
            </a:r>
            <a:r>
              <a:rPr lang="es-CO" sz="1200" b="0" kern="1200" dirty="0">
                <a:solidFill>
                  <a:schemeClr val="tx1"/>
                </a:solidFill>
                <a:effectLst/>
                <a:latin typeface="+mn-lt"/>
                <a:ea typeface="+mn-ea"/>
                <a:cs typeface="+mn-cs"/>
              </a:rPr>
              <a:t>[p]&lt;&lt;</a:t>
            </a:r>
            <a:r>
              <a:rPr lang="es-CO" sz="1200" b="0" kern="1200" dirty="0" err="1">
                <a:solidFill>
                  <a:schemeClr val="tx1"/>
                </a:solidFill>
                <a:effectLst/>
                <a:latin typeface="+mn-lt"/>
                <a:ea typeface="+mn-ea"/>
                <a:cs typeface="+mn-cs"/>
              </a:rPr>
              <a:t>endl</a:t>
            </a:r>
            <a:r>
              <a:rPr lang="es-CO" sz="1200" b="0" kern="1200" dirty="0">
                <a:solidFill>
                  <a:schemeClr val="tx1"/>
                </a:solidFill>
                <a:effectLst/>
                <a:latin typeface="+mn-lt"/>
                <a:ea typeface="+mn-ea"/>
                <a:cs typeface="+mn-cs"/>
              </a:rPr>
              <a:t>; </a:t>
            </a:r>
          </a:p>
          <a:p>
            <a:r>
              <a:rPr lang="es-CO" sz="1200" b="0" kern="1200" dirty="0">
                <a:solidFill>
                  <a:schemeClr val="tx1"/>
                </a:solidFill>
                <a:effectLst/>
                <a:latin typeface="+mn-lt"/>
                <a:ea typeface="+mn-ea"/>
                <a:cs typeface="+mn-cs"/>
              </a:rPr>
              <a:t>}</a:t>
            </a:r>
          </a:p>
          <a:p>
            <a:br>
              <a:rPr lang="es-CO" sz="1200" b="0" kern="1200" dirty="0">
                <a:solidFill>
                  <a:schemeClr val="tx1"/>
                </a:solidFill>
                <a:effectLst/>
                <a:latin typeface="+mn-lt"/>
                <a:ea typeface="+mn-ea"/>
                <a:cs typeface="+mn-cs"/>
              </a:rPr>
            </a:br>
            <a:endParaRPr lang="es-CO" sz="1200" b="0" kern="1200" dirty="0">
              <a:solidFill>
                <a:schemeClr val="tx1"/>
              </a:solidFill>
              <a:effectLst/>
              <a:latin typeface="+mn-lt"/>
              <a:ea typeface="+mn-ea"/>
              <a:cs typeface="+mn-cs"/>
            </a:endParaRPr>
          </a:p>
        </p:txBody>
      </p:sp>
      <p:sp>
        <p:nvSpPr>
          <p:cNvPr id="4" name="Marcador de número de diapositiva 3"/>
          <p:cNvSpPr>
            <a:spLocks noGrp="1"/>
          </p:cNvSpPr>
          <p:nvPr>
            <p:ph type="sldNum" sz="quarter" idx="5"/>
          </p:nvPr>
        </p:nvSpPr>
        <p:spPr/>
        <p:txBody>
          <a:bodyPr/>
          <a:lstStyle/>
          <a:p>
            <a:fld id="{6EBFF732-773A-4839-B774-230B46601DA8}" type="slidenum">
              <a:rPr lang="es-CO" smtClean="0"/>
              <a:t>22</a:t>
            </a:fld>
            <a:endParaRPr lang="es-CO"/>
          </a:p>
        </p:txBody>
      </p:sp>
    </p:spTree>
    <p:extLst>
      <p:ext uri="{BB962C8B-B14F-4D97-AF65-F5344CB8AC3E}">
        <p14:creationId xmlns:p14="http://schemas.microsoft.com/office/powerpoint/2010/main" val="196506834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CO" b="1" dirty="0"/>
              <a:t>//CÓDIGO FUENTE//</a:t>
            </a:r>
          </a:p>
          <a:p>
            <a:r>
              <a:rPr lang="es-CO" b="0" dirty="0"/>
              <a:t>//BÚSQUEDA SECUENCIAL</a:t>
            </a:r>
          </a:p>
          <a:p>
            <a:r>
              <a:rPr lang="es-CO" b="0" dirty="0"/>
              <a:t>#</a:t>
            </a:r>
            <a:r>
              <a:rPr lang="es-CO" b="0" dirty="0" err="1"/>
              <a:t>include</a:t>
            </a:r>
            <a:r>
              <a:rPr lang="es-CO" b="0" dirty="0"/>
              <a:t>&lt;iostream&gt;</a:t>
            </a:r>
          </a:p>
          <a:p>
            <a:r>
              <a:rPr lang="es-CO" b="0" dirty="0" err="1"/>
              <a:t>using</a:t>
            </a:r>
            <a:r>
              <a:rPr lang="es-CO" b="0" dirty="0"/>
              <a:t> namespace </a:t>
            </a:r>
            <a:r>
              <a:rPr lang="es-CO" b="0" dirty="0" err="1"/>
              <a:t>std</a:t>
            </a:r>
            <a:r>
              <a:rPr lang="es-CO" b="0" dirty="0"/>
              <a:t>;</a:t>
            </a:r>
          </a:p>
          <a:p>
            <a:endParaRPr lang="es-CO" b="0" dirty="0"/>
          </a:p>
          <a:p>
            <a:r>
              <a:rPr lang="es-CO" b="0" dirty="0"/>
              <a:t>int </a:t>
            </a:r>
            <a:r>
              <a:rPr lang="es-CO" b="0" dirty="0" err="1"/>
              <a:t>main</a:t>
            </a:r>
            <a:r>
              <a:rPr lang="es-CO" b="0" dirty="0"/>
              <a:t>(){</a:t>
            </a:r>
          </a:p>
          <a:p>
            <a:r>
              <a:rPr lang="es-CO" b="0" dirty="0"/>
              <a:t>	int i, clave, pos = 0;</a:t>
            </a:r>
          </a:p>
          <a:p>
            <a:r>
              <a:rPr lang="es-CO" b="0" dirty="0"/>
              <a:t>	int vec[8] = {45,18,35,78,23,60,27,98};</a:t>
            </a:r>
          </a:p>
          <a:p>
            <a:r>
              <a:rPr lang="es-CO" b="0" dirty="0"/>
              <a:t>	bool band=false;</a:t>
            </a:r>
          </a:p>
          <a:p>
            <a:r>
              <a:rPr lang="es-CO" b="0" dirty="0"/>
              <a:t>	</a:t>
            </a:r>
            <a:r>
              <a:rPr lang="es-CO" b="0" dirty="0" err="1"/>
              <a:t>cout</a:t>
            </a:r>
            <a:r>
              <a:rPr lang="es-CO" b="0" dirty="0"/>
              <a:t> &lt;&lt; "Ingrese clave a buscar: ";</a:t>
            </a:r>
          </a:p>
          <a:p>
            <a:r>
              <a:rPr lang="es-CO" b="0" dirty="0"/>
              <a:t>	</a:t>
            </a:r>
            <a:r>
              <a:rPr lang="es-CO" b="0" dirty="0" err="1"/>
              <a:t>cin</a:t>
            </a:r>
            <a:r>
              <a:rPr lang="es-CO" b="0" dirty="0"/>
              <a:t> &gt;&gt; clave;</a:t>
            </a:r>
          </a:p>
          <a:p>
            <a:r>
              <a:rPr lang="es-CO" b="0" dirty="0"/>
              <a:t>	for (i = 0; i &lt; 8; i++){	</a:t>
            </a:r>
          </a:p>
          <a:p>
            <a:r>
              <a:rPr lang="es-CO" b="0" dirty="0"/>
              <a:t>		</a:t>
            </a:r>
            <a:r>
              <a:rPr lang="es-CO" b="0" dirty="0" err="1"/>
              <a:t>if</a:t>
            </a:r>
            <a:r>
              <a:rPr lang="es-CO" b="0" dirty="0"/>
              <a:t> ( vec[i] == clave ) {</a:t>
            </a:r>
          </a:p>
          <a:p>
            <a:r>
              <a:rPr lang="es-CO" b="0" dirty="0"/>
              <a:t>			pos = i;</a:t>
            </a:r>
          </a:p>
          <a:p>
            <a:r>
              <a:rPr lang="es-CO" b="0" dirty="0"/>
              <a:t>			band = true;</a:t>
            </a:r>
          </a:p>
          <a:p>
            <a:r>
              <a:rPr lang="es-CO" b="0" dirty="0"/>
              <a:t>		}</a:t>
            </a:r>
          </a:p>
          <a:p>
            <a:r>
              <a:rPr lang="es-CO" b="0" dirty="0"/>
              <a:t>	}</a:t>
            </a:r>
          </a:p>
          <a:p>
            <a:r>
              <a:rPr lang="es-CO" b="0" dirty="0"/>
              <a:t>	</a:t>
            </a:r>
            <a:r>
              <a:rPr lang="es-CO" b="0" dirty="0" err="1"/>
              <a:t>if</a:t>
            </a:r>
            <a:r>
              <a:rPr lang="es-CO" b="0" dirty="0"/>
              <a:t> (band) </a:t>
            </a:r>
          </a:p>
          <a:p>
            <a:r>
              <a:rPr lang="es-CO" b="0" dirty="0"/>
              <a:t>		</a:t>
            </a:r>
            <a:r>
              <a:rPr lang="es-CO" b="0" dirty="0" err="1"/>
              <a:t>cout</a:t>
            </a:r>
            <a:r>
              <a:rPr lang="es-CO" b="0" dirty="0"/>
              <a:t> &lt;&lt; "Clave existe. Posición: " &lt;&lt; pos &lt;&lt; </a:t>
            </a:r>
            <a:r>
              <a:rPr lang="es-CO" b="0" dirty="0" err="1"/>
              <a:t>endl</a:t>
            </a:r>
            <a:r>
              <a:rPr lang="es-CO" b="0" dirty="0"/>
              <a:t>;</a:t>
            </a:r>
          </a:p>
          <a:p>
            <a:r>
              <a:rPr lang="es-CO" b="0" dirty="0"/>
              <a:t>	</a:t>
            </a:r>
            <a:r>
              <a:rPr lang="es-CO" b="0" dirty="0" err="1"/>
              <a:t>else</a:t>
            </a:r>
            <a:endParaRPr lang="es-CO" b="0" dirty="0"/>
          </a:p>
          <a:p>
            <a:r>
              <a:rPr lang="es-CO" b="0" dirty="0"/>
              <a:t>		</a:t>
            </a:r>
            <a:r>
              <a:rPr lang="es-CO" b="0" dirty="0" err="1"/>
              <a:t>cout</a:t>
            </a:r>
            <a:r>
              <a:rPr lang="es-CO" b="0" dirty="0"/>
              <a:t> &lt;&lt; "Clave no existe. " &lt;&lt; </a:t>
            </a:r>
            <a:r>
              <a:rPr lang="es-CO" b="0" dirty="0" err="1"/>
              <a:t>endl</a:t>
            </a:r>
            <a:r>
              <a:rPr lang="es-CO" b="0" dirty="0"/>
              <a:t>;</a:t>
            </a:r>
          </a:p>
          <a:p>
            <a:r>
              <a:rPr lang="es-CO" b="0" dirty="0"/>
              <a:t>    </a:t>
            </a:r>
            <a:r>
              <a:rPr lang="es-CO" b="0" dirty="0" err="1"/>
              <a:t>return</a:t>
            </a:r>
            <a:r>
              <a:rPr lang="es-CO" b="0" dirty="0"/>
              <a:t> 0;</a:t>
            </a:r>
          </a:p>
          <a:p>
            <a:r>
              <a:rPr lang="es-CO" b="0" dirty="0"/>
              <a:t>}</a:t>
            </a:r>
          </a:p>
        </p:txBody>
      </p:sp>
      <p:sp>
        <p:nvSpPr>
          <p:cNvPr id="4" name="Marcador de número de diapositiva 3"/>
          <p:cNvSpPr>
            <a:spLocks noGrp="1"/>
          </p:cNvSpPr>
          <p:nvPr>
            <p:ph type="sldNum" sz="quarter" idx="5"/>
          </p:nvPr>
        </p:nvSpPr>
        <p:spPr/>
        <p:txBody>
          <a:bodyPr/>
          <a:lstStyle/>
          <a:p>
            <a:fld id="{6EBFF732-773A-4839-B774-230B46601DA8}" type="slidenum">
              <a:rPr lang="es-CO" smtClean="0"/>
              <a:t>27</a:t>
            </a:fld>
            <a:endParaRPr lang="es-CO"/>
          </a:p>
        </p:txBody>
      </p:sp>
    </p:spTree>
    <p:extLst>
      <p:ext uri="{BB962C8B-B14F-4D97-AF65-F5344CB8AC3E}">
        <p14:creationId xmlns:p14="http://schemas.microsoft.com/office/powerpoint/2010/main" val="25769774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CO" b="1" dirty="0"/>
              <a:t>//CODIGO FUENTE//</a:t>
            </a:r>
          </a:p>
          <a:p>
            <a:r>
              <a:rPr lang="es-CO" b="0" dirty="0"/>
              <a:t>//BÚSQUEDA SECUENCIAL OPTIMIZADA</a:t>
            </a:r>
          </a:p>
          <a:p>
            <a:r>
              <a:rPr lang="es-CO" b="0" dirty="0"/>
              <a:t>#</a:t>
            </a:r>
            <a:r>
              <a:rPr lang="es-CO" b="0" dirty="0" err="1"/>
              <a:t>include</a:t>
            </a:r>
            <a:r>
              <a:rPr lang="es-CO" b="0" dirty="0"/>
              <a:t>&lt;iostream&gt;</a:t>
            </a:r>
          </a:p>
          <a:p>
            <a:r>
              <a:rPr lang="es-CO" b="0" dirty="0" err="1"/>
              <a:t>using</a:t>
            </a:r>
            <a:r>
              <a:rPr lang="es-CO" b="0" dirty="0"/>
              <a:t> namespace </a:t>
            </a:r>
            <a:r>
              <a:rPr lang="es-CO" b="0" dirty="0" err="1"/>
              <a:t>std</a:t>
            </a:r>
            <a:r>
              <a:rPr lang="es-CO" b="0" dirty="0"/>
              <a:t>;</a:t>
            </a:r>
          </a:p>
          <a:p>
            <a:endParaRPr lang="es-CO" b="0" dirty="0"/>
          </a:p>
          <a:p>
            <a:r>
              <a:rPr lang="es-CO" b="0" dirty="0"/>
              <a:t>int </a:t>
            </a:r>
            <a:r>
              <a:rPr lang="es-CO" b="0" dirty="0" err="1"/>
              <a:t>main</a:t>
            </a:r>
            <a:r>
              <a:rPr lang="es-CO" b="0" dirty="0"/>
              <a:t>(){</a:t>
            </a:r>
          </a:p>
          <a:p>
            <a:r>
              <a:rPr lang="es-CO" b="0" dirty="0"/>
              <a:t>	int i, clave, pos = -1;</a:t>
            </a:r>
          </a:p>
          <a:p>
            <a:r>
              <a:rPr lang="es-CO" b="0" dirty="0"/>
              <a:t>	int vec[8] = {45,18,35,78,23,60,27,98};	</a:t>
            </a:r>
          </a:p>
          <a:p>
            <a:r>
              <a:rPr lang="es-CO" b="0" dirty="0"/>
              <a:t>	</a:t>
            </a:r>
            <a:r>
              <a:rPr lang="es-CO" b="0" dirty="0" err="1"/>
              <a:t>cout</a:t>
            </a:r>
            <a:r>
              <a:rPr lang="es-CO" b="0" dirty="0"/>
              <a:t> &lt;&lt; "Ingrese clave a buscar: ";</a:t>
            </a:r>
          </a:p>
          <a:p>
            <a:r>
              <a:rPr lang="es-CO" b="0" dirty="0"/>
              <a:t>	</a:t>
            </a:r>
            <a:r>
              <a:rPr lang="es-CO" b="0" dirty="0" err="1"/>
              <a:t>cin</a:t>
            </a:r>
            <a:r>
              <a:rPr lang="es-CO" b="0" dirty="0"/>
              <a:t> &gt;&gt; clave;</a:t>
            </a:r>
          </a:p>
          <a:p>
            <a:r>
              <a:rPr lang="es-CO" b="0" dirty="0"/>
              <a:t>	i = 0;</a:t>
            </a:r>
          </a:p>
          <a:p>
            <a:r>
              <a:rPr lang="es-CO" b="0" dirty="0"/>
              <a:t>	while (i &lt; 8 &amp;&amp; pos == -1){	</a:t>
            </a:r>
          </a:p>
          <a:p>
            <a:r>
              <a:rPr lang="es-CO" b="0" dirty="0"/>
              <a:t>		</a:t>
            </a:r>
            <a:r>
              <a:rPr lang="es-CO" b="0" dirty="0" err="1"/>
              <a:t>if</a:t>
            </a:r>
            <a:r>
              <a:rPr lang="es-CO" b="0" dirty="0"/>
              <a:t> ( vec[i] == clave ) {</a:t>
            </a:r>
          </a:p>
          <a:p>
            <a:r>
              <a:rPr lang="es-CO" b="0" dirty="0"/>
              <a:t>			pos = i;			</a:t>
            </a:r>
          </a:p>
          <a:p>
            <a:r>
              <a:rPr lang="es-CO" b="0" dirty="0"/>
              <a:t>		}</a:t>
            </a:r>
          </a:p>
          <a:p>
            <a:r>
              <a:rPr lang="es-CO" b="0" dirty="0"/>
              <a:t>		i++;</a:t>
            </a:r>
          </a:p>
          <a:p>
            <a:r>
              <a:rPr lang="es-CO" b="0" dirty="0"/>
              <a:t>	}</a:t>
            </a:r>
          </a:p>
          <a:p>
            <a:r>
              <a:rPr lang="es-CO" b="0" dirty="0"/>
              <a:t>	</a:t>
            </a:r>
            <a:r>
              <a:rPr lang="es-CO" b="0" dirty="0" err="1"/>
              <a:t>if</a:t>
            </a:r>
            <a:r>
              <a:rPr lang="es-CO" b="0" dirty="0"/>
              <a:t> (pos != -1) </a:t>
            </a:r>
          </a:p>
          <a:p>
            <a:r>
              <a:rPr lang="es-CO" b="0" dirty="0"/>
              <a:t>		</a:t>
            </a:r>
            <a:r>
              <a:rPr lang="es-CO" b="0" dirty="0" err="1"/>
              <a:t>cout</a:t>
            </a:r>
            <a:r>
              <a:rPr lang="es-CO" b="0" dirty="0"/>
              <a:t> &lt;&lt; "Clave existe. Posición: " &lt;&lt; pos &lt;&lt; </a:t>
            </a:r>
            <a:r>
              <a:rPr lang="es-CO" b="0" dirty="0" err="1"/>
              <a:t>endl</a:t>
            </a:r>
            <a:r>
              <a:rPr lang="es-CO" b="0" dirty="0"/>
              <a:t>;</a:t>
            </a:r>
          </a:p>
          <a:p>
            <a:r>
              <a:rPr lang="es-CO" b="0" dirty="0"/>
              <a:t>	</a:t>
            </a:r>
            <a:r>
              <a:rPr lang="es-CO" b="0" dirty="0" err="1"/>
              <a:t>else</a:t>
            </a:r>
            <a:endParaRPr lang="es-CO" b="0" dirty="0"/>
          </a:p>
          <a:p>
            <a:r>
              <a:rPr lang="es-CO" b="0" dirty="0"/>
              <a:t>		</a:t>
            </a:r>
            <a:r>
              <a:rPr lang="es-CO" b="0" dirty="0" err="1"/>
              <a:t>cout</a:t>
            </a:r>
            <a:r>
              <a:rPr lang="es-CO" b="0" dirty="0"/>
              <a:t> &lt;&lt; "Clave no existe. " &lt;&lt; </a:t>
            </a:r>
            <a:r>
              <a:rPr lang="es-CO" b="0" dirty="0" err="1"/>
              <a:t>endl</a:t>
            </a:r>
            <a:r>
              <a:rPr lang="es-CO" b="0" dirty="0"/>
              <a:t>;</a:t>
            </a:r>
          </a:p>
          <a:p>
            <a:r>
              <a:rPr lang="es-CO" b="0" dirty="0"/>
              <a:t>    </a:t>
            </a:r>
            <a:r>
              <a:rPr lang="es-CO" b="0" dirty="0" err="1"/>
              <a:t>return</a:t>
            </a:r>
            <a:r>
              <a:rPr lang="es-CO" b="0" dirty="0"/>
              <a:t> 0;</a:t>
            </a:r>
          </a:p>
          <a:p>
            <a:r>
              <a:rPr lang="es-CO" b="0" dirty="0"/>
              <a:t>}</a:t>
            </a:r>
          </a:p>
        </p:txBody>
      </p:sp>
      <p:sp>
        <p:nvSpPr>
          <p:cNvPr id="4" name="Marcador de número de diapositiva 3"/>
          <p:cNvSpPr>
            <a:spLocks noGrp="1"/>
          </p:cNvSpPr>
          <p:nvPr>
            <p:ph type="sldNum" sz="quarter" idx="5"/>
          </p:nvPr>
        </p:nvSpPr>
        <p:spPr/>
        <p:txBody>
          <a:bodyPr/>
          <a:lstStyle/>
          <a:p>
            <a:fld id="{6EBFF732-773A-4839-B774-230B46601DA8}" type="slidenum">
              <a:rPr lang="es-CO" smtClean="0"/>
              <a:t>29</a:t>
            </a:fld>
            <a:endParaRPr lang="es-CO"/>
          </a:p>
        </p:txBody>
      </p:sp>
    </p:spTree>
    <p:extLst>
      <p:ext uri="{BB962C8B-B14F-4D97-AF65-F5344CB8AC3E}">
        <p14:creationId xmlns:p14="http://schemas.microsoft.com/office/powerpoint/2010/main" val="359824471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CO" dirty="0"/>
              <a:t>/*CODIGO FUENTE*/</a:t>
            </a:r>
          </a:p>
          <a:p>
            <a:r>
              <a:rPr lang="es-CO" dirty="0"/>
              <a:t>//BÚSQUEDA BINARIA</a:t>
            </a:r>
          </a:p>
          <a:p>
            <a:r>
              <a:rPr lang="es-CO" dirty="0"/>
              <a:t>#</a:t>
            </a:r>
            <a:r>
              <a:rPr lang="es-CO" dirty="0" err="1"/>
              <a:t>include</a:t>
            </a:r>
            <a:r>
              <a:rPr lang="es-CO" dirty="0"/>
              <a:t>&lt;iostream&gt;</a:t>
            </a:r>
          </a:p>
          <a:p>
            <a:r>
              <a:rPr lang="es-CO" dirty="0" err="1"/>
              <a:t>using</a:t>
            </a:r>
            <a:r>
              <a:rPr lang="es-CO" dirty="0"/>
              <a:t> namespace </a:t>
            </a:r>
            <a:r>
              <a:rPr lang="es-CO" dirty="0" err="1"/>
              <a:t>std</a:t>
            </a:r>
            <a:r>
              <a:rPr lang="es-CO" dirty="0"/>
              <a:t>;</a:t>
            </a:r>
          </a:p>
          <a:p>
            <a:endParaRPr lang="es-CO" dirty="0"/>
          </a:p>
          <a:p>
            <a:r>
              <a:rPr lang="es-CO" dirty="0"/>
              <a:t>int </a:t>
            </a:r>
            <a:r>
              <a:rPr lang="es-CO" dirty="0" err="1"/>
              <a:t>main</a:t>
            </a:r>
            <a:r>
              <a:rPr lang="es-CO" dirty="0"/>
              <a:t>(){	</a:t>
            </a:r>
          </a:p>
          <a:p>
            <a:r>
              <a:rPr lang="es-CO" dirty="0"/>
              <a:t>	int vec[8] = {18,23,27,35,45,60,78,98};	</a:t>
            </a:r>
          </a:p>
          <a:p>
            <a:r>
              <a:rPr lang="es-CO" dirty="0"/>
              <a:t>	int clave, </a:t>
            </a:r>
            <a:r>
              <a:rPr lang="es-CO" dirty="0" err="1"/>
              <a:t>izq</a:t>
            </a:r>
            <a:r>
              <a:rPr lang="es-CO" dirty="0"/>
              <a:t> = 0, </a:t>
            </a:r>
            <a:r>
              <a:rPr lang="es-CO" dirty="0" err="1"/>
              <a:t>der</a:t>
            </a:r>
            <a:r>
              <a:rPr lang="es-CO" dirty="0"/>
              <a:t> = 7, </a:t>
            </a:r>
            <a:r>
              <a:rPr lang="es-CO" dirty="0" err="1"/>
              <a:t>mit</a:t>
            </a:r>
            <a:r>
              <a:rPr lang="es-CO" dirty="0"/>
              <a:t> = (</a:t>
            </a:r>
            <a:r>
              <a:rPr lang="es-CO" dirty="0" err="1"/>
              <a:t>izq+der</a:t>
            </a:r>
            <a:r>
              <a:rPr lang="es-CO" dirty="0"/>
              <a:t>)/2;</a:t>
            </a:r>
          </a:p>
          <a:p>
            <a:r>
              <a:rPr lang="es-CO" dirty="0"/>
              <a:t>	</a:t>
            </a:r>
            <a:r>
              <a:rPr lang="es-CO" dirty="0" err="1"/>
              <a:t>cout</a:t>
            </a:r>
            <a:r>
              <a:rPr lang="es-CO" dirty="0"/>
              <a:t> &lt;&lt; "Ingrese clave a buscar: ";</a:t>
            </a:r>
          </a:p>
          <a:p>
            <a:r>
              <a:rPr lang="es-CO" dirty="0"/>
              <a:t>	</a:t>
            </a:r>
            <a:r>
              <a:rPr lang="es-CO" dirty="0" err="1"/>
              <a:t>cin</a:t>
            </a:r>
            <a:r>
              <a:rPr lang="es-CO" dirty="0"/>
              <a:t> &gt;&gt; clave;		</a:t>
            </a:r>
          </a:p>
          <a:p>
            <a:r>
              <a:rPr lang="es-CO" dirty="0"/>
              <a:t>	while (clave != vec[</a:t>
            </a:r>
            <a:r>
              <a:rPr lang="es-CO" dirty="0" err="1"/>
              <a:t>mit</a:t>
            </a:r>
            <a:r>
              <a:rPr lang="es-CO" dirty="0"/>
              <a:t>] &amp;&amp; </a:t>
            </a:r>
            <a:r>
              <a:rPr lang="es-CO" dirty="0" err="1"/>
              <a:t>izq</a:t>
            </a:r>
            <a:r>
              <a:rPr lang="es-CO" dirty="0"/>
              <a:t> &lt; </a:t>
            </a:r>
            <a:r>
              <a:rPr lang="es-CO" dirty="0" err="1"/>
              <a:t>der</a:t>
            </a:r>
            <a:r>
              <a:rPr lang="es-CO" dirty="0"/>
              <a:t>){	</a:t>
            </a:r>
          </a:p>
          <a:p>
            <a:r>
              <a:rPr lang="es-CO" dirty="0"/>
              <a:t>		</a:t>
            </a:r>
            <a:r>
              <a:rPr lang="es-CO" dirty="0" err="1"/>
              <a:t>if</a:t>
            </a:r>
            <a:r>
              <a:rPr lang="es-CO" dirty="0"/>
              <a:t> ( clave &gt; vec[</a:t>
            </a:r>
            <a:r>
              <a:rPr lang="es-CO" dirty="0" err="1"/>
              <a:t>mit</a:t>
            </a:r>
            <a:r>
              <a:rPr lang="es-CO" dirty="0"/>
              <a:t>])</a:t>
            </a:r>
          </a:p>
          <a:p>
            <a:r>
              <a:rPr lang="es-CO" dirty="0"/>
              <a:t>			</a:t>
            </a:r>
            <a:r>
              <a:rPr lang="es-CO" dirty="0" err="1"/>
              <a:t>izq</a:t>
            </a:r>
            <a:r>
              <a:rPr lang="es-CO" dirty="0"/>
              <a:t> = </a:t>
            </a:r>
            <a:r>
              <a:rPr lang="es-CO" dirty="0" err="1"/>
              <a:t>mit</a:t>
            </a:r>
            <a:r>
              <a:rPr lang="es-CO" dirty="0"/>
              <a:t> + 1;			</a:t>
            </a:r>
          </a:p>
          <a:p>
            <a:r>
              <a:rPr lang="es-CO" dirty="0"/>
              <a:t>		</a:t>
            </a:r>
            <a:r>
              <a:rPr lang="es-CO" dirty="0" err="1"/>
              <a:t>else</a:t>
            </a:r>
            <a:endParaRPr lang="es-CO" dirty="0"/>
          </a:p>
          <a:p>
            <a:r>
              <a:rPr lang="es-CO" dirty="0"/>
              <a:t>			</a:t>
            </a:r>
            <a:r>
              <a:rPr lang="es-CO" dirty="0" err="1"/>
              <a:t>der</a:t>
            </a:r>
            <a:r>
              <a:rPr lang="es-CO" dirty="0"/>
              <a:t> = </a:t>
            </a:r>
            <a:r>
              <a:rPr lang="es-CO" dirty="0" err="1"/>
              <a:t>mit</a:t>
            </a:r>
            <a:r>
              <a:rPr lang="es-CO" dirty="0"/>
              <a:t> - 1;					</a:t>
            </a:r>
          </a:p>
          <a:p>
            <a:r>
              <a:rPr lang="es-CO" dirty="0"/>
              <a:t>		</a:t>
            </a:r>
            <a:r>
              <a:rPr lang="es-CO" dirty="0" err="1"/>
              <a:t>mit</a:t>
            </a:r>
            <a:r>
              <a:rPr lang="es-CO" dirty="0"/>
              <a:t> = (</a:t>
            </a:r>
            <a:r>
              <a:rPr lang="es-CO" dirty="0" err="1"/>
              <a:t>izq+der</a:t>
            </a:r>
            <a:r>
              <a:rPr lang="es-CO" dirty="0"/>
              <a:t>)/2;</a:t>
            </a:r>
          </a:p>
          <a:p>
            <a:r>
              <a:rPr lang="es-CO" dirty="0"/>
              <a:t>	}</a:t>
            </a:r>
          </a:p>
          <a:p>
            <a:r>
              <a:rPr lang="es-CO" dirty="0"/>
              <a:t>	</a:t>
            </a:r>
            <a:r>
              <a:rPr lang="es-CO" dirty="0" err="1"/>
              <a:t>if</a:t>
            </a:r>
            <a:r>
              <a:rPr lang="es-CO" dirty="0"/>
              <a:t> (vec[</a:t>
            </a:r>
            <a:r>
              <a:rPr lang="es-CO" dirty="0" err="1"/>
              <a:t>mit</a:t>
            </a:r>
            <a:r>
              <a:rPr lang="es-CO" dirty="0"/>
              <a:t>] == clave) </a:t>
            </a:r>
          </a:p>
          <a:p>
            <a:r>
              <a:rPr lang="es-CO" dirty="0"/>
              <a:t>		</a:t>
            </a:r>
            <a:r>
              <a:rPr lang="es-CO" dirty="0" err="1"/>
              <a:t>cout</a:t>
            </a:r>
            <a:r>
              <a:rPr lang="es-CO" dirty="0"/>
              <a:t> &lt;&lt; "Clave existe. Posición: " &lt;&lt; </a:t>
            </a:r>
            <a:r>
              <a:rPr lang="es-CO" dirty="0" err="1"/>
              <a:t>mit</a:t>
            </a:r>
            <a:r>
              <a:rPr lang="es-CO" dirty="0"/>
              <a:t> &lt;&lt; </a:t>
            </a:r>
            <a:r>
              <a:rPr lang="es-CO" dirty="0" err="1"/>
              <a:t>endl</a:t>
            </a:r>
            <a:r>
              <a:rPr lang="es-CO" dirty="0"/>
              <a:t>;</a:t>
            </a:r>
          </a:p>
          <a:p>
            <a:r>
              <a:rPr lang="es-CO" dirty="0"/>
              <a:t>	</a:t>
            </a:r>
            <a:r>
              <a:rPr lang="es-CO" dirty="0" err="1"/>
              <a:t>else</a:t>
            </a:r>
            <a:endParaRPr lang="es-CO" dirty="0"/>
          </a:p>
          <a:p>
            <a:r>
              <a:rPr lang="es-CO" dirty="0"/>
              <a:t>		</a:t>
            </a:r>
            <a:r>
              <a:rPr lang="es-CO" dirty="0" err="1"/>
              <a:t>cout</a:t>
            </a:r>
            <a:r>
              <a:rPr lang="es-CO" dirty="0"/>
              <a:t> &lt;&lt; "Clave no existe. " &lt;&lt; </a:t>
            </a:r>
            <a:r>
              <a:rPr lang="es-CO" dirty="0" err="1"/>
              <a:t>endl</a:t>
            </a:r>
            <a:r>
              <a:rPr lang="es-CO" dirty="0"/>
              <a:t>;</a:t>
            </a:r>
          </a:p>
          <a:p>
            <a:r>
              <a:rPr lang="es-CO" dirty="0"/>
              <a:t>    </a:t>
            </a:r>
            <a:r>
              <a:rPr lang="es-CO" dirty="0" err="1"/>
              <a:t>return</a:t>
            </a:r>
            <a:r>
              <a:rPr lang="es-CO" dirty="0"/>
              <a:t> 0;</a:t>
            </a:r>
          </a:p>
          <a:p>
            <a:r>
              <a:rPr lang="es-CO" dirty="0"/>
              <a:t>}</a:t>
            </a:r>
          </a:p>
        </p:txBody>
      </p:sp>
      <p:sp>
        <p:nvSpPr>
          <p:cNvPr id="4" name="Marcador de número de diapositiva 3"/>
          <p:cNvSpPr>
            <a:spLocks noGrp="1"/>
          </p:cNvSpPr>
          <p:nvPr>
            <p:ph type="sldNum" sz="quarter" idx="5"/>
          </p:nvPr>
        </p:nvSpPr>
        <p:spPr/>
        <p:txBody>
          <a:bodyPr/>
          <a:lstStyle/>
          <a:p>
            <a:fld id="{6EBFF732-773A-4839-B774-230B46601DA8}" type="slidenum">
              <a:rPr lang="es-CO" smtClean="0"/>
              <a:t>34</a:t>
            </a:fld>
            <a:endParaRPr lang="es-CO"/>
          </a:p>
        </p:txBody>
      </p:sp>
    </p:spTree>
    <p:extLst>
      <p:ext uri="{BB962C8B-B14F-4D97-AF65-F5344CB8AC3E}">
        <p14:creationId xmlns:p14="http://schemas.microsoft.com/office/powerpoint/2010/main" val="358964943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sz="1200" b="0" kern="1200" dirty="0">
              <a:solidFill>
                <a:schemeClr val="tx1"/>
              </a:solidFill>
              <a:effectLst/>
              <a:latin typeface="+mn-lt"/>
              <a:ea typeface="+mn-ea"/>
              <a:cs typeface="+mn-cs"/>
            </a:endParaRPr>
          </a:p>
        </p:txBody>
      </p:sp>
      <p:sp>
        <p:nvSpPr>
          <p:cNvPr id="4" name="Marcador de número de diapositiva 3"/>
          <p:cNvSpPr>
            <a:spLocks noGrp="1"/>
          </p:cNvSpPr>
          <p:nvPr>
            <p:ph type="sldNum" sz="quarter" idx="5"/>
          </p:nvPr>
        </p:nvSpPr>
        <p:spPr/>
        <p:txBody>
          <a:bodyPr/>
          <a:lstStyle/>
          <a:p>
            <a:fld id="{6EBFF732-773A-4839-B774-230B46601DA8}" type="slidenum">
              <a:rPr lang="es-CO" smtClean="0"/>
              <a:t>35</a:t>
            </a:fld>
            <a:endParaRPr lang="es-CO"/>
          </a:p>
        </p:txBody>
      </p:sp>
    </p:spTree>
    <p:extLst>
      <p:ext uri="{BB962C8B-B14F-4D97-AF65-F5344CB8AC3E}">
        <p14:creationId xmlns:p14="http://schemas.microsoft.com/office/powerpoint/2010/main" val="383905812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sz="1200" b="0" kern="1200" dirty="0">
              <a:solidFill>
                <a:schemeClr val="tx1"/>
              </a:solidFill>
              <a:effectLst/>
              <a:latin typeface="+mn-lt"/>
              <a:ea typeface="+mn-ea"/>
              <a:cs typeface="+mn-cs"/>
            </a:endParaRPr>
          </a:p>
        </p:txBody>
      </p:sp>
      <p:sp>
        <p:nvSpPr>
          <p:cNvPr id="4" name="Marcador de número de diapositiva 3"/>
          <p:cNvSpPr>
            <a:spLocks noGrp="1"/>
          </p:cNvSpPr>
          <p:nvPr>
            <p:ph type="sldNum" sz="quarter" idx="5"/>
          </p:nvPr>
        </p:nvSpPr>
        <p:spPr/>
        <p:txBody>
          <a:bodyPr/>
          <a:lstStyle/>
          <a:p>
            <a:fld id="{6EBFF732-773A-4839-B774-230B46601DA8}" type="slidenum">
              <a:rPr lang="es-CO" smtClean="0"/>
              <a:t>36</a:t>
            </a:fld>
            <a:endParaRPr lang="es-CO"/>
          </a:p>
        </p:txBody>
      </p:sp>
    </p:spTree>
    <p:extLst>
      <p:ext uri="{BB962C8B-B14F-4D97-AF65-F5344CB8AC3E}">
        <p14:creationId xmlns:p14="http://schemas.microsoft.com/office/powerpoint/2010/main" val="156230640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CO"/>
          </a:p>
        </p:txBody>
      </p:sp>
      <p:sp>
        <p:nvSpPr>
          <p:cNvPr id="3" name="Subtítulo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editar el estilo de subtítulo del patrón</a:t>
            </a:r>
            <a:endParaRPr lang="es-CO"/>
          </a:p>
        </p:txBody>
      </p:sp>
      <p:sp>
        <p:nvSpPr>
          <p:cNvPr id="4" name="Marcador de fecha 3"/>
          <p:cNvSpPr>
            <a:spLocks noGrp="1"/>
          </p:cNvSpPr>
          <p:nvPr>
            <p:ph type="dt" sz="half" idx="10"/>
          </p:nvPr>
        </p:nvSpPr>
        <p:spPr/>
        <p:txBody>
          <a:bodyPr/>
          <a:lstStyle/>
          <a:p>
            <a:fld id="{620CEF71-AC54-4907-87CE-021372FB99F1}" type="datetimeFigureOut">
              <a:rPr lang="es-CO" smtClean="0"/>
              <a:t>22/08/2022</a:t>
            </a:fld>
            <a:endParaRPr lang="es-CO"/>
          </a:p>
        </p:txBody>
      </p:sp>
      <p:sp>
        <p:nvSpPr>
          <p:cNvPr id="5" name="Marcador de pie de página 4"/>
          <p:cNvSpPr>
            <a:spLocks noGrp="1"/>
          </p:cNvSpPr>
          <p:nvPr>
            <p:ph type="ftr" sz="quarter" idx="11"/>
          </p:nvPr>
        </p:nvSpPr>
        <p:spPr/>
        <p:txBody>
          <a:bodyPr/>
          <a:lstStyle/>
          <a:p>
            <a:endParaRPr lang="es-CO"/>
          </a:p>
        </p:txBody>
      </p:sp>
      <p:sp>
        <p:nvSpPr>
          <p:cNvPr id="6" name="Marcador de número de diapositiva 5"/>
          <p:cNvSpPr>
            <a:spLocks noGrp="1"/>
          </p:cNvSpPr>
          <p:nvPr>
            <p:ph type="sldNum" sz="quarter" idx="12"/>
          </p:nvPr>
        </p:nvSpPr>
        <p:spPr/>
        <p:txBody>
          <a:bodyPr/>
          <a:lstStyle/>
          <a:p>
            <a:fld id="{E95D3DBD-534B-4F0D-A315-13E9D6466E1D}" type="slidenum">
              <a:rPr lang="es-CO" smtClean="0"/>
              <a:t>‹Nº›</a:t>
            </a:fld>
            <a:endParaRPr lang="es-CO"/>
          </a:p>
        </p:txBody>
      </p:sp>
    </p:spTree>
    <p:extLst>
      <p:ext uri="{BB962C8B-B14F-4D97-AF65-F5344CB8AC3E}">
        <p14:creationId xmlns:p14="http://schemas.microsoft.com/office/powerpoint/2010/main" val="17166939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endParaRPr lang="es-CO"/>
          </a:p>
        </p:txBody>
      </p:sp>
      <p:sp>
        <p:nvSpPr>
          <p:cNvPr id="3" name="Marcador de contenido 2"/>
          <p:cNvSpPr>
            <a:spLocks noGrp="1"/>
          </p:cNvSpPr>
          <p:nvPr>
            <p:ph idx="1"/>
          </p:nvPr>
        </p:nvSpPr>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p:cNvSpPr>
            <a:spLocks noGrp="1"/>
          </p:cNvSpPr>
          <p:nvPr>
            <p:ph type="dt" sz="half" idx="10"/>
          </p:nvPr>
        </p:nvSpPr>
        <p:spPr/>
        <p:txBody>
          <a:bodyPr/>
          <a:lstStyle/>
          <a:p>
            <a:fld id="{620CEF71-AC54-4907-87CE-021372FB99F1}" type="datetimeFigureOut">
              <a:rPr lang="es-CO" smtClean="0"/>
              <a:t>22/08/2022</a:t>
            </a:fld>
            <a:endParaRPr lang="es-CO"/>
          </a:p>
        </p:txBody>
      </p:sp>
      <p:sp>
        <p:nvSpPr>
          <p:cNvPr id="5" name="Marcador de pie de página 4"/>
          <p:cNvSpPr>
            <a:spLocks noGrp="1"/>
          </p:cNvSpPr>
          <p:nvPr>
            <p:ph type="ftr" sz="quarter" idx="11"/>
          </p:nvPr>
        </p:nvSpPr>
        <p:spPr/>
        <p:txBody>
          <a:bodyPr/>
          <a:lstStyle/>
          <a:p>
            <a:endParaRPr lang="es-CO"/>
          </a:p>
        </p:txBody>
      </p:sp>
      <p:sp>
        <p:nvSpPr>
          <p:cNvPr id="6" name="Marcador de número de diapositiva 5"/>
          <p:cNvSpPr>
            <a:spLocks noGrp="1"/>
          </p:cNvSpPr>
          <p:nvPr>
            <p:ph type="sldNum" sz="quarter" idx="12"/>
          </p:nvPr>
        </p:nvSpPr>
        <p:spPr/>
        <p:txBody>
          <a:bodyPr/>
          <a:lstStyle/>
          <a:p>
            <a:fld id="{E95D3DBD-534B-4F0D-A315-13E9D6466E1D}" type="slidenum">
              <a:rPr lang="es-CO" smtClean="0"/>
              <a:t>‹Nº›</a:t>
            </a:fld>
            <a:endParaRPr lang="es-CO"/>
          </a:p>
        </p:txBody>
      </p:sp>
    </p:spTree>
    <p:extLst>
      <p:ext uri="{BB962C8B-B14F-4D97-AF65-F5344CB8AC3E}">
        <p14:creationId xmlns:p14="http://schemas.microsoft.com/office/powerpoint/2010/main" val="305765473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CO"/>
          </a:p>
        </p:txBody>
      </p:sp>
      <p:sp>
        <p:nvSpPr>
          <p:cNvPr id="3" name="Marcador de texto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Editar el estilo de texto del patrón</a:t>
            </a:r>
          </a:p>
        </p:txBody>
      </p:sp>
      <p:sp>
        <p:nvSpPr>
          <p:cNvPr id="4" name="Marcador de fecha 3"/>
          <p:cNvSpPr>
            <a:spLocks noGrp="1"/>
          </p:cNvSpPr>
          <p:nvPr>
            <p:ph type="dt" sz="half" idx="10"/>
          </p:nvPr>
        </p:nvSpPr>
        <p:spPr/>
        <p:txBody>
          <a:bodyPr/>
          <a:lstStyle/>
          <a:p>
            <a:fld id="{620CEF71-AC54-4907-87CE-021372FB99F1}" type="datetimeFigureOut">
              <a:rPr lang="es-CO" smtClean="0"/>
              <a:t>22/08/2022</a:t>
            </a:fld>
            <a:endParaRPr lang="es-CO"/>
          </a:p>
        </p:txBody>
      </p:sp>
      <p:sp>
        <p:nvSpPr>
          <p:cNvPr id="5" name="Marcador de pie de página 4"/>
          <p:cNvSpPr>
            <a:spLocks noGrp="1"/>
          </p:cNvSpPr>
          <p:nvPr>
            <p:ph type="ftr" sz="quarter" idx="11"/>
          </p:nvPr>
        </p:nvSpPr>
        <p:spPr/>
        <p:txBody>
          <a:bodyPr/>
          <a:lstStyle/>
          <a:p>
            <a:endParaRPr lang="es-CO"/>
          </a:p>
        </p:txBody>
      </p:sp>
      <p:sp>
        <p:nvSpPr>
          <p:cNvPr id="6" name="Marcador de número de diapositiva 5"/>
          <p:cNvSpPr>
            <a:spLocks noGrp="1"/>
          </p:cNvSpPr>
          <p:nvPr>
            <p:ph type="sldNum" sz="quarter" idx="12"/>
          </p:nvPr>
        </p:nvSpPr>
        <p:spPr/>
        <p:txBody>
          <a:bodyPr/>
          <a:lstStyle/>
          <a:p>
            <a:fld id="{E95D3DBD-534B-4F0D-A315-13E9D6466E1D}" type="slidenum">
              <a:rPr lang="es-CO" smtClean="0"/>
              <a:t>‹Nº›</a:t>
            </a:fld>
            <a:endParaRPr lang="es-CO"/>
          </a:p>
        </p:txBody>
      </p:sp>
    </p:spTree>
    <p:extLst>
      <p:ext uri="{BB962C8B-B14F-4D97-AF65-F5344CB8AC3E}">
        <p14:creationId xmlns:p14="http://schemas.microsoft.com/office/powerpoint/2010/main" val="287728889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endParaRPr lang="es-CO"/>
          </a:p>
        </p:txBody>
      </p:sp>
      <p:sp>
        <p:nvSpPr>
          <p:cNvPr id="3" name="Marcador de contenido 2"/>
          <p:cNvSpPr>
            <a:spLocks noGrp="1"/>
          </p:cNvSpPr>
          <p:nvPr>
            <p:ph sz="half" idx="1"/>
          </p:nvPr>
        </p:nvSpPr>
        <p:spPr>
          <a:xfrm>
            <a:off x="838200" y="1825625"/>
            <a:ext cx="5181600" cy="4351338"/>
          </a:xfrm>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contenido 3"/>
          <p:cNvSpPr>
            <a:spLocks noGrp="1"/>
          </p:cNvSpPr>
          <p:nvPr>
            <p:ph sz="half" idx="2"/>
          </p:nvPr>
        </p:nvSpPr>
        <p:spPr>
          <a:xfrm>
            <a:off x="6172200" y="1825625"/>
            <a:ext cx="5181600" cy="4351338"/>
          </a:xfrm>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5" name="Marcador de fecha 4"/>
          <p:cNvSpPr>
            <a:spLocks noGrp="1"/>
          </p:cNvSpPr>
          <p:nvPr>
            <p:ph type="dt" sz="half" idx="10"/>
          </p:nvPr>
        </p:nvSpPr>
        <p:spPr/>
        <p:txBody>
          <a:bodyPr/>
          <a:lstStyle/>
          <a:p>
            <a:fld id="{620CEF71-AC54-4907-87CE-021372FB99F1}" type="datetimeFigureOut">
              <a:rPr lang="es-CO" smtClean="0"/>
              <a:t>22/08/2022</a:t>
            </a:fld>
            <a:endParaRPr lang="es-CO"/>
          </a:p>
        </p:txBody>
      </p:sp>
      <p:sp>
        <p:nvSpPr>
          <p:cNvPr id="6" name="Marcador de pie de página 5"/>
          <p:cNvSpPr>
            <a:spLocks noGrp="1"/>
          </p:cNvSpPr>
          <p:nvPr>
            <p:ph type="ftr" sz="quarter" idx="11"/>
          </p:nvPr>
        </p:nvSpPr>
        <p:spPr/>
        <p:txBody>
          <a:bodyPr/>
          <a:lstStyle/>
          <a:p>
            <a:endParaRPr lang="es-CO"/>
          </a:p>
        </p:txBody>
      </p:sp>
      <p:sp>
        <p:nvSpPr>
          <p:cNvPr id="7" name="Marcador de número de diapositiva 6"/>
          <p:cNvSpPr>
            <a:spLocks noGrp="1"/>
          </p:cNvSpPr>
          <p:nvPr>
            <p:ph type="sldNum" sz="quarter" idx="12"/>
          </p:nvPr>
        </p:nvSpPr>
        <p:spPr/>
        <p:txBody>
          <a:bodyPr/>
          <a:lstStyle/>
          <a:p>
            <a:fld id="{E95D3DBD-534B-4F0D-A315-13E9D6466E1D}" type="slidenum">
              <a:rPr lang="es-CO" smtClean="0"/>
              <a:t>‹Nº›</a:t>
            </a:fld>
            <a:endParaRPr lang="es-CO"/>
          </a:p>
        </p:txBody>
      </p:sp>
    </p:spTree>
    <p:extLst>
      <p:ext uri="{BB962C8B-B14F-4D97-AF65-F5344CB8AC3E}">
        <p14:creationId xmlns:p14="http://schemas.microsoft.com/office/powerpoint/2010/main" val="25626115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p:cNvSpPr>
            <a:spLocks noGrp="1"/>
          </p:cNvSpPr>
          <p:nvPr>
            <p:ph type="title"/>
          </p:nvPr>
        </p:nvSpPr>
        <p:spPr>
          <a:xfrm>
            <a:off x="839788" y="365125"/>
            <a:ext cx="10515600" cy="1325563"/>
          </a:xfrm>
        </p:spPr>
        <p:txBody>
          <a:bodyPr/>
          <a:lstStyle/>
          <a:p>
            <a:r>
              <a:rPr lang="es-ES"/>
              <a:t>Haga clic para modificar el estilo de título del patrón</a:t>
            </a:r>
            <a:endParaRPr lang="es-CO"/>
          </a:p>
        </p:txBody>
      </p:sp>
      <p:sp>
        <p:nvSpPr>
          <p:cNvPr id="3" name="Marcador de texto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Editar el estilo de texto del patrón</a:t>
            </a:r>
          </a:p>
        </p:txBody>
      </p:sp>
      <p:sp>
        <p:nvSpPr>
          <p:cNvPr id="4" name="Marcador de contenido 3"/>
          <p:cNvSpPr>
            <a:spLocks noGrp="1"/>
          </p:cNvSpPr>
          <p:nvPr>
            <p:ph sz="half" idx="2"/>
          </p:nvPr>
        </p:nvSpPr>
        <p:spPr>
          <a:xfrm>
            <a:off x="839788" y="2505075"/>
            <a:ext cx="5157787" cy="3684588"/>
          </a:xfrm>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5" name="Marcador de texto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Editar el estilo de texto del patrón</a:t>
            </a:r>
          </a:p>
        </p:txBody>
      </p:sp>
      <p:sp>
        <p:nvSpPr>
          <p:cNvPr id="6" name="Marcador de contenido 5"/>
          <p:cNvSpPr>
            <a:spLocks noGrp="1"/>
          </p:cNvSpPr>
          <p:nvPr>
            <p:ph sz="quarter" idx="4"/>
          </p:nvPr>
        </p:nvSpPr>
        <p:spPr>
          <a:xfrm>
            <a:off x="6172200" y="2505075"/>
            <a:ext cx="5183188" cy="3684588"/>
          </a:xfrm>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7" name="Marcador de fecha 6"/>
          <p:cNvSpPr>
            <a:spLocks noGrp="1"/>
          </p:cNvSpPr>
          <p:nvPr>
            <p:ph type="dt" sz="half" idx="10"/>
          </p:nvPr>
        </p:nvSpPr>
        <p:spPr/>
        <p:txBody>
          <a:bodyPr/>
          <a:lstStyle/>
          <a:p>
            <a:fld id="{620CEF71-AC54-4907-87CE-021372FB99F1}" type="datetimeFigureOut">
              <a:rPr lang="es-CO" smtClean="0"/>
              <a:t>22/08/2022</a:t>
            </a:fld>
            <a:endParaRPr lang="es-CO"/>
          </a:p>
        </p:txBody>
      </p:sp>
      <p:sp>
        <p:nvSpPr>
          <p:cNvPr id="8" name="Marcador de pie de página 7"/>
          <p:cNvSpPr>
            <a:spLocks noGrp="1"/>
          </p:cNvSpPr>
          <p:nvPr>
            <p:ph type="ftr" sz="quarter" idx="11"/>
          </p:nvPr>
        </p:nvSpPr>
        <p:spPr/>
        <p:txBody>
          <a:bodyPr/>
          <a:lstStyle/>
          <a:p>
            <a:endParaRPr lang="es-CO"/>
          </a:p>
        </p:txBody>
      </p:sp>
      <p:sp>
        <p:nvSpPr>
          <p:cNvPr id="9" name="Marcador de número de diapositiva 8"/>
          <p:cNvSpPr>
            <a:spLocks noGrp="1"/>
          </p:cNvSpPr>
          <p:nvPr>
            <p:ph type="sldNum" sz="quarter" idx="12"/>
          </p:nvPr>
        </p:nvSpPr>
        <p:spPr/>
        <p:txBody>
          <a:bodyPr/>
          <a:lstStyle/>
          <a:p>
            <a:fld id="{E95D3DBD-534B-4F0D-A315-13E9D6466E1D}" type="slidenum">
              <a:rPr lang="es-CO" smtClean="0"/>
              <a:t>‹Nº›</a:t>
            </a:fld>
            <a:endParaRPr lang="es-CO"/>
          </a:p>
        </p:txBody>
      </p:sp>
    </p:spTree>
    <p:extLst>
      <p:ext uri="{BB962C8B-B14F-4D97-AF65-F5344CB8AC3E}">
        <p14:creationId xmlns:p14="http://schemas.microsoft.com/office/powerpoint/2010/main" val="9764222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endParaRPr lang="es-CO"/>
          </a:p>
        </p:txBody>
      </p:sp>
      <p:sp>
        <p:nvSpPr>
          <p:cNvPr id="3" name="Marcador de fecha 2"/>
          <p:cNvSpPr>
            <a:spLocks noGrp="1"/>
          </p:cNvSpPr>
          <p:nvPr>
            <p:ph type="dt" sz="half" idx="10"/>
          </p:nvPr>
        </p:nvSpPr>
        <p:spPr/>
        <p:txBody>
          <a:bodyPr/>
          <a:lstStyle/>
          <a:p>
            <a:fld id="{620CEF71-AC54-4907-87CE-021372FB99F1}" type="datetimeFigureOut">
              <a:rPr lang="es-CO" smtClean="0"/>
              <a:t>22/08/2022</a:t>
            </a:fld>
            <a:endParaRPr lang="es-CO"/>
          </a:p>
        </p:txBody>
      </p:sp>
      <p:sp>
        <p:nvSpPr>
          <p:cNvPr id="4" name="Marcador de pie de página 3"/>
          <p:cNvSpPr>
            <a:spLocks noGrp="1"/>
          </p:cNvSpPr>
          <p:nvPr>
            <p:ph type="ftr" sz="quarter" idx="11"/>
          </p:nvPr>
        </p:nvSpPr>
        <p:spPr/>
        <p:txBody>
          <a:bodyPr/>
          <a:lstStyle/>
          <a:p>
            <a:endParaRPr lang="es-CO"/>
          </a:p>
        </p:txBody>
      </p:sp>
      <p:sp>
        <p:nvSpPr>
          <p:cNvPr id="5" name="Marcador de número de diapositiva 4"/>
          <p:cNvSpPr>
            <a:spLocks noGrp="1"/>
          </p:cNvSpPr>
          <p:nvPr>
            <p:ph type="sldNum" sz="quarter" idx="12"/>
          </p:nvPr>
        </p:nvSpPr>
        <p:spPr/>
        <p:txBody>
          <a:bodyPr/>
          <a:lstStyle/>
          <a:p>
            <a:fld id="{E95D3DBD-534B-4F0D-A315-13E9D6466E1D}" type="slidenum">
              <a:rPr lang="es-CO" smtClean="0"/>
              <a:t>‹Nº›</a:t>
            </a:fld>
            <a:endParaRPr lang="es-CO"/>
          </a:p>
        </p:txBody>
      </p:sp>
    </p:spTree>
    <p:extLst>
      <p:ext uri="{BB962C8B-B14F-4D97-AF65-F5344CB8AC3E}">
        <p14:creationId xmlns:p14="http://schemas.microsoft.com/office/powerpoint/2010/main" val="6824871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p:cNvSpPr>
            <a:spLocks noGrp="1"/>
          </p:cNvSpPr>
          <p:nvPr>
            <p:ph type="dt" sz="half" idx="10"/>
          </p:nvPr>
        </p:nvSpPr>
        <p:spPr/>
        <p:txBody>
          <a:bodyPr/>
          <a:lstStyle/>
          <a:p>
            <a:fld id="{620CEF71-AC54-4907-87CE-021372FB99F1}" type="datetimeFigureOut">
              <a:rPr lang="es-CO" smtClean="0"/>
              <a:t>22/08/2022</a:t>
            </a:fld>
            <a:endParaRPr lang="es-CO"/>
          </a:p>
        </p:txBody>
      </p:sp>
      <p:sp>
        <p:nvSpPr>
          <p:cNvPr id="3" name="Marcador de pie de página 2"/>
          <p:cNvSpPr>
            <a:spLocks noGrp="1"/>
          </p:cNvSpPr>
          <p:nvPr>
            <p:ph type="ftr" sz="quarter" idx="11"/>
          </p:nvPr>
        </p:nvSpPr>
        <p:spPr/>
        <p:txBody>
          <a:bodyPr/>
          <a:lstStyle/>
          <a:p>
            <a:endParaRPr lang="es-CO"/>
          </a:p>
        </p:txBody>
      </p:sp>
      <p:sp>
        <p:nvSpPr>
          <p:cNvPr id="4" name="Marcador de número de diapositiva 3"/>
          <p:cNvSpPr>
            <a:spLocks noGrp="1"/>
          </p:cNvSpPr>
          <p:nvPr>
            <p:ph type="sldNum" sz="quarter" idx="12"/>
          </p:nvPr>
        </p:nvSpPr>
        <p:spPr/>
        <p:txBody>
          <a:bodyPr/>
          <a:lstStyle/>
          <a:p>
            <a:fld id="{E95D3DBD-534B-4F0D-A315-13E9D6466E1D}" type="slidenum">
              <a:rPr lang="es-CO" smtClean="0"/>
              <a:t>‹Nº›</a:t>
            </a:fld>
            <a:endParaRPr lang="es-CO"/>
          </a:p>
        </p:txBody>
      </p:sp>
    </p:spTree>
    <p:extLst>
      <p:ext uri="{BB962C8B-B14F-4D97-AF65-F5344CB8AC3E}">
        <p14:creationId xmlns:p14="http://schemas.microsoft.com/office/powerpoint/2010/main" val="933413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CO"/>
          </a:p>
        </p:txBody>
      </p:sp>
      <p:sp>
        <p:nvSpPr>
          <p:cNvPr id="3" name="Marcador de contenido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Editar el estilo de texto del patrón</a:t>
            </a:r>
          </a:p>
        </p:txBody>
      </p:sp>
      <p:sp>
        <p:nvSpPr>
          <p:cNvPr id="5" name="Marcador de fecha 4"/>
          <p:cNvSpPr>
            <a:spLocks noGrp="1"/>
          </p:cNvSpPr>
          <p:nvPr>
            <p:ph type="dt" sz="half" idx="10"/>
          </p:nvPr>
        </p:nvSpPr>
        <p:spPr/>
        <p:txBody>
          <a:bodyPr/>
          <a:lstStyle/>
          <a:p>
            <a:fld id="{620CEF71-AC54-4907-87CE-021372FB99F1}" type="datetimeFigureOut">
              <a:rPr lang="es-CO" smtClean="0"/>
              <a:t>22/08/2022</a:t>
            </a:fld>
            <a:endParaRPr lang="es-CO"/>
          </a:p>
        </p:txBody>
      </p:sp>
      <p:sp>
        <p:nvSpPr>
          <p:cNvPr id="6" name="Marcador de pie de página 5"/>
          <p:cNvSpPr>
            <a:spLocks noGrp="1"/>
          </p:cNvSpPr>
          <p:nvPr>
            <p:ph type="ftr" sz="quarter" idx="11"/>
          </p:nvPr>
        </p:nvSpPr>
        <p:spPr/>
        <p:txBody>
          <a:bodyPr/>
          <a:lstStyle/>
          <a:p>
            <a:endParaRPr lang="es-CO"/>
          </a:p>
        </p:txBody>
      </p:sp>
      <p:sp>
        <p:nvSpPr>
          <p:cNvPr id="7" name="Marcador de número de diapositiva 6"/>
          <p:cNvSpPr>
            <a:spLocks noGrp="1"/>
          </p:cNvSpPr>
          <p:nvPr>
            <p:ph type="sldNum" sz="quarter" idx="12"/>
          </p:nvPr>
        </p:nvSpPr>
        <p:spPr/>
        <p:txBody>
          <a:bodyPr/>
          <a:lstStyle/>
          <a:p>
            <a:fld id="{E95D3DBD-534B-4F0D-A315-13E9D6466E1D}" type="slidenum">
              <a:rPr lang="es-CO" smtClean="0"/>
              <a:t>‹Nº›</a:t>
            </a:fld>
            <a:endParaRPr lang="es-CO"/>
          </a:p>
        </p:txBody>
      </p:sp>
    </p:spTree>
    <p:extLst>
      <p:ext uri="{BB962C8B-B14F-4D97-AF65-F5344CB8AC3E}">
        <p14:creationId xmlns:p14="http://schemas.microsoft.com/office/powerpoint/2010/main" val="28515317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CO"/>
          </a:p>
        </p:txBody>
      </p:sp>
      <p:sp>
        <p:nvSpPr>
          <p:cNvPr id="3" name="Marcador de posición de imagen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CO"/>
          </a:p>
        </p:txBody>
      </p:sp>
      <p:sp>
        <p:nvSpPr>
          <p:cNvPr id="4" name="Marcador de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Editar el estilo de texto del patrón</a:t>
            </a:r>
          </a:p>
        </p:txBody>
      </p:sp>
      <p:sp>
        <p:nvSpPr>
          <p:cNvPr id="5" name="Marcador de fecha 4"/>
          <p:cNvSpPr>
            <a:spLocks noGrp="1"/>
          </p:cNvSpPr>
          <p:nvPr>
            <p:ph type="dt" sz="half" idx="10"/>
          </p:nvPr>
        </p:nvSpPr>
        <p:spPr/>
        <p:txBody>
          <a:bodyPr/>
          <a:lstStyle/>
          <a:p>
            <a:fld id="{620CEF71-AC54-4907-87CE-021372FB99F1}" type="datetimeFigureOut">
              <a:rPr lang="es-CO" smtClean="0"/>
              <a:t>22/08/2022</a:t>
            </a:fld>
            <a:endParaRPr lang="es-CO"/>
          </a:p>
        </p:txBody>
      </p:sp>
      <p:sp>
        <p:nvSpPr>
          <p:cNvPr id="6" name="Marcador de pie de página 5"/>
          <p:cNvSpPr>
            <a:spLocks noGrp="1"/>
          </p:cNvSpPr>
          <p:nvPr>
            <p:ph type="ftr" sz="quarter" idx="11"/>
          </p:nvPr>
        </p:nvSpPr>
        <p:spPr/>
        <p:txBody>
          <a:bodyPr/>
          <a:lstStyle/>
          <a:p>
            <a:endParaRPr lang="es-CO"/>
          </a:p>
        </p:txBody>
      </p:sp>
      <p:sp>
        <p:nvSpPr>
          <p:cNvPr id="7" name="Marcador de número de diapositiva 6"/>
          <p:cNvSpPr>
            <a:spLocks noGrp="1"/>
          </p:cNvSpPr>
          <p:nvPr>
            <p:ph type="sldNum" sz="quarter" idx="12"/>
          </p:nvPr>
        </p:nvSpPr>
        <p:spPr/>
        <p:txBody>
          <a:bodyPr/>
          <a:lstStyle/>
          <a:p>
            <a:fld id="{E95D3DBD-534B-4F0D-A315-13E9D6466E1D}" type="slidenum">
              <a:rPr lang="es-CO" smtClean="0"/>
              <a:t>‹Nº›</a:t>
            </a:fld>
            <a:endParaRPr lang="es-CO"/>
          </a:p>
        </p:txBody>
      </p:sp>
    </p:spTree>
    <p:extLst>
      <p:ext uri="{BB962C8B-B14F-4D97-AF65-F5344CB8AC3E}">
        <p14:creationId xmlns:p14="http://schemas.microsoft.com/office/powerpoint/2010/main" val="359172776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endParaRPr lang="es-CO"/>
          </a:p>
        </p:txBody>
      </p:sp>
      <p:sp>
        <p:nvSpPr>
          <p:cNvPr id="3" name="Marcador de texto vertical 2"/>
          <p:cNvSpPr>
            <a:spLocks noGrp="1"/>
          </p:cNvSpPr>
          <p:nvPr>
            <p:ph type="body" orient="vert" idx="1"/>
          </p:nvPr>
        </p:nvSpPr>
        <p:spPr/>
        <p:txBody>
          <a:bodyPr vert="eaVert"/>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p:cNvSpPr>
            <a:spLocks noGrp="1"/>
          </p:cNvSpPr>
          <p:nvPr>
            <p:ph type="dt" sz="half" idx="10"/>
          </p:nvPr>
        </p:nvSpPr>
        <p:spPr/>
        <p:txBody>
          <a:bodyPr/>
          <a:lstStyle/>
          <a:p>
            <a:fld id="{620CEF71-AC54-4907-87CE-021372FB99F1}" type="datetimeFigureOut">
              <a:rPr lang="es-CO" smtClean="0"/>
              <a:t>22/08/2022</a:t>
            </a:fld>
            <a:endParaRPr lang="es-CO"/>
          </a:p>
        </p:txBody>
      </p:sp>
      <p:sp>
        <p:nvSpPr>
          <p:cNvPr id="5" name="Marcador de pie de página 4"/>
          <p:cNvSpPr>
            <a:spLocks noGrp="1"/>
          </p:cNvSpPr>
          <p:nvPr>
            <p:ph type="ftr" sz="quarter" idx="11"/>
          </p:nvPr>
        </p:nvSpPr>
        <p:spPr/>
        <p:txBody>
          <a:bodyPr/>
          <a:lstStyle/>
          <a:p>
            <a:endParaRPr lang="es-CO"/>
          </a:p>
        </p:txBody>
      </p:sp>
      <p:sp>
        <p:nvSpPr>
          <p:cNvPr id="6" name="Marcador de número de diapositiva 5"/>
          <p:cNvSpPr>
            <a:spLocks noGrp="1"/>
          </p:cNvSpPr>
          <p:nvPr>
            <p:ph type="sldNum" sz="quarter" idx="12"/>
          </p:nvPr>
        </p:nvSpPr>
        <p:spPr/>
        <p:txBody>
          <a:bodyPr/>
          <a:lstStyle/>
          <a:p>
            <a:fld id="{E95D3DBD-534B-4F0D-A315-13E9D6466E1D}" type="slidenum">
              <a:rPr lang="es-CO" smtClean="0"/>
              <a:t>‹Nº›</a:t>
            </a:fld>
            <a:endParaRPr lang="es-CO"/>
          </a:p>
        </p:txBody>
      </p:sp>
    </p:spTree>
    <p:extLst>
      <p:ext uri="{BB962C8B-B14F-4D97-AF65-F5344CB8AC3E}">
        <p14:creationId xmlns:p14="http://schemas.microsoft.com/office/powerpoint/2010/main" val="416738309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CO"/>
          </a:p>
        </p:txBody>
      </p:sp>
      <p:sp>
        <p:nvSpPr>
          <p:cNvPr id="3" name="Marcador de texto vertical 2"/>
          <p:cNvSpPr>
            <a:spLocks noGrp="1"/>
          </p:cNvSpPr>
          <p:nvPr>
            <p:ph type="body" orient="vert" idx="1"/>
          </p:nvPr>
        </p:nvSpPr>
        <p:spPr>
          <a:xfrm>
            <a:off x="838200" y="365125"/>
            <a:ext cx="7734300" cy="5811838"/>
          </a:xfrm>
        </p:spPr>
        <p:txBody>
          <a:bodyPr vert="eaVert"/>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p:cNvSpPr>
            <a:spLocks noGrp="1"/>
          </p:cNvSpPr>
          <p:nvPr>
            <p:ph type="dt" sz="half" idx="10"/>
          </p:nvPr>
        </p:nvSpPr>
        <p:spPr/>
        <p:txBody>
          <a:bodyPr/>
          <a:lstStyle/>
          <a:p>
            <a:fld id="{620CEF71-AC54-4907-87CE-021372FB99F1}" type="datetimeFigureOut">
              <a:rPr lang="es-CO" smtClean="0"/>
              <a:t>22/08/2022</a:t>
            </a:fld>
            <a:endParaRPr lang="es-CO"/>
          </a:p>
        </p:txBody>
      </p:sp>
      <p:sp>
        <p:nvSpPr>
          <p:cNvPr id="5" name="Marcador de pie de página 4"/>
          <p:cNvSpPr>
            <a:spLocks noGrp="1"/>
          </p:cNvSpPr>
          <p:nvPr>
            <p:ph type="ftr" sz="quarter" idx="11"/>
          </p:nvPr>
        </p:nvSpPr>
        <p:spPr/>
        <p:txBody>
          <a:bodyPr/>
          <a:lstStyle/>
          <a:p>
            <a:endParaRPr lang="es-CO"/>
          </a:p>
        </p:txBody>
      </p:sp>
      <p:sp>
        <p:nvSpPr>
          <p:cNvPr id="6" name="Marcador de número de diapositiva 5"/>
          <p:cNvSpPr>
            <a:spLocks noGrp="1"/>
          </p:cNvSpPr>
          <p:nvPr>
            <p:ph type="sldNum" sz="quarter" idx="12"/>
          </p:nvPr>
        </p:nvSpPr>
        <p:spPr/>
        <p:txBody>
          <a:bodyPr/>
          <a:lstStyle/>
          <a:p>
            <a:fld id="{E95D3DBD-534B-4F0D-A315-13E9D6466E1D}" type="slidenum">
              <a:rPr lang="es-CO" smtClean="0"/>
              <a:t>‹Nº›</a:t>
            </a:fld>
            <a:endParaRPr lang="es-CO"/>
          </a:p>
        </p:txBody>
      </p:sp>
    </p:spTree>
    <p:extLst>
      <p:ext uri="{BB962C8B-B14F-4D97-AF65-F5344CB8AC3E}">
        <p14:creationId xmlns:p14="http://schemas.microsoft.com/office/powerpoint/2010/main" val="194534775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t="-2000" b="-2000"/>
          </a:stretch>
        </a:blipFill>
        <a:effectLst/>
      </p:bgPr>
    </p:bg>
    <p:spTree>
      <p:nvGrpSpPr>
        <p:cNvPr id="1" name=""/>
        <p:cNvGrpSpPr/>
        <p:nvPr/>
      </p:nvGrpSpPr>
      <p:grpSpPr>
        <a:xfrm>
          <a:off x="0" y="0"/>
          <a:ext cx="0" cy="0"/>
          <a:chOff x="0" y="0"/>
          <a:chExt cx="0" cy="0"/>
        </a:xfrm>
      </p:grpSpPr>
      <p:sp>
        <p:nvSpPr>
          <p:cNvPr id="2" name="Marcador de título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CO"/>
          </a:p>
        </p:txBody>
      </p:sp>
      <p:sp>
        <p:nvSpPr>
          <p:cNvPr id="3" name="Marcador de texto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20CEF71-AC54-4907-87CE-021372FB99F1}" type="datetimeFigureOut">
              <a:rPr lang="es-CO" smtClean="0"/>
              <a:t>22/08/2022</a:t>
            </a:fld>
            <a:endParaRPr lang="es-CO"/>
          </a:p>
        </p:txBody>
      </p:sp>
      <p:sp>
        <p:nvSpPr>
          <p:cNvPr id="5" name="Marcador de pie de página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CO"/>
          </a:p>
        </p:txBody>
      </p:sp>
      <p:sp>
        <p:nvSpPr>
          <p:cNvPr id="6" name="Marcador de número de diapositiva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95D3DBD-534B-4F0D-A315-13E9D6466E1D}" type="slidenum">
              <a:rPr lang="es-CO" smtClean="0"/>
              <a:t>‹Nº›</a:t>
            </a:fld>
            <a:endParaRPr lang="es-CO"/>
          </a:p>
        </p:txBody>
      </p:sp>
    </p:spTree>
    <p:extLst>
      <p:ext uri="{BB962C8B-B14F-4D97-AF65-F5344CB8AC3E}">
        <p14:creationId xmlns:p14="http://schemas.microsoft.com/office/powerpoint/2010/main" val="49491209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gif"/><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0.gif"/><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2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2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2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35.xml.rels><?xml version="1.0" encoding="UTF-8" standalone="yes"?>
<Relationships xmlns="http://schemas.openxmlformats.org/package/2006/relationships"><Relationship Id="rId3" Type="http://schemas.openxmlformats.org/officeDocument/2006/relationships/image" Target="../media/image26.gif"/><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hyperlink" Target="https://devcode.la/tutoriales/busqueda-binaria/" TargetMode="External"/></Relationships>
</file>

<file path=ppt/slides/_rels/slide36.xml.rels><?xml version="1.0" encoding="UTF-8" standalone="yes"?>
<Relationships xmlns="http://schemas.openxmlformats.org/package/2006/relationships"><Relationship Id="rId3" Type="http://schemas.openxmlformats.org/officeDocument/2006/relationships/hyperlink" Target="https://visualgo.net/en/sorting" TargetMode="External"/><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image" Target="../media/image28.png"/><Relationship Id="rId5" Type="http://schemas.openxmlformats.org/officeDocument/2006/relationships/hyperlink" Target="https://www.youtube.com/watch?v=HmUpRHn31FU" TargetMode="External"/><Relationship Id="rId4" Type="http://schemas.openxmlformats.org/officeDocument/2006/relationships/image" Target="../media/image27.png"/></Relationships>
</file>

<file path=ppt/slides/_rels/slide37.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2000" b="-2000"/>
          </a:stretch>
        </a:blip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999B393-37E8-4E11-8EB2-C863ACB85223}"/>
              </a:ext>
            </a:extLst>
          </p:cNvPr>
          <p:cNvSpPr txBox="1">
            <a:spLocks/>
          </p:cNvSpPr>
          <p:nvPr/>
        </p:nvSpPr>
        <p:spPr>
          <a:xfrm>
            <a:off x="884689" y="1308683"/>
            <a:ext cx="10943788" cy="1197553"/>
          </a:xfrm>
          <a:prstGeom prst="rect">
            <a:avLst/>
          </a:prstGeom>
        </p:spPr>
        <p:txBody>
          <a:bodyPr>
            <a:normAutofit fontScale="925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s-CO" b="1" dirty="0">
                <a:latin typeface="Bahnschrift Light SemiCondensed" panose="020B0502040204020203" pitchFamily="34" charset="0"/>
              </a:rPr>
              <a:t>“MÉTODOS DE ORDENAMIENTO Y </a:t>
            </a:r>
          </a:p>
          <a:p>
            <a:pPr algn="ctr"/>
            <a:r>
              <a:rPr lang="es-CO" b="1" dirty="0">
                <a:latin typeface="Bahnschrift Light SemiCondensed" panose="020B0502040204020203" pitchFamily="34" charset="0"/>
              </a:rPr>
              <a:t>BÚSQUEDA EN VECTORES EN C++”</a:t>
            </a:r>
          </a:p>
        </p:txBody>
      </p:sp>
      <p:sp>
        <p:nvSpPr>
          <p:cNvPr id="5" name="Rectángulo 4">
            <a:extLst>
              <a:ext uri="{FF2B5EF4-FFF2-40B4-BE49-F238E27FC236}">
                <a16:creationId xmlns:a16="http://schemas.microsoft.com/office/drawing/2014/main" id="{161F265C-6D74-4338-8944-0FD73F7598E6}"/>
              </a:ext>
            </a:extLst>
          </p:cNvPr>
          <p:cNvSpPr/>
          <p:nvPr/>
        </p:nvSpPr>
        <p:spPr>
          <a:xfrm>
            <a:off x="1798040" y="5362689"/>
            <a:ext cx="8595920" cy="684772"/>
          </a:xfrm>
          <a:prstGeom prst="rect">
            <a:avLst/>
          </a:prstGeom>
          <a:solidFill>
            <a:srgbClr val="0070C0"/>
          </a:solidFill>
          <a:ln>
            <a:noFill/>
          </a:ln>
          <a:effectLst>
            <a:outerShdw blurRad="107950" dist="12700" dir="5400000" algn="ctr">
              <a:srgbClr val="000000"/>
            </a:outerShdw>
          </a:effectLst>
          <a:scene3d>
            <a:camera prst="isometricTopUp">
              <a:rot lat="21594000" lon="21594000" rev="0"/>
            </a:camera>
            <a:lightRig rig="soft" dir="t">
              <a:rot lat="0" lon="0" rev="0"/>
            </a:lightRig>
          </a:scene3d>
          <a:sp3d contourW="44450" prstMaterial="matte">
            <a:bevelT w="63500" h="63500" prst="artDeco"/>
            <a:contourClr>
              <a:srgbClr val="FFFFFF"/>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scene3d>
              <a:camera prst="orthographicFront"/>
              <a:lightRig rig="harsh" dir="t"/>
            </a:scene3d>
            <a:sp3d extrusionH="57150" prstMaterial="matte">
              <a:bevelT w="63500" h="12700" prst="angle"/>
              <a:contourClr>
                <a:schemeClr val="bg1">
                  <a:lumMod val="65000"/>
                </a:schemeClr>
              </a:contourClr>
            </a:sp3d>
          </a:bodyPr>
          <a:lstStyle/>
          <a:p>
            <a:pPr lvl="0" algn="ctr">
              <a:defRPr/>
            </a:pPr>
            <a:r>
              <a:rPr lang="es-CO" sz="2000" b="1" dirty="0">
                <a:ln/>
                <a:solidFill>
                  <a:prstClr val="white"/>
                </a:solidFill>
                <a:effectLst>
                  <a:outerShdw blurRad="38100" dist="38100" dir="2700000" algn="tl">
                    <a:srgbClr val="000000">
                      <a:alpha val="43137"/>
                    </a:srgbClr>
                  </a:outerShdw>
                </a:effectLst>
              </a:rPr>
              <a:t>CURSO: </a:t>
            </a:r>
            <a:r>
              <a:rPr lang="es-CO" sz="2000" dirty="0">
                <a:solidFill>
                  <a:prstClr val="white"/>
                </a:solidFill>
                <a:latin typeface="Bahnschrift Light SemiCondensed" panose="020B0502040204020203" pitchFamily="34" charset="0"/>
              </a:rPr>
              <a:t>“ALGORITMOS Y </a:t>
            </a:r>
            <a:r>
              <a:rPr lang="es-CO" sz="2000" b="1" dirty="0">
                <a:solidFill>
                  <a:prstClr val="white"/>
                </a:solidFill>
                <a:latin typeface="Bahnschrift Light SemiCondensed" panose="020B0502040204020203" pitchFamily="34" charset="0"/>
              </a:rPr>
              <a:t>PROGRAMACIÓN </a:t>
            </a:r>
            <a:r>
              <a:rPr lang="es-CO" sz="2000" dirty="0">
                <a:solidFill>
                  <a:prstClr val="white"/>
                </a:solidFill>
                <a:latin typeface="Bahnschrift Light SemiCondensed" panose="020B0502040204020203" pitchFamily="34" charset="0"/>
              </a:rPr>
              <a:t>"</a:t>
            </a:r>
          </a:p>
          <a:p>
            <a:pPr lvl="0" algn="ctr">
              <a:defRPr/>
            </a:pPr>
            <a:r>
              <a:rPr lang="es-CO" sz="2000" b="1" dirty="0">
                <a:ln/>
                <a:solidFill>
                  <a:prstClr val="white"/>
                </a:solidFill>
                <a:effectLst>
                  <a:outerShdw blurRad="38100" dist="38100" dir="2700000" algn="tl">
                    <a:srgbClr val="000000">
                      <a:alpha val="43137"/>
                    </a:srgbClr>
                  </a:outerShdw>
                </a:effectLst>
              </a:rPr>
              <a:t>DOCENTE: </a:t>
            </a:r>
            <a:r>
              <a:rPr lang="es-CO" sz="2000" b="1" dirty="0">
                <a:solidFill>
                  <a:prstClr val="white"/>
                </a:solidFill>
                <a:latin typeface="Bahnschrift Light SemiCondensed" panose="020B0502040204020203" pitchFamily="34" charset="0"/>
              </a:rPr>
              <a:t>JAIRO HERNANDO RAMÍREZ MARÍN</a:t>
            </a:r>
          </a:p>
        </p:txBody>
      </p:sp>
    </p:spTree>
    <p:extLst>
      <p:ext uri="{BB962C8B-B14F-4D97-AF65-F5344CB8AC3E}">
        <p14:creationId xmlns:p14="http://schemas.microsoft.com/office/powerpoint/2010/main" val="40148419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0" presetClass="entr" presetSubtype="0"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800" decel="100000"/>
                                        <p:tgtEl>
                                          <p:spTgt spid="5"/>
                                        </p:tgtEl>
                                      </p:cBhvr>
                                    </p:animEffect>
                                    <p:anim calcmode="lin" valueType="num">
                                      <p:cBhvr>
                                        <p:cTn id="8" dur="800" decel="100000" fill="hold"/>
                                        <p:tgtEl>
                                          <p:spTgt spid="5"/>
                                        </p:tgtEl>
                                        <p:attrNameLst>
                                          <p:attrName>style.rotation</p:attrName>
                                        </p:attrNameLst>
                                      </p:cBhvr>
                                      <p:tavLst>
                                        <p:tav tm="0">
                                          <p:val>
                                            <p:fltVal val="-90"/>
                                          </p:val>
                                        </p:tav>
                                        <p:tav tm="100000">
                                          <p:val>
                                            <p:fltVal val="0"/>
                                          </p:val>
                                        </p:tav>
                                      </p:tavLst>
                                    </p:anim>
                                    <p:anim calcmode="lin" valueType="num">
                                      <p:cBhvr>
                                        <p:cTn id="9" dur="800" decel="100000" fill="hold"/>
                                        <p:tgtEl>
                                          <p:spTgt spid="5"/>
                                        </p:tgtEl>
                                        <p:attrNameLst>
                                          <p:attrName>ppt_x</p:attrName>
                                        </p:attrNameLst>
                                      </p:cBhvr>
                                      <p:tavLst>
                                        <p:tav tm="0">
                                          <p:val>
                                            <p:strVal val="#ppt_x+0.4"/>
                                          </p:val>
                                        </p:tav>
                                        <p:tav tm="100000">
                                          <p:val>
                                            <p:strVal val="#ppt_x-0.05"/>
                                          </p:val>
                                        </p:tav>
                                      </p:tavLst>
                                    </p:anim>
                                    <p:anim calcmode="lin" valueType="num">
                                      <p:cBhvr>
                                        <p:cTn id="10" dur="800" decel="100000" fill="hold"/>
                                        <p:tgtEl>
                                          <p:spTgt spid="5"/>
                                        </p:tgtEl>
                                        <p:attrNameLst>
                                          <p:attrName>ppt_y</p:attrName>
                                        </p:attrNameLst>
                                      </p:cBhvr>
                                      <p:tavLst>
                                        <p:tav tm="0">
                                          <p:val>
                                            <p:strVal val="#ppt_y-0.4"/>
                                          </p:val>
                                        </p:tav>
                                        <p:tav tm="100000">
                                          <p:val>
                                            <p:strVal val="#ppt_y+0.1"/>
                                          </p:val>
                                        </p:tav>
                                      </p:tavLst>
                                    </p:anim>
                                    <p:anim calcmode="lin" valueType="num">
                                      <p:cBhvr>
                                        <p:cTn id="11" dur="200" accel="100000" fill="hold">
                                          <p:stCondLst>
                                            <p:cond delay="800"/>
                                          </p:stCondLst>
                                        </p:cTn>
                                        <p:tgtEl>
                                          <p:spTgt spid="5"/>
                                        </p:tgtEl>
                                        <p:attrNameLst>
                                          <p:attrName>ppt_x</p:attrName>
                                        </p:attrNameLst>
                                      </p:cBhvr>
                                      <p:tavLst>
                                        <p:tav tm="0">
                                          <p:val>
                                            <p:strVal val="#ppt_x-0.05"/>
                                          </p:val>
                                        </p:tav>
                                        <p:tav tm="100000">
                                          <p:val>
                                            <p:strVal val="#ppt_x"/>
                                          </p:val>
                                        </p:tav>
                                      </p:tavLst>
                                    </p:anim>
                                    <p:anim calcmode="lin" valueType="num">
                                      <p:cBhvr>
                                        <p:cTn id="12" dur="200" accel="100000" fill="hold">
                                          <p:stCondLst>
                                            <p:cond delay="800"/>
                                          </p:stCondLst>
                                        </p:cTn>
                                        <p:tgtEl>
                                          <p:spTgt spid="5"/>
                                        </p:tgtEl>
                                        <p:attrNameLst>
                                          <p:attrName>ppt_y</p:attrName>
                                        </p:attrNameLst>
                                      </p:cBhvr>
                                      <p:tavLst>
                                        <p:tav tm="0">
                                          <p:val>
                                            <p:strVal val="#ppt_y+0.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989994" y="0"/>
            <a:ext cx="11369040" cy="914400"/>
          </a:xfrm>
        </p:spPr>
        <p:txBody>
          <a:bodyPr>
            <a:noAutofit/>
          </a:bodyPr>
          <a:lstStyle/>
          <a:p>
            <a:pPr algn="ctr"/>
            <a:r>
              <a:rPr lang="es-CO" sz="3800" b="1" dirty="0">
                <a:latin typeface="Bahnschrift Light SemiCondensed" panose="020B0502040204020203" pitchFamily="34" charset="0"/>
              </a:rPr>
              <a:t>“MÉTODOS DE ORDENAMIENTO C++”</a:t>
            </a:r>
          </a:p>
        </p:txBody>
      </p:sp>
      <p:sp>
        <p:nvSpPr>
          <p:cNvPr id="7" name="CuadroTexto 6">
            <a:extLst>
              <a:ext uri="{FF2B5EF4-FFF2-40B4-BE49-F238E27FC236}">
                <a16:creationId xmlns:a16="http://schemas.microsoft.com/office/drawing/2014/main" id="{B3245438-2EFA-4DBF-85CF-60E0A78BBF68}"/>
              </a:ext>
            </a:extLst>
          </p:cNvPr>
          <p:cNvSpPr txBox="1"/>
          <p:nvPr/>
        </p:nvSpPr>
        <p:spPr>
          <a:xfrm>
            <a:off x="989994" y="1087225"/>
            <a:ext cx="10551766" cy="4592215"/>
          </a:xfrm>
          <a:prstGeom prst="rect">
            <a:avLst/>
          </a:prstGeom>
          <a:solidFill>
            <a:schemeClr val="accent5">
              <a:lumMod val="20000"/>
              <a:lumOff val="80000"/>
            </a:schemeClr>
          </a:solidFill>
          <a:scene3d>
            <a:camera prst="orthographicFront"/>
            <a:lightRig rig="flat" dir="t"/>
          </a:scene3d>
          <a:sp3d/>
        </p:spPr>
        <p:style>
          <a:lnRef idx="0">
            <a:scrgbClr r="0" g="0" b="0"/>
          </a:lnRef>
          <a:fillRef idx="0">
            <a:scrgbClr r="0" g="0" b="0"/>
          </a:fillRef>
          <a:effectRef idx="0">
            <a:scrgbClr r="0" g="0" b="0"/>
          </a:effectRef>
          <a:fontRef idx="minor">
            <a:schemeClr val="dk1"/>
          </a:fontRef>
        </p:style>
        <p:txBody>
          <a:bodyPr spcFirstLastPara="0" vert="horz" wrap="square" lIns="121920" tIns="121920" rIns="121920" bIns="121920" numCol="1" spcCol="1270" anchor="ctr" anchorCtr="0">
            <a:noAutofit/>
          </a:bodyPr>
          <a:lstStyle/>
          <a:p>
            <a:pPr lvl="0" algn="just" fontAlgn="base">
              <a:spcBef>
                <a:spcPct val="50000"/>
              </a:spcBef>
              <a:spcAft>
                <a:spcPct val="0"/>
              </a:spcAft>
              <a:defRPr/>
            </a:pPr>
            <a:r>
              <a:rPr lang="es-MX" sz="2800" dirty="0">
                <a:solidFill>
                  <a:prstClr val="black"/>
                </a:solidFill>
                <a:latin typeface="Arial Narrow" pitchFamily="34" charset="0"/>
              </a:rPr>
              <a:t>Existen múltiples tipos de métodos de ordenamiento.  En esta presentación sólo veremos el funcionamiento del </a:t>
            </a:r>
            <a:r>
              <a:rPr lang="es-MX" sz="3600" b="1" spc="50" dirty="0">
                <a:ln w="11430">
                  <a:solidFill>
                    <a:prstClr val="white"/>
                  </a:solidFill>
                </a:ln>
                <a:solidFill>
                  <a:prstClr val="black"/>
                </a:solidFill>
                <a:effectLst>
                  <a:outerShdw blurRad="76200" dist="50800" dir="5400000" algn="tl" rotWithShape="0">
                    <a:srgbClr val="000000">
                      <a:alpha val="65000"/>
                    </a:srgbClr>
                  </a:outerShdw>
                </a:effectLst>
                <a:latin typeface="Arial Narrow" panose="020B0606020202030204" pitchFamily="34" charset="0"/>
              </a:rPr>
              <a:t>MÉTODO DE INTERCAMBIO DIRECTO (Burbuja) </a:t>
            </a:r>
            <a:r>
              <a:rPr lang="es-MX" sz="2800" dirty="0">
                <a:solidFill>
                  <a:prstClr val="black"/>
                </a:solidFill>
                <a:latin typeface="Arial Narrow" pitchFamily="34" charset="0"/>
              </a:rPr>
              <a:t>y </a:t>
            </a:r>
            <a:r>
              <a:rPr lang="es-MX" sz="3600" b="1" spc="50" dirty="0">
                <a:ln w="11430">
                  <a:solidFill>
                    <a:prstClr val="white"/>
                  </a:solidFill>
                </a:ln>
                <a:solidFill>
                  <a:prstClr val="black"/>
                </a:solidFill>
                <a:effectLst>
                  <a:outerShdw blurRad="76200" dist="50800" dir="5400000" algn="tl" rotWithShape="0">
                    <a:srgbClr val="000000">
                      <a:alpha val="65000"/>
                    </a:srgbClr>
                  </a:outerShdw>
                </a:effectLst>
                <a:latin typeface="Arial Narrow" panose="020B0606020202030204" pitchFamily="34" charset="0"/>
              </a:rPr>
              <a:t>EL MÉTODO DE SELECCIÓN DIRECTA</a:t>
            </a:r>
            <a:r>
              <a:rPr lang="es-MX" sz="2800" b="1" dirty="0">
                <a:solidFill>
                  <a:srgbClr val="53548A"/>
                </a:solidFill>
                <a:latin typeface="Arial Narrow" pitchFamily="34" charset="0"/>
              </a:rPr>
              <a:t>.</a:t>
            </a:r>
          </a:p>
          <a:p>
            <a:pPr lvl="0" algn="just" fontAlgn="base">
              <a:spcBef>
                <a:spcPct val="50000"/>
              </a:spcBef>
              <a:spcAft>
                <a:spcPct val="0"/>
              </a:spcAft>
              <a:defRPr/>
            </a:pPr>
            <a:r>
              <a:rPr lang="es-MX" sz="2800" dirty="0">
                <a:solidFill>
                  <a:prstClr val="black"/>
                </a:solidFill>
                <a:latin typeface="Arial Narrow" pitchFamily="34" charset="0"/>
              </a:rPr>
              <a:t>Existen otros métodos que son un poco más complejos; pero a su vez realizan un ordenamiento mucho más rápido y con mayor eficacia.</a:t>
            </a:r>
          </a:p>
          <a:p>
            <a:pPr lvl="0" fontAlgn="base">
              <a:spcBef>
                <a:spcPct val="50000"/>
              </a:spcBef>
              <a:spcAft>
                <a:spcPct val="0"/>
              </a:spcAft>
              <a:defRPr/>
            </a:pPr>
            <a:r>
              <a:rPr lang="es-MX" sz="2800" dirty="0">
                <a:solidFill>
                  <a:prstClr val="black"/>
                </a:solidFill>
                <a:latin typeface="Arial Narrow" pitchFamily="34" charset="0"/>
              </a:rPr>
              <a:t>Otros métodos de ordenamiento son: </a:t>
            </a:r>
            <a:r>
              <a:rPr lang="es-MX" sz="2800" b="1" dirty="0">
                <a:solidFill>
                  <a:prstClr val="black"/>
                </a:solidFill>
                <a:latin typeface="Arial Narrow" pitchFamily="34" charset="0"/>
              </a:rPr>
              <a:t>Método Inserción directa (Baraja), Método Shell y Método Quick </a:t>
            </a:r>
            <a:r>
              <a:rPr lang="es-MX" sz="2800" b="1" dirty="0" err="1">
                <a:solidFill>
                  <a:prstClr val="black"/>
                </a:solidFill>
                <a:latin typeface="Arial Narrow" pitchFamily="34" charset="0"/>
              </a:rPr>
              <a:t>Sort</a:t>
            </a:r>
            <a:r>
              <a:rPr lang="es-MX" sz="2800" b="1" dirty="0">
                <a:solidFill>
                  <a:prstClr val="black"/>
                </a:solidFill>
                <a:latin typeface="Arial Narrow" pitchFamily="34" charset="0"/>
              </a:rPr>
              <a:t> (es el método más óptimo).</a:t>
            </a:r>
          </a:p>
        </p:txBody>
      </p:sp>
    </p:spTree>
    <p:extLst>
      <p:ext uri="{BB962C8B-B14F-4D97-AF65-F5344CB8AC3E}">
        <p14:creationId xmlns:p14="http://schemas.microsoft.com/office/powerpoint/2010/main" val="27340182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up)">
                                      <p:cBhvr>
                                        <p:cTn id="7" dur="1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989994" y="0"/>
            <a:ext cx="11369040" cy="914400"/>
          </a:xfrm>
        </p:spPr>
        <p:txBody>
          <a:bodyPr>
            <a:noAutofit/>
          </a:bodyPr>
          <a:lstStyle/>
          <a:p>
            <a:pPr algn="ctr"/>
            <a:r>
              <a:rPr lang="es-CO" sz="3800" b="1" dirty="0">
                <a:latin typeface="Bahnschrift Light SemiCondensed" panose="020B0502040204020203" pitchFamily="34" charset="0"/>
              </a:rPr>
              <a:t>“MÉTODOS DE ORDENAMIENTO BURBUJA C++”</a:t>
            </a:r>
          </a:p>
        </p:txBody>
      </p:sp>
      <p:sp>
        <p:nvSpPr>
          <p:cNvPr id="7" name="CuadroTexto 6">
            <a:extLst>
              <a:ext uri="{FF2B5EF4-FFF2-40B4-BE49-F238E27FC236}">
                <a16:creationId xmlns:a16="http://schemas.microsoft.com/office/drawing/2014/main" id="{B3245438-2EFA-4DBF-85CF-60E0A78BBF68}"/>
              </a:ext>
            </a:extLst>
          </p:cNvPr>
          <p:cNvSpPr txBox="1"/>
          <p:nvPr/>
        </p:nvSpPr>
        <p:spPr>
          <a:xfrm>
            <a:off x="989994" y="1087225"/>
            <a:ext cx="10551766" cy="4500775"/>
          </a:xfrm>
          <a:prstGeom prst="rect">
            <a:avLst/>
          </a:prstGeom>
          <a:solidFill>
            <a:schemeClr val="accent5">
              <a:lumMod val="20000"/>
              <a:lumOff val="80000"/>
            </a:schemeClr>
          </a:solidFill>
          <a:scene3d>
            <a:camera prst="orthographicFront"/>
            <a:lightRig rig="flat" dir="t"/>
          </a:scene3d>
          <a:sp3d/>
        </p:spPr>
        <p:style>
          <a:lnRef idx="0">
            <a:scrgbClr r="0" g="0" b="0"/>
          </a:lnRef>
          <a:fillRef idx="0">
            <a:scrgbClr r="0" g="0" b="0"/>
          </a:fillRef>
          <a:effectRef idx="0">
            <a:scrgbClr r="0" g="0" b="0"/>
          </a:effectRef>
          <a:fontRef idx="minor">
            <a:schemeClr val="dk1"/>
          </a:fontRef>
        </p:style>
        <p:txBody>
          <a:bodyPr spcFirstLastPara="0" vert="horz" wrap="square" lIns="121920" tIns="121920" rIns="121920" bIns="121920" numCol="1" spcCol="1270" anchor="ctr" anchorCtr="0">
            <a:noAutofit/>
          </a:bodyPr>
          <a:lstStyle/>
          <a:p>
            <a:pPr algn="just">
              <a:spcBef>
                <a:spcPct val="50000"/>
              </a:spcBef>
            </a:pPr>
            <a:r>
              <a:rPr lang="es-MX" sz="2800" dirty="0">
                <a:solidFill>
                  <a:prstClr val="black"/>
                </a:solidFill>
                <a:latin typeface="Arial Narrow" pitchFamily="34" charset="0"/>
              </a:rPr>
              <a:t>La Ordenación de burbuja (</a:t>
            </a:r>
            <a:r>
              <a:rPr lang="es-MX" sz="2800" dirty="0" err="1">
                <a:solidFill>
                  <a:prstClr val="black"/>
                </a:solidFill>
                <a:latin typeface="Arial Narrow" pitchFamily="34" charset="0"/>
              </a:rPr>
              <a:t>Bubble</a:t>
            </a:r>
            <a:r>
              <a:rPr lang="es-MX" sz="2800" dirty="0">
                <a:solidFill>
                  <a:prstClr val="black"/>
                </a:solidFill>
                <a:latin typeface="Arial Narrow" pitchFamily="34" charset="0"/>
              </a:rPr>
              <a:t> </a:t>
            </a:r>
            <a:r>
              <a:rPr lang="es-MX" sz="2800" dirty="0" err="1">
                <a:solidFill>
                  <a:prstClr val="black"/>
                </a:solidFill>
                <a:latin typeface="Arial Narrow" pitchFamily="34" charset="0"/>
              </a:rPr>
              <a:t>Sort</a:t>
            </a:r>
            <a:r>
              <a:rPr lang="es-MX" sz="2800" dirty="0">
                <a:solidFill>
                  <a:prstClr val="black"/>
                </a:solidFill>
                <a:latin typeface="Arial Narrow" pitchFamily="34" charset="0"/>
              </a:rPr>
              <a:t> en inglés) </a:t>
            </a:r>
            <a:r>
              <a:rPr lang="es-ES" sz="2800" b="1" dirty="0">
                <a:latin typeface="Arial Narrow" pitchFamily="34" charset="0"/>
              </a:rPr>
              <a:t>Es el método más utilizado </a:t>
            </a:r>
            <a:r>
              <a:rPr lang="es-ES" sz="2800" dirty="0">
                <a:latin typeface="Arial Narrow" pitchFamily="34" charset="0"/>
              </a:rPr>
              <a:t>entre los estudiantes de computación, por su fácil comprensión y programación; pero es probablemente </a:t>
            </a:r>
            <a:r>
              <a:rPr lang="es-ES" sz="2800" b="1" dirty="0">
                <a:latin typeface="Arial Narrow" pitchFamily="34" charset="0"/>
              </a:rPr>
              <a:t>el método más ineficiente</a:t>
            </a:r>
            <a:r>
              <a:rPr lang="es-MX" sz="2800" dirty="0">
                <a:latin typeface="Arial Narrow" pitchFamily="34" charset="0"/>
              </a:rPr>
              <a:t>; ya que realiza muchas comparaciones y a su vez realiza muchos intercambios</a:t>
            </a:r>
            <a:r>
              <a:rPr lang="es-ES" sz="2800" dirty="0">
                <a:latin typeface="Arial Narrow" pitchFamily="34" charset="0"/>
              </a:rPr>
              <a:t>. </a:t>
            </a:r>
            <a:r>
              <a:rPr lang="es-CO" sz="2800" dirty="0">
                <a:latin typeface="Arial Narrow" pitchFamily="34" charset="0"/>
              </a:rPr>
              <a:t>Se llama método burbuja haciendo una semejanza con las burbujas de agua en un botella, donde las más pesadas van subiendo a la parte superior.  </a:t>
            </a:r>
          </a:p>
          <a:p>
            <a:pPr algn="just">
              <a:spcBef>
                <a:spcPct val="50000"/>
              </a:spcBef>
            </a:pPr>
            <a:r>
              <a:rPr lang="es-CO" sz="2800" dirty="0">
                <a:latin typeface="Arial Narrow" pitchFamily="34" charset="0"/>
              </a:rPr>
              <a:t>Este método puede trabajar de dos maneras diferentes: una es llevando los elementos más pequeños hacia la parte izquierda del arreglo o bien llevando los elementos más grandes hacia la parte derecha. </a:t>
            </a:r>
            <a:endParaRPr lang="es-ES" sz="2800" dirty="0">
              <a:latin typeface="Arial Narrow" pitchFamily="34" charset="0"/>
            </a:endParaRPr>
          </a:p>
        </p:txBody>
      </p:sp>
    </p:spTree>
    <p:extLst>
      <p:ext uri="{BB962C8B-B14F-4D97-AF65-F5344CB8AC3E}">
        <p14:creationId xmlns:p14="http://schemas.microsoft.com/office/powerpoint/2010/main" val="8651478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up)">
                                      <p:cBhvr>
                                        <p:cTn id="7" dur="1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uadroTexto 6">
            <a:extLst>
              <a:ext uri="{FF2B5EF4-FFF2-40B4-BE49-F238E27FC236}">
                <a16:creationId xmlns:a16="http://schemas.microsoft.com/office/drawing/2014/main" id="{B3245438-2EFA-4DBF-85CF-60E0A78BBF68}"/>
              </a:ext>
            </a:extLst>
          </p:cNvPr>
          <p:cNvSpPr txBox="1"/>
          <p:nvPr/>
        </p:nvSpPr>
        <p:spPr>
          <a:xfrm>
            <a:off x="989994" y="1087225"/>
            <a:ext cx="10782906" cy="4170575"/>
          </a:xfrm>
          <a:prstGeom prst="rect">
            <a:avLst/>
          </a:prstGeom>
          <a:solidFill>
            <a:schemeClr val="accent5">
              <a:lumMod val="20000"/>
              <a:lumOff val="80000"/>
            </a:schemeClr>
          </a:solidFill>
          <a:scene3d>
            <a:camera prst="orthographicFront"/>
            <a:lightRig rig="flat" dir="t"/>
          </a:scene3d>
          <a:sp3d/>
        </p:spPr>
        <p:style>
          <a:lnRef idx="0">
            <a:scrgbClr r="0" g="0" b="0"/>
          </a:lnRef>
          <a:fillRef idx="0">
            <a:scrgbClr r="0" g="0" b="0"/>
          </a:fillRef>
          <a:effectRef idx="0">
            <a:scrgbClr r="0" g="0" b="0"/>
          </a:effectRef>
          <a:fontRef idx="minor">
            <a:schemeClr val="dk1"/>
          </a:fontRef>
        </p:style>
        <p:txBody>
          <a:bodyPr spcFirstLastPara="0" vert="horz" wrap="square" lIns="121920" tIns="121920" rIns="121920" bIns="121920" numCol="1" spcCol="1270" anchor="ctr" anchorCtr="0">
            <a:noAutofit/>
          </a:bodyPr>
          <a:lstStyle/>
          <a:p>
            <a:pPr algn="just">
              <a:spcBef>
                <a:spcPct val="50000"/>
              </a:spcBef>
            </a:pPr>
            <a:r>
              <a:rPr lang="es-ES" sz="2800" dirty="0">
                <a:latin typeface="Arial Narrow" pitchFamily="34" charset="0"/>
              </a:rPr>
              <a:t>La idea básica de este algoritmo consiste en </a:t>
            </a:r>
            <a:r>
              <a:rPr lang="es-MX" sz="2800" dirty="0">
                <a:latin typeface="Arial Narrow" pitchFamily="34" charset="0"/>
              </a:rPr>
              <a:t>comparar elementos adyacentes </a:t>
            </a:r>
            <a:r>
              <a:rPr lang="es-ES" sz="2800" dirty="0">
                <a:latin typeface="Arial Narrow" pitchFamily="34" charset="0"/>
              </a:rPr>
              <a:t>e intercambiarlos entre sí</a:t>
            </a:r>
            <a:r>
              <a:rPr lang="es-MX" sz="2800" dirty="0">
                <a:latin typeface="Arial Narrow" pitchFamily="34" charset="0"/>
              </a:rPr>
              <a:t> cuando cumplen una determinada condición, </a:t>
            </a:r>
            <a:r>
              <a:rPr lang="es-ES" sz="2800" dirty="0">
                <a:latin typeface="Arial Narrow" pitchFamily="34" charset="0"/>
              </a:rPr>
              <a:t>hasta que todos se encuentran ordenados. </a:t>
            </a:r>
            <a:r>
              <a:rPr lang="es-MX" sz="2800" dirty="0">
                <a:latin typeface="Arial Narrow" pitchFamily="34" charset="0"/>
              </a:rPr>
              <a:t>Para esto se realizan </a:t>
            </a:r>
            <a:r>
              <a:rPr lang="es-MX" sz="2800" b="1" spc="50" dirty="0">
                <a:ln w="11430">
                  <a:solidFill>
                    <a:schemeClr val="bg1"/>
                  </a:solidFill>
                </a:ln>
                <a:effectLst>
                  <a:outerShdw blurRad="76200" dist="50800" dir="5400000" algn="tl" rotWithShape="0">
                    <a:srgbClr val="000000">
                      <a:alpha val="65000"/>
                    </a:srgbClr>
                  </a:outerShdw>
                </a:effectLst>
                <a:latin typeface="Arial Narrow" panose="020B0606020202030204" pitchFamily="34" charset="0"/>
              </a:rPr>
              <a:t>DOS CICLOS QUE EMPIEZAN EN 0 Y VAN HASTA QUE SEA &lt; N</a:t>
            </a:r>
            <a:r>
              <a:rPr lang="es-ES" sz="2800" b="1" spc="50" dirty="0">
                <a:ln w="11430">
                  <a:solidFill>
                    <a:schemeClr val="bg1"/>
                  </a:solidFill>
                </a:ln>
                <a:effectLst>
                  <a:outerShdw blurRad="76200" dist="50800" dir="5400000" algn="tl" rotWithShape="0">
                    <a:srgbClr val="000000">
                      <a:alpha val="65000"/>
                    </a:srgbClr>
                  </a:outerShdw>
                </a:effectLst>
                <a:latin typeface="Arial Narrow" panose="020B0606020202030204" pitchFamily="34" charset="0"/>
              </a:rPr>
              <a:t>-1 </a:t>
            </a:r>
            <a:r>
              <a:rPr lang="es-MX" sz="2800" dirty="0">
                <a:latin typeface="Arial Narrow" pitchFamily="34" charset="0"/>
              </a:rPr>
              <a:t>(Siendo N la dimensión del vector).  El primer ciclo es el que es conocido como el </a:t>
            </a:r>
            <a:r>
              <a:rPr lang="es-MX" sz="2800" b="1" spc="50" dirty="0">
                <a:ln w="11430">
                  <a:solidFill>
                    <a:schemeClr val="bg1"/>
                  </a:solidFill>
                </a:ln>
                <a:effectLst>
                  <a:outerShdw blurRad="76200" dist="50800" dir="5400000" algn="tl" rotWithShape="0">
                    <a:srgbClr val="000000">
                      <a:alpha val="65000"/>
                    </a:srgbClr>
                  </a:outerShdw>
                </a:effectLst>
                <a:latin typeface="Arial Narrow" panose="020B0606020202030204" pitchFamily="34" charset="0"/>
              </a:rPr>
              <a:t>CICLO DE LOS PASONES</a:t>
            </a:r>
            <a:r>
              <a:rPr lang="es-MX" sz="2800" dirty="0">
                <a:latin typeface="Arial Narrow" pitchFamily="34" charset="0"/>
              </a:rPr>
              <a:t>, mientras que el segundo como el </a:t>
            </a:r>
            <a:r>
              <a:rPr lang="es-MX" sz="2800" b="1" spc="50" dirty="0">
                <a:ln w="11430">
                  <a:solidFill>
                    <a:schemeClr val="bg1"/>
                  </a:solidFill>
                </a:ln>
                <a:effectLst>
                  <a:outerShdw blurRad="76200" dist="50800" dir="5400000" algn="tl" rotWithShape="0">
                    <a:srgbClr val="000000">
                      <a:alpha val="65000"/>
                    </a:srgbClr>
                  </a:outerShdw>
                </a:effectLst>
                <a:latin typeface="Arial Narrow" panose="020B0606020202030204" pitchFamily="34" charset="0"/>
              </a:rPr>
              <a:t>CICLO DE LAS COMPARACIONES</a:t>
            </a:r>
            <a:r>
              <a:rPr lang="es-ES" sz="2800" dirty="0">
                <a:latin typeface="Arial Narrow" pitchFamily="34" charset="0"/>
              </a:rPr>
              <a:t>. </a:t>
            </a:r>
            <a:r>
              <a:rPr lang="es-MX" sz="2800" dirty="0">
                <a:latin typeface="Arial Narrow" pitchFamily="34" charset="0"/>
              </a:rPr>
              <a:t>Cuando se habla de comparar los elementos adyacentes, se habla de usar una variable P para el segundo ciclo y compararla con su posición siguiente </a:t>
            </a:r>
            <a:r>
              <a:rPr lang="es-MX" sz="2800" b="1" spc="50" dirty="0">
                <a:ln w="11430">
                  <a:solidFill>
                    <a:schemeClr val="bg1"/>
                  </a:solidFill>
                </a:ln>
                <a:effectLst>
                  <a:outerShdw blurRad="76200" dist="50800" dir="5400000" algn="tl" rotWithShape="0">
                    <a:srgbClr val="000000">
                      <a:alpha val="65000"/>
                    </a:srgbClr>
                  </a:outerShdw>
                </a:effectLst>
                <a:latin typeface="Arial Narrow" panose="020B0606020202030204" pitchFamily="34" charset="0"/>
              </a:rPr>
              <a:t>(P+1)</a:t>
            </a:r>
            <a:r>
              <a:rPr lang="es-MX" sz="2800" dirty="0">
                <a:latin typeface="Arial Narrow" pitchFamily="34" charset="0"/>
              </a:rPr>
              <a:t>,así:</a:t>
            </a:r>
            <a:endParaRPr lang="es-ES" sz="2800" b="1" spc="50" dirty="0">
              <a:ln w="11430">
                <a:solidFill>
                  <a:schemeClr val="bg1"/>
                </a:solidFill>
              </a:ln>
              <a:effectLst>
                <a:outerShdw blurRad="76200" dist="50800" dir="5400000" algn="tl" rotWithShape="0">
                  <a:srgbClr val="000000">
                    <a:alpha val="65000"/>
                  </a:srgbClr>
                </a:outerShdw>
              </a:effectLst>
              <a:latin typeface="Arial Narrow" panose="020B0606020202030204" pitchFamily="34" charset="0"/>
            </a:endParaRPr>
          </a:p>
        </p:txBody>
      </p:sp>
      <p:sp>
        <p:nvSpPr>
          <p:cNvPr id="2" name="Título 1"/>
          <p:cNvSpPr>
            <a:spLocks noGrp="1"/>
          </p:cNvSpPr>
          <p:nvPr>
            <p:ph type="title"/>
          </p:nvPr>
        </p:nvSpPr>
        <p:spPr>
          <a:xfrm>
            <a:off x="989994" y="0"/>
            <a:ext cx="11369040" cy="914400"/>
          </a:xfrm>
        </p:spPr>
        <p:txBody>
          <a:bodyPr>
            <a:noAutofit/>
          </a:bodyPr>
          <a:lstStyle/>
          <a:p>
            <a:pPr algn="ctr"/>
            <a:r>
              <a:rPr lang="es-CO" sz="3800" b="1" dirty="0">
                <a:latin typeface="Bahnschrift Light SemiCondensed" panose="020B0502040204020203" pitchFamily="34" charset="0"/>
              </a:rPr>
              <a:t>“MÉTODOS DE ORDENAMIENTO BURBUJA C++”</a:t>
            </a:r>
          </a:p>
        </p:txBody>
      </p:sp>
      <p:pic>
        <p:nvPicPr>
          <p:cNvPr id="6" name="Picture 2">
            <a:extLst>
              <a:ext uri="{FF2B5EF4-FFF2-40B4-BE49-F238E27FC236}">
                <a16:creationId xmlns:a16="http://schemas.microsoft.com/office/drawing/2014/main" id="{0743D933-4D46-46D6-AF0E-5BB5F178C474}"/>
              </a:ext>
            </a:extLst>
          </p:cNvPr>
          <p:cNvPicPr>
            <a:picLocks noChangeAspect="1" noChangeArrowheads="1" noCrop="1"/>
          </p:cNvPicPr>
          <p:nvPr/>
        </p:nvPicPr>
        <p:blipFill>
          <a:blip r:embed="rId2">
            <a:extLst>
              <a:ext uri="{28A0092B-C50C-407E-A947-70E740481C1C}">
                <a14:useLocalDpi xmlns:a14="http://schemas.microsoft.com/office/drawing/2010/main" val="0"/>
              </a:ext>
            </a:extLst>
          </a:blip>
          <a:srcRect/>
          <a:stretch>
            <a:fillRect/>
          </a:stretch>
        </p:blipFill>
        <p:spPr bwMode="auto">
          <a:xfrm>
            <a:off x="6210300" y="5257800"/>
            <a:ext cx="4226560" cy="1966905"/>
          </a:xfrm>
          <a:prstGeom prst="rect">
            <a:avLst/>
          </a:prstGeom>
          <a:noFill/>
          <a:extLst>
            <a:ext uri="{909E8E84-426E-40DD-AFC4-6F175D3DCCD1}">
              <a14:hiddenFill xmlns:a14="http://schemas.microsoft.com/office/drawing/2010/main">
                <a:solidFill>
                  <a:srgbClr val="FFFFFF"/>
                </a:solidFill>
              </a14:hiddenFill>
            </a:ext>
          </a:extLst>
        </p:spPr>
      </p:pic>
      <p:pic>
        <p:nvPicPr>
          <p:cNvPr id="4" name="Imagen 3">
            <a:extLst>
              <a:ext uri="{FF2B5EF4-FFF2-40B4-BE49-F238E27FC236}">
                <a16:creationId xmlns:a16="http://schemas.microsoft.com/office/drawing/2014/main" id="{4E336BC5-8F72-4DBB-AD95-1A95BD7100D9}"/>
              </a:ext>
            </a:extLst>
          </p:cNvPr>
          <p:cNvPicPr>
            <a:picLocks noChangeAspect="1"/>
          </p:cNvPicPr>
          <p:nvPr/>
        </p:nvPicPr>
        <p:blipFill>
          <a:blip r:embed="rId3"/>
          <a:stretch>
            <a:fillRect/>
          </a:stretch>
        </p:blipFill>
        <p:spPr>
          <a:xfrm>
            <a:off x="925512" y="5765800"/>
            <a:ext cx="5170488" cy="914400"/>
          </a:xfrm>
          <a:prstGeom prst="rect">
            <a:avLst/>
          </a:prstGeom>
        </p:spPr>
      </p:pic>
    </p:spTree>
    <p:extLst>
      <p:ext uri="{BB962C8B-B14F-4D97-AF65-F5344CB8AC3E}">
        <p14:creationId xmlns:p14="http://schemas.microsoft.com/office/powerpoint/2010/main" val="42752653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up)">
                                      <p:cBhvr>
                                        <p:cTn id="7" dur="1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Grupo 5">
            <a:extLst>
              <a:ext uri="{FF2B5EF4-FFF2-40B4-BE49-F238E27FC236}">
                <a16:creationId xmlns:a16="http://schemas.microsoft.com/office/drawing/2014/main" id="{C46E6EA3-8420-747C-DE4C-6D711709F5CB}"/>
              </a:ext>
            </a:extLst>
          </p:cNvPr>
          <p:cNvGrpSpPr/>
          <p:nvPr/>
        </p:nvGrpSpPr>
        <p:grpSpPr>
          <a:xfrm>
            <a:off x="5858148" y="1648844"/>
            <a:ext cx="5181002" cy="1166698"/>
            <a:chOff x="5858148" y="1648844"/>
            <a:chExt cx="5181002" cy="1166698"/>
          </a:xfrm>
        </p:grpSpPr>
        <p:grpSp>
          <p:nvGrpSpPr>
            <p:cNvPr id="8" name="Group 10">
              <a:extLst>
                <a:ext uri="{FF2B5EF4-FFF2-40B4-BE49-F238E27FC236}">
                  <a16:creationId xmlns:a16="http://schemas.microsoft.com/office/drawing/2014/main" id="{8D12C680-7090-4A3C-A39B-6591B5122898}"/>
                </a:ext>
              </a:extLst>
            </p:cNvPr>
            <p:cNvGrpSpPr>
              <a:grpSpLocks/>
            </p:cNvGrpSpPr>
            <p:nvPr/>
          </p:nvGrpSpPr>
          <p:grpSpPr bwMode="auto">
            <a:xfrm>
              <a:off x="5858148" y="1653491"/>
              <a:ext cx="4495800" cy="1162051"/>
              <a:chOff x="2736" y="1623"/>
              <a:chExt cx="2832" cy="732"/>
            </a:xfrm>
          </p:grpSpPr>
          <p:sp>
            <p:nvSpPr>
              <p:cNvPr id="9" name="Rectangle 11">
                <a:extLst>
                  <a:ext uri="{FF2B5EF4-FFF2-40B4-BE49-F238E27FC236}">
                    <a16:creationId xmlns:a16="http://schemas.microsoft.com/office/drawing/2014/main" id="{5A22FCB5-F768-47D9-9BC4-2C779D52E5D2}"/>
                  </a:ext>
                </a:extLst>
              </p:cNvPr>
              <p:cNvSpPr>
                <a:spLocks noChangeArrowheads="1"/>
              </p:cNvSpPr>
              <p:nvPr/>
            </p:nvSpPr>
            <p:spPr bwMode="auto">
              <a:xfrm>
                <a:off x="3415" y="1623"/>
                <a:ext cx="431" cy="432"/>
              </a:xfrm>
              <a:prstGeom prst="rect">
                <a:avLst/>
              </a:prstGeom>
              <a:solidFill>
                <a:schemeClr val="bg1">
                  <a:lumMod val="85000"/>
                </a:schemeClr>
              </a:solidFill>
              <a:ln w="38100">
                <a:solidFill>
                  <a:schemeClr val="tx1"/>
                </a:solidFill>
                <a:miter lim="800000"/>
                <a:headEnd/>
                <a:tailEnd/>
              </a:ln>
            </p:spPr>
            <p:txBody>
              <a:bodyPr wrap="none" anchor="ctr"/>
              <a:lstStyle/>
              <a:p>
                <a:endParaRPr lang="es-ES" sz="3200">
                  <a:latin typeface="Arial Narrow" pitchFamily="34" charset="0"/>
                </a:endParaRPr>
              </a:p>
            </p:txBody>
          </p:sp>
          <p:sp>
            <p:nvSpPr>
              <p:cNvPr id="10" name="Rectangle 12">
                <a:extLst>
                  <a:ext uri="{FF2B5EF4-FFF2-40B4-BE49-F238E27FC236}">
                    <a16:creationId xmlns:a16="http://schemas.microsoft.com/office/drawing/2014/main" id="{4178B356-9992-487B-8740-8AD3DEBC9572}"/>
                  </a:ext>
                </a:extLst>
              </p:cNvPr>
              <p:cNvSpPr>
                <a:spLocks noChangeArrowheads="1"/>
              </p:cNvSpPr>
              <p:nvPr/>
            </p:nvSpPr>
            <p:spPr bwMode="auto">
              <a:xfrm>
                <a:off x="3846" y="1623"/>
                <a:ext cx="430" cy="432"/>
              </a:xfrm>
              <a:prstGeom prst="rect">
                <a:avLst/>
              </a:prstGeom>
              <a:solidFill>
                <a:schemeClr val="bg1">
                  <a:lumMod val="85000"/>
                </a:schemeClr>
              </a:solidFill>
              <a:ln w="38100">
                <a:solidFill>
                  <a:schemeClr val="tx1"/>
                </a:solidFill>
                <a:miter lim="800000"/>
                <a:headEnd/>
                <a:tailEnd/>
              </a:ln>
            </p:spPr>
            <p:txBody>
              <a:bodyPr wrap="none" anchor="ctr"/>
              <a:lstStyle/>
              <a:p>
                <a:endParaRPr lang="es-ES" sz="3200">
                  <a:latin typeface="Arial Narrow" pitchFamily="34" charset="0"/>
                </a:endParaRPr>
              </a:p>
            </p:txBody>
          </p:sp>
          <p:sp>
            <p:nvSpPr>
              <p:cNvPr id="11" name="Rectangle 13">
                <a:extLst>
                  <a:ext uri="{FF2B5EF4-FFF2-40B4-BE49-F238E27FC236}">
                    <a16:creationId xmlns:a16="http://schemas.microsoft.com/office/drawing/2014/main" id="{D47544A5-42A6-46C3-ADB2-CD0DED93FCFC}"/>
                  </a:ext>
                </a:extLst>
              </p:cNvPr>
              <p:cNvSpPr>
                <a:spLocks noChangeArrowheads="1"/>
              </p:cNvSpPr>
              <p:nvPr/>
            </p:nvSpPr>
            <p:spPr bwMode="auto">
              <a:xfrm>
                <a:off x="4276" y="1623"/>
                <a:ext cx="431" cy="432"/>
              </a:xfrm>
              <a:prstGeom prst="rect">
                <a:avLst/>
              </a:prstGeom>
              <a:solidFill>
                <a:schemeClr val="bg1">
                  <a:lumMod val="85000"/>
                </a:schemeClr>
              </a:solidFill>
              <a:ln w="38100">
                <a:solidFill>
                  <a:schemeClr val="tx1"/>
                </a:solidFill>
                <a:miter lim="800000"/>
                <a:headEnd/>
                <a:tailEnd/>
              </a:ln>
            </p:spPr>
            <p:txBody>
              <a:bodyPr wrap="none" anchor="ctr"/>
              <a:lstStyle/>
              <a:p>
                <a:endParaRPr lang="es-ES" sz="3200">
                  <a:latin typeface="Arial Narrow" pitchFamily="34" charset="0"/>
                </a:endParaRPr>
              </a:p>
            </p:txBody>
          </p:sp>
          <p:sp>
            <p:nvSpPr>
              <p:cNvPr id="12" name="Rectangle 14">
                <a:extLst>
                  <a:ext uri="{FF2B5EF4-FFF2-40B4-BE49-F238E27FC236}">
                    <a16:creationId xmlns:a16="http://schemas.microsoft.com/office/drawing/2014/main" id="{47096320-8608-43EC-AAE3-F39B168D4A96}"/>
                  </a:ext>
                </a:extLst>
              </p:cNvPr>
              <p:cNvSpPr>
                <a:spLocks noChangeArrowheads="1"/>
              </p:cNvSpPr>
              <p:nvPr/>
            </p:nvSpPr>
            <p:spPr bwMode="auto">
              <a:xfrm>
                <a:off x="4707" y="1623"/>
                <a:ext cx="430" cy="432"/>
              </a:xfrm>
              <a:prstGeom prst="rect">
                <a:avLst/>
              </a:prstGeom>
              <a:solidFill>
                <a:schemeClr val="bg1">
                  <a:lumMod val="85000"/>
                </a:schemeClr>
              </a:solidFill>
              <a:ln w="38100">
                <a:solidFill>
                  <a:schemeClr val="tx1"/>
                </a:solidFill>
                <a:miter lim="800000"/>
                <a:headEnd/>
                <a:tailEnd/>
              </a:ln>
            </p:spPr>
            <p:txBody>
              <a:bodyPr wrap="none" anchor="ctr"/>
              <a:lstStyle/>
              <a:p>
                <a:endParaRPr lang="es-ES" sz="3200">
                  <a:latin typeface="Arial Narrow" pitchFamily="34" charset="0"/>
                </a:endParaRPr>
              </a:p>
            </p:txBody>
          </p:sp>
          <p:sp>
            <p:nvSpPr>
              <p:cNvPr id="13" name="Rectangle 15">
                <a:extLst>
                  <a:ext uri="{FF2B5EF4-FFF2-40B4-BE49-F238E27FC236}">
                    <a16:creationId xmlns:a16="http://schemas.microsoft.com/office/drawing/2014/main" id="{8EDABF87-78E1-4A29-9A11-EF6D472A9768}"/>
                  </a:ext>
                </a:extLst>
              </p:cNvPr>
              <p:cNvSpPr>
                <a:spLocks noChangeArrowheads="1"/>
              </p:cNvSpPr>
              <p:nvPr/>
            </p:nvSpPr>
            <p:spPr bwMode="auto">
              <a:xfrm>
                <a:off x="5137" y="1623"/>
                <a:ext cx="431" cy="432"/>
              </a:xfrm>
              <a:prstGeom prst="rect">
                <a:avLst/>
              </a:prstGeom>
              <a:solidFill>
                <a:schemeClr val="bg1">
                  <a:lumMod val="85000"/>
                </a:schemeClr>
              </a:solidFill>
              <a:ln w="38100">
                <a:solidFill>
                  <a:schemeClr val="tx1"/>
                </a:solidFill>
                <a:miter lim="800000"/>
                <a:headEnd/>
                <a:tailEnd/>
              </a:ln>
            </p:spPr>
            <p:txBody>
              <a:bodyPr wrap="none" anchor="ctr"/>
              <a:lstStyle/>
              <a:p>
                <a:endParaRPr lang="es-ES" sz="3200">
                  <a:latin typeface="Arial Narrow" pitchFamily="34" charset="0"/>
                </a:endParaRPr>
              </a:p>
            </p:txBody>
          </p:sp>
          <p:sp>
            <p:nvSpPr>
              <p:cNvPr id="14" name="Text Box 16">
                <a:extLst>
                  <a:ext uri="{FF2B5EF4-FFF2-40B4-BE49-F238E27FC236}">
                    <a16:creationId xmlns:a16="http://schemas.microsoft.com/office/drawing/2014/main" id="{77B7F0B2-524A-4F7F-80F6-3A9DDE8E6C16}"/>
                  </a:ext>
                </a:extLst>
              </p:cNvPr>
              <p:cNvSpPr txBox="1">
                <a:spLocks noChangeArrowheads="1"/>
              </p:cNvSpPr>
              <p:nvPr/>
            </p:nvSpPr>
            <p:spPr bwMode="auto">
              <a:xfrm>
                <a:off x="2736" y="1651"/>
                <a:ext cx="715" cy="365"/>
              </a:xfrm>
              <a:prstGeom prst="rect">
                <a:avLst/>
              </a:prstGeom>
              <a:noFill/>
              <a:ln w="9525">
                <a:noFill/>
                <a:miter lim="800000"/>
                <a:headEnd/>
                <a:tailEnd/>
              </a:ln>
            </p:spPr>
            <p:txBody>
              <a:bodyPr>
                <a:spAutoFit/>
              </a:bodyPr>
              <a:lstStyle/>
              <a:p>
                <a:pPr algn="l">
                  <a:spcBef>
                    <a:spcPct val="50000"/>
                  </a:spcBef>
                </a:pPr>
                <a:r>
                  <a:rPr lang="es-MX" sz="3200" b="1" dirty="0">
                    <a:latin typeface="Arial Narrow" pitchFamily="34" charset="0"/>
                  </a:rPr>
                  <a:t>VEC</a:t>
                </a:r>
                <a:endParaRPr lang="es-ES" sz="3200" b="1" dirty="0">
                  <a:latin typeface="Arial Narrow" pitchFamily="34" charset="0"/>
                </a:endParaRPr>
              </a:p>
            </p:txBody>
          </p:sp>
          <p:sp>
            <p:nvSpPr>
              <p:cNvPr id="15" name="Text Box 17">
                <a:extLst>
                  <a:ext uri="{FF2B5EF4-FFF2-40B4-BE49-F238E27FC236}">
                    <a16:creationId xmlns:a16="http://schemas.microsoft.com/office/drawing/2014/main" id="{A7042ADF-D38E-41D4-AD32-A1DF0529A80A}"/>
                  </a:ext>
                </a:extLst>
              </p:cNvPr>
              <p:cNvSpPr txBox="1">
                <a:spLocks noChangeArrowheads="1"/>
              </p:cNvSpPr>
              <p:nvPr/>
            </p:nvSpPr>
            <p:spPr bwMode="auto">
              <a:xfrm>
                <a:off x="3451" y="2064"/>
                <a:ext cx="2114" cy="291"/>
              </a:xfrm>
              <a:prstGeom prst="rect">
                <a:avLst/>
              </a:prstGeom>
              <a:noFill/>
              <a:ln w="9525">
                <a:noFill/>
                <a:miter lim="800000"/>
                <a:headEnd/>
                <a:tailEnd/>
              </a:ln>
            </p:spPr>
            <p:txBody>
              <a:bodyPr>
                <a:spAutoFit/>
              </a:bodyPr>
              <a:lstStyle/>
              <a:p>
                <a:pPr algn="l">
                  <a:spcBef>
                    <a:spcPct val="50000"/>
                  </a:spcBef>
                </a:pPr>
                <a:r>
                  <a:rPr lang="es-MX" sz="2400" dirty="0">
                    <a:latin typeface="Arial Narrow" pitchFamily="34" charset="0"/>
                  </a:rPr>
                  <a:t>  0        1        2        3        4</a:t>
                </a:r>
                <a:endParaRPr lang="es-ES" sz="2400" dirty="0">
                  <a:latin typeface="Arial Narrow" pitchFamily="34" charset="0"/>
                </a:endParaRPr>
              </a:p>
            </p:txBody>
          </p:sp>
          <p:sp>
            <p:nvSpPr>
              <p:cNvPr id="16" name="Rectangle 18">
                <a:extLst>
                  <a:ext uri="{FF2B5EF4-FFF2-40B4-BE49-F238E27FC236}">
                    <a16:creationId xmlns:a16="http://schemas.microsoft.com/office/drawing/2014/main" id="{74A4D9F6-9806-4E34-81A5-B82CA908F5D6}"/>
                  </a:ext>
                </a:extLst>
              </p:cNvPr>
              <p:cNvSpPr>
                <a:spLocks noChangeArrowheads="1"/>
              </p:cNvSpPr>
              <p:nvPr/>
            </p:nvSpPr>
            <p:spPr bwMode="auto">
              <a:xfrm>
                <a:off x="5166" y="1647"/>
                <a:ext cx="361" cy="383"/>
              </a:xfrm>
              <a:prstGeom prst="rect">
                <a:avLst/>
              </a:prstGeom>
              <a:gradFill rotWithShape="1">
                <a:gsLst>
                  <a:gs pos="0">
                    <a:sysClr val="windowText" lastClr="000000">
                      <a:tint val="35000"/>
                      <a:satMod val="253000"/>
                    </a:sysClr>
                  </a:gs>
                  <a:gs pos="50000">
                    <a:sysClr val="windowText" lastClr="000000">
                      <a:tint val="42000"/>
                      <a:satMod val="255000"/>
                    </a:sysClr>
                  </a:gs>
                  <a:gs pos="97000">
                    <a:sysClr val="windowText" lastClr="000000">
                      <a:tint val="53000"/>
                      <a:satMod val="260000"/>
                    </a:sysClr>
                  </a:gs>
                  <a:gs pos="100000">
                    <a:sysClr val="windowText" lastClr="000000">
                      <a:tint val="56000"/>
                      <a:satMod val="275000"/>
                    </a:sysClr>
                  </a:gs>
                </a:gsLst>
                <a:path path="circle">
                  <a:fillToRect l="50000" t="50000" r="50000" b="50000"/>
                </a:path>
              </a:gradFill>
              <a:ln w="9525" cap="flat" cmpd="sng" algn="ctr">
                <a:solidFill>
                  <a:schemeClr val="tx1"/>
                </a:solidFill>
                <a:prstDash val="solid"/>
                <a:headEnd/>
                <a:tailEnd/>
              </a:ln>
              <a:effectLst>
                <a:outerShdw blurRad="63500" dist="25400" dir="5400000" rotWithShape="0">
                  <a:srgbClr val="000000">
                    <a:alpha val="43137"/>
                  </a:srgbClr>
                </a:outerShdw>
              </a:effectLst>
            </p:spPr>
            <p:txBody>
              <a:bodyPr wrap="none" anchor="ct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fontAlgn="base">
                  <a:spcBef>
                    <a:spcPct val="0"/>
                  </a:spcBef>
                  <a:spcAft>
                    <a:spcPct val="0"/>
                  </a:spcAft>
                </a:pPr>
                <a:r>
                  <a:rPr lang="es-MX" sz="3600" b="1" kern="0" spc="50" dirty="0">
                    <a:ln w="11430"/>
                    <a:effectLst>
                      <a:outerShdw blurRad="76200" dist="50800" dir="5400000" algn="tl" rotWithShape="0">
                        <a:srgbClr val="000000">
                          <a:alpha val="65000"/>
                        </a:srgbClr>
                      </a:outerShdw>
                    </a:effectLst>
                    <a:latin typeface="Arial Narrow" pitchFamily="34" charset="0"/>
                  </a:rPr>
                  <a:t>6</a:t>
                </a:r>
                <a:endParaRPr lang="es-ES" sz="3600" b="1" kern="0" spc="50" dirty="0">
                  <a:ln w="11430"/>
                  <a:effectLst>
                    <a:outerShdw blurRad="76200" dist="50800" dir="5400000" algn="tl" rotWithShape="0">
                      <a:srgbClr val="000000">
                        <a:alpha val="65000"/>
                      </a:srgbClr>
                    </a:outerShdw>
                  </a:effectLst>
                  <a:latin typeface="Arial Narrow" pitchFamily="34" charset="0"/>
                </a:endParaRPr>
              </a:p>
            </p:txBody>
          </p:sp>
          <p:sp>
            <p:nvSpPr>
              <p:cNvPr id="17" name="Rectangle 19">
                <a:extLst>
                  <a:ext uri="{FF2B5EF4-FFF2-40B4-BE49-F238E27FC236}">
                    <a16:creationId xmlns:a16="http://schemas.microsoft.com/office/drawing/2014/main" id="{09807102-28D1-4B18-8668-28F590073208}"/>
                  </a:ext>
                </a:extLst>
              </p:cNvPr>
              <p:cNvSpPr>
                <a:spLocks noChangeArrowheads="1"/>
              </p:cNvSpPr>
              <p:nvPr/>
            </p:nvSpPr>
            <p:spPr bwMode="auto">
              <a:xfrm>
                <a:off x="4735" y="1645"/>
                <a:ext cx="361" cy="384"/>
              </a:xfrm>
              <a:prstGeom prst="rect">
                <a:avLst/>
              </a:prstGeom>
              <a:gradFill rotWithShape="1">
                <a:gsLst>
                  <a:gs pos="0">
                    <a:sysClr val="windowText" lastClr="000000">
                      <a:tint val="35000"/>
                      <a:satMod val="253000"/>
                    </a:sysClr>
                  </a:gs>
                  <a:gs pos="50000">
                    <a:sysClr val="windowText" lastClr="000000">
                      <a:tint val="42000"/>
                      <a:satMod val="255000"/>
                    </a:sysClr>
                  </a:gs>
                  <a:gs pos="97000">
                    <a:sysClr val="windowText" lastClr="000000">
                      <a:tint val="53000"/>
                      <a:satMod val="260000"/>
                    </a:sysClr>
                  </a:gs>
                  <a:gs pos="100000">
                    <a:sysClr val="windowText" lastClr="000000">
                      <a:tint val="56000"/>
                      <a:satMod val="275000"/>
                    </a:sysClr>
                  </a:gs>
                </a:gsLst>
                <a:path path="circle">
                  <a:fillToRect l="50000" t="50000" r="50000" b="50000"/>
                </a:path>
              </a:gradFill>
              <a:ln w="9525" cap="flat" cmpd="sng" algn="ctr">
                <a:solidFill>
                  <a:schemeClr val="tx1"/>
                </a:solidFill>
                <a:prstDash val="solid"/>
                <a:headEnd/>
                <a:tailEnd/>
              </a:ln>
              <a:effectLst>
                <a:outerShdw blurRad="63500" dist="25400" dir="5400000" rotWithShape="0">
                  <a:srgbClr val="000000">
                    <a:alpha val="43137"/>
                  </a:srgbClr>
                </a:outerShdw>
              </a:effectLst>
            </p:spPr>
            <p:txBody>
              <a:bodyPr wrap="none" anchor="ct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fontAlgn="base">
                  <a:spcBef>
                    <a:spcPct val="0"/>
                  </a:spcBef>
                  <a:spcAft>
                    <a:spcPct val="0"/>
                  </a:spcAft>
                </a:pPr>
                <a:r>
                  <a:rPr lang="es-MX" sz="3600" b="1" kern="0" spc="50" dirty="0">
                    <a:ln w="11430"/>
                    <a:effectLst>
                      <a:outerShdw blurRad="76200" dist="50800" dir="5400000" algn="tl" rotWithShape="0">
                        <a:srgbClr val="000000">
                          <a:alpha val="65000"/>
                        </a:srgbClr>
                      </a:outerShdw>
                    </a:effectLst>
                    <a:latin typeface="Arial Narrow" pitchFamily="34" charset="0"/>
                  </a:rPr>
                  <a:t>7</a:t>
                </a:r>
                <a:endParaRPr lang="es-ES" sz="3600" b="1" kern="0" spc="50" dirty="0">
                  <a:ln w="11430"/>
                  <a:effectLst>
                    <a:outerShdw blurRad="76200" dist="50800" dir="5400000" algn="tl" rotWithShape="0">
                      <a:srgbClr val="000000">
                        <a:alpha val="65000"/>
                      </a:srgbClr>
                    </a:outerShdw>
                  </a:effectLst>
                  <a:latin typeface="Arial Narrow" pitchFamily="34" charset="0"/>
                </a:endParaRPr>
              </a:p>
            </p:txBody>
          </p:sp>
          <p:sp>
            <p:nvSpPr>
              <p:cNvPr id="18" name="Rectangle 20">
                <a:extLst>
                  <a:ext uri="{FF2B5EF4-FFF2-40B4-BE49-F238E27FC236}">
                    <a16:creationId xmlns:a16="http://schemas.microsoft.com/office/drawing/2014/main" id="{6DF4A7F7-9B82-4D50-A49F-3175AA5DECC6}"/>
                  </a:ext>
                </a:extLst>
              </p:cNvPr>
              <p:cNvSpPr>
                <a:spLocks noChangeArrowheads="1"/>
              </p:cNvSpPr>
              <p:nvPr/>
            </p:nvSpPr>
            <p:spPr bwMode="auto">
              <a:xfrm>
                <a:off x="4306" y="1645"/>
                <a:ext cx="361" cy="384"/>
              </a:xfrm>
              <a:prstGeom prst="rect">
                <a:avLst/>
              </a:prstGeom>
              <a:gradFill rotWithShape="1">
                <a:gsLst>
                  <a:gs pos="0">
                    <a:sysClr val="windowText" lastClr="000000">
                      <a:tint val="35000"/>
                      <a:satMod val="253000"/>
                    </a:sysClr>
                  </a:gs>
                  <a:gs pos="50000">
                    <a:sysClr val="windowText" lastClr="000000">
                      <a:tint val="42000"/>
                      <a:satMod val="255000"/>
                    </a:sysClr>
                  </a:gs>
                  <a:gs pos="97000">
                    <a:sysClr val="windowText" lastClr="000000">
                      <a:tint val="53000"/>
                      <a:satMod val="260000"/>
                    </a:sysClr>
                  </a:gs>
                  <a:gs pos="100000">
                    <a:sysClr val="windowText" lastClr="000000">
                      <a:tint val="56000"/>
                      <a:satMod val="275000"/>
                    </a:sysClr>
                  </a:gs>
                </a:gsLst>
                <a:path path="circle">
                  <a:fillToRect l="50000" t="50000" r="50000" b="50000"/>
                </a:path>
              </a:gradFill>
              <a:ln w="9525" cap="flat" cmpd="sng" algn="ctr">
                <a:solidFill>
                  <a:schemeClr val="tx1"/>
                </a:solidFill>
                <a:prstDash val="solid"/>
                <a:headEnd/>
                <a:tailEnd/>
              </a:ln>
              <a:effectLst>
                <a:outerShdw blurRad="63500" dist="25400" dir="5400000" rotWithShape="0">
                  <a:srgbClr val="000000">
                    <a:alpha val="43137"/>
                  </a:srgbClr>
                </a:outerShdw>
              </a:effectLst>
            </p:spPr>
            <p:txBody>
              <a:bodyPr wrap="none" anchor="ct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fontAlgn="base">
                  <a:spcBef>
                    <a:spcPct val="0"/>
                  </a:spcBef>
                  <a:spcAft>
                    <a:spcPct val="0"/>
                  </a:spcAft>
                </a:pPr>
                <a:r>
                  <a:rPr lang="es-MX" sz="3600" b="1" kern="0" spc="50" dirty="0">
                    <a:ln w="11430"/>
                    <a:effectLst>
                      <a:outerShdw blurRad="76200" dist="50800" dir="5400000" algn="tl" rotWithShape="0">
                        <a:srgbClr val="000000">
                          <a:alpha val="65000"/>
                        </a:srgbClr>
                      </a:outerShdw>
                    </a:effectLst>
                    <a:latin typeface="Arial Narrow" pitchFamily="34" charset="0"/>
                  </a:rPr>
                  <a:t>8</a:t>
                </a:r>
                <a:endParaRPr lang="es-ES" sz="3600" b="1" kern="0" spc="50" dirty="0">
                  <a:ln w="11430"/>
                  <a:effectLst>
                    <a:outerShdw blurRad="76200" dist="50800" dir="5400000" algn="tl" rotWithShape="0">
                      <a:srgbClr val="000000">
                        <a:alpha val="65000"/>
                      </a:srgbClr>
                    </a:outerShdw>
                  </a:effectLst>
                  <a:latin typeface="Arial Narrow" pitchFamily="34" charset="0"/>
                </a:endParaRPr>
              </a:p>
            </p:txBody>
          </p:sp>
          <p:sp>
            <p:nvSpPr>
              <p:cNvPr id="19" name="Rectangle 21">
                <a:extLst>
                  <a:ext uri="{FF2B5EF4-FFF2-40B4-BE49-F238E27FC236}">
                    <a16:creationId xmlns:a16="http://schemas.microsoft.com/office/drawing/2014/main" id="{99F61805-3E40-42D3-A0C6-F64830E984B1}"/>
                  </a:ext>
                </a:extLst>
              </p:cNvPr>
              <p:cNvSpPr>
                <a:spLocks noChangeArrowheads="1"/>
              </p:cNvSpPr>
              <p:nvPr/>
            </p:nvSpPr>
            <p:spPr bwMode="auto">
              <a:xfrm>
                <a:off x="3881" y="1645"/>
                <a:ext cx="361" cy="384"/>
              </a:xfrm>
              <a:prstGeom prst="rect">
                <a:avLst/>
              </a:prstGeom>
              <a:gradFill rotWithShape="1">
                <a:gsLst>
                  <a:gs pos="0">
                    <a:sysClr val="windowText" lastClr="000000">
                      <a:tint val="35000"/>
                      <a:satMod val="253000"/>
                    </a:sysClr>
                  </a:gs>
                  <a:gs pos="50000">
                    <a:sysClr val="windowText" lastClr="000000">
                      <a:tint val="42000"/>
                      <a:satMod val="255000"/>
                    </a:sysClr>
                  </a:gs>
                  <a:gs pos="97000">
                    <a:sysClr val="windowText" lastClr="000000">
                      <a:tint val="53000"/>
                      <a:satMod val="260000"/>
                    </a:sysClr>
                  </a:gs>
                  <a:gs pos="100000">
                    <a:sysClr val="windowText" lastClr="000000">
                      <a:tint val="56000"/>
                      <a:satMod val="275000"/>
                    </a:sysClr>
                  </a:gs>
                </a:gsLst>
                <a:path path="circle">
                  <a:fillToRect l="50000" t="50000" r="50000" b="50000"/>
                </a:path>
              </a:gradFill>
              <a:ln w="9525" cap="flat" cmpd="sng" algn="ctr">
                <a:solidFill>
                  <a:schemeClr val="tx1"/>
                </a:solidFill>
                <a:prstDash val="solid"/>
                <a:headEnd/>
                <a:tailEnd/>
              </a:ln>
              <a:effectLst>
                <a:outerShdw blurRad="63500" dist="25400" dir="5400000" rotWithShape="0">
                  <a:srgbClr val="000000">
                    <a:alpha val="43137"/>
                  </a:srgbClr>
                </a:outerShdw>
              </a:effectLst>
            </p:spPr>
            <p:txBody>
              <a:bodyPr wrap="none" anchor="ct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fontAlgn="base">
                  <a:spcBef>
                    <a:spcPct val="0"/>
                  </a:spcBef>
                  <a:spcAft>
                    <a:spcPct val="0"/>
                  </a:spcAft>
                </a:pPr>
                <a:r>
                  <a:rPr lang="es-MX" sz="3600" b="1" kern="0" spc="50" dirty="0">
                    <a:ln w="11430"/>
                    <a:effectLst>
                      <a:outerShdw blurRad="76200" dist="50800" dir="5400000" algn="tl" rotWithShape="0">
                        <a:srgbClr val="000000">
                          <a:alpha val="65000"/>
                        </a:srgbClr>
                      </a:outerShdw>
                    </a:effectLst>
                    <a:latin typeface="Arial Narrow" pitchFamily="34" charset="0"/>
                  </a:rPr>
                  <a:t>9</a:t>
                </a:r>
                <a:endParaRPr lang="es-ES" sz="3600" b="1" kern="0" spc="50" dirty="0">
                  <a:ln w="11430"/>
                  <a:effectLst>
                    <a:outerShdw blurRad="76200" dist="50800" dir="5400000" algn="tl" rotWithShape="0">
                      <a:srgbClr val="000000">
                        <a:alpha val="65000"/>
                      </a:srgbClr>
                    </a:outerShdw>
                  </a:effectLst>
                  <a:latin typeface="Arial Narrow" pitchFamily="34" charset="0"/>
                </a:endParaRPr>
              </a:p>
            </p:txBody>
          </p:sp>
          <p:sp>
            <p:nvSpPr>
              <p:cNvPr id="20" name="Rectangle 22">
                <a:extLst>
                  <a:ext uri="{FF2B5EF4-FFF2-40B4-BE49-F238E27FC236}">
                    <a16:creationId xmlns:a16="http://schemas.microsoft.com/office/drawing/2014/main" id="{D62FB7E0-A8A5-40C2-AC96-F3467CAEDB53}"/>
                  </a:ext>
                </a:extLst>
              </p:cNvPr>
              <p:cNvSpPr>
                <a:spLocks noChangeArrowheads="1"/>
              </p:cNvSpPr>
              <p:nvPr/>
            </p:nvSpPr>
            <p:spPr bwMode="auto">
              <a:xfrm>
                <a:off x="3450" y="1645"/>
                <a:ext cx="361" cy="384"/>
              </a:xfrm>
              <a:prstGeom prst="rect">
                <a:avLst/>
              </a:prstGeom>
              <a:gradFill rotWithShape="1">
                <a:gsLst>
                  <a:gs pos="0">
                    <a:sysClr val="windowText" lastClr="000000">
                      <a:tint val="35000"/>
                      <a:satMod val="253000"/>
                    </a:sysClr>
                  </a:gs>
                  <a:gs pos="50000">
                    <a:sysClr val="windowText" lastClr="000000">
                      <a:tint val="42000"/>
                      <a:satMod val="255000"/>
                    </a:sysClr>
                  </a:gs>
                  <a:gs pos="97000">
                    <a:sysClr val="windowText" lastClr="000000">
                      <a:tint val="53000"/>
                      <a:satMod val="260000"/>
                    </a:sysClr>
                  </a:gs>
                  <a:gs pos="100000">
                    <a:sysClr val="windowText" lastClr="000000">
                      <a:tint val="56000"/>
                      <a:satMod val="275000"/>
                    </a:sysClr>
                  </a:gs>
                </a:gsLst>
                <a:path path="circle">
                  <a:fillToRect l="50000" t="50000" r="50000" b="50000"/>
                </a:path>
              </a:gradFill>
              <a:ln w="9525" cap="flat" cmpd="sng" algn="ctr">
                <a:solidFill>
                  <a:schemeClr val="tx1"/>
                </a:solidFill>
                <a:prstDash val="solid"/>
                <a:headEnd/>
                <a:tailEnd/>
              </a:ln>
              <a:effectLst>
                <a:outerShdw blurRad="63500" dist="25400" dir="5400000" rotWithShape="0">
                  <a:srgbClr val="000000">
                    <a:alpha val="43137"/>
                  </a:srgbClr>
                </a:outerShdw>
              </a:effectLst>
            </p:spPr>
            <p:txBody>
              <a:bodyPr wrap="none" anchor="ct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fontAlgn="base">
                  <a:spcBef>
                    <a:spcPct val="0"/>
                  </a:spcBef>
                  <a:spcAft>
                    <a:spcPct val="0"/>
                  </a:spcAft>
                </a:pPr>
                <a:r>
                  <a:rPr lang="es-MX" sz="3600" b="1" kern="0" spc="50" dirty="0">
                    <a:ln w="11430"/>
                    <a:effectLst>
                      <a:outerShdw blurRad="76200" dist="50800" dir="5400000" algn="tl" rotWithShape="0">
                        <a:srgbClr val="000000">
                          <a:alpha val="65000"/>
                        </a:srgbClr>
                      </a:outerShdw>
                    </a:effectLst>
                    <a:latin typeface="Arial Narrow" pitchFamily="34" charset="0"/>
                  </a:rPr>
                  <a:t>10</a:t>
                </a:r>
                <a:endParaRPr lang="es-ES" sz="3600" b="1" kern="0" spc="50" dirty="0">
                  <a:ln w="11430"/>
                  <a:effectLst>
                    <a:outerShdw blurRad="76200" dist="50800" dir="5400000" algn="tl" rotWithShape="0">
                      <a:srgbClr val="000000">
                        <a:alpha val="65000"/>
                      </a:srgbClr>
                    </a:outerShdw>
                  </a:effectLst>
                  <a:latin typeface="Arial Narrow" pitchFamily="34" charset="0"/>
                </a:endParaRPr>
              </a:p>
            </p:txBody>
          </p:sp>
        </p:grpSp>
        <p:sp>
          <p:nvSpPr>
            <p:cNvPr id="3" name="Rectangle 7">
              <a:extLst>
                <a:ext uri="{FF2B5EF4-FFF2-40B4-BE49-F238E27FC236}">
                  <a16:creationId xmlns:a16="http://schemas.microsoft.com/office/drawing/2014/main" id="{F6C4DA28-AFEE-AFD1-5A23-5A3CE816CE32}"/>
                </a:ext>
              </a:extLst>
            </p:cNvPr>
            <p:cNvSpPr>
              <a:spLocks noChangeArrowheads="1"/>
            </p:cNvSpPr>
            <p:nvPr/>
          </p:nvSpPr>
          <p:spPr bwMode="auto">
            <a:xfrm>
              <a:off x="10354937" y="1648844"/>
              <a:ext cx="684213" cy="685801"/>
            </a:xfrm>
            <a:prstGeom prst="rect">
              <a:avLst/>
            </a:prstGeom>
            <a:solidFill>
              <a:schemeClr val="bg1">
                <a:lumMod val="85000"/>
              </a:schemeClr>
            </a:solidFill>
            <a:ln w="38100">
              <a:solidFill>
                <a:schemeClr val="tx1"/>
              </a:solidFill>
              <a:miter lim="800000"/>
              <a:headEnd/>
              <a:tailEnd/>
            </a:ln>
          </p:spPr>
          <p:txBody>
            <a:bodyPr wrap="none" anchor="ctr"/>
            <a:lstStyle/>
            <a:p>
              <a:endParaRPr lang="es-ES" sz="3200">
                <a:latin typeface="Arial Narrow" pitchFamily="34" charset="0"/>
              </a:endParaRPr>
            </a:p>
          </p:txBody>
        </p:sp>
        <p:sp>
          <p:nvSpPr>
            <p:cNvPr id="4" name="Text Box 21">
              <a:extLst>
                <a:ext uri="{FF2B5EF4-FFF2-40B4-BE49-F238E27FC236}">
                  <a16:creationId xmlns:a16="http://schemas.microsoft.com/office/drawing/2014/main" id="{425E49BA-AB41-4867-AF89-F3C2E04F34D1}"/>
                </a:ext>
              </a:extLst>
            </p:cNvPr>
            <p:cNvSpPr txBox="1">
              <a:spLocks noChangeArrowheads="1"/>
            </p:cNvSpPr>
            <p:nvPr/>
          </p:nvSpPr>
          <p:spPr bwMode="auto">
            <a:xfrm>
              <a:off x="10388234" y="1686325"/>
              <a:ext cx="608014" cy="608400"/>
            </a:xfrm>
            <a:prstGeom prst="rect">
              <a:avLst/>
            </a:prstGeom>
            <a:solidFill>
              <a:schemeClr val="tx1"/>
            </a:solidFill>
            <a:ln w="9525" cap="flat" cmpd="sng" algn="ctr">
              <a:noFill/>
              <a:prstDash val="solid"/>
              <a:headEnd/>
              <a:tailEnd/>
            </a:ln>
            <a:effectLst>
              <a:outerShdw blurRad="63500" dist="25400" dir="5400000" rotWithShape="0">
                <a:srgbClr val="000000">
                  <a:alpha val="43137"/>
                </a:srgbClr>
              </a:outerShdw>
            </a:effectLst>
          </p:spPr>
          <p:txBody>
            <a:bodyPr wrap="none" anchor="ctr"/>
            <a:lstStyle>
              <a:defPPr>
                <a:defRPr lang="es-CO"/>
              </a:defPPr>
              <a:lvl1pPr algn="ctr" fontAlgn="base">
                <a:spcBef>
                  <a:spcPct val="0"/>
                </a:spcBef>
                <a:spcAft>
                  <a:spcPct val="0"/>
                </a:spcAft>
                <a:defRPr sz="3600" b="1" kern="0" spc="50">
                  <a:ln w="11430"/>
                  <a:effectLst>
                    <a:outerShdw blurRad="76200" dist="50800" dir="5400000" algn="tl" rotWithShape="0">
                      <a:srgbClr val="000000">
                        <a:alpha val="65000"/>
                      </a:srgbClr>
                    </a:outerShdw>
                  </a:effectLst>
                  <a:latin typeface="Arial Narrow" pitchFamily="34" charset="0"/>
                </a:defRPr>
              </a:lvl1pPr>
            </a:lstStyle>
            <a:p>
              <a:r>
                <a:rPr lang="es-ES" b="0" spc="0" dirty="0">
                  <a:ln w="0"/>
                  <a:solidFill>
                    <a:schemeClr val="tx1">
                      <a:lumMod val="75000"/>
                      <a:lumOff val="25000"/>
                    </a:schemeClr>
                  </a:solidFill>
                  <a:effectLst>
                    <a:outerShdw blurRad="38100" dist="25400" dir="5400000" algn="ctr" rotWithShape="0">
                      <a:srgbClr val="6E747A">
                        <a:alpha val="43000"/>
                      </a:srgbClr>
                    </a:outerShdw>
                  </a:effectLst>
                </a:rPr>
                <a:t>\0</a:t>
              </a:r>
            </a:p>
          </p:txBody>
        </p:sp>
        <p:sp>
          <p:nvSpPr>
            <p:cNvPr id="5" name="Text Box 9">
              <a:extLst>
                <a:ext uri="{FF2B5EF4-FFF2-40B4-BE49-F238E27FC236}">
                  <a16:creationId xmlns:a16="http://schemas.microsoft.com/office/drawing/2014/main" id="{1E0F1C87-9825-9A49-5182-E713416E2811}"/>
                </a:ext>
              </a:extLst>
            </p:cNvPr>
            <p:cNvSpPr txBox="1">
              <a:spLocks noChangeArrowheads="1"/>
            </p:cNvSpPr>
            <p:nvPr/>
          </p:nvSpPr>
          <p:spPr bwMode="auto">
            <a:xfrm>
              <a:off x="10425695" y="2341788"/>
              <a:ext cx="533091" cy="461963"/>
            </a:xfrm>
            <a:prstGeom prst="rect">
              <a:avLst/>
            </a:prstGeom>
            <a:noFill/>
            <a:ln w="9525">
              <a:noFill/>
              <a:miter lim="800000"/>
              <a:headEnd/>
              <a:tailEnd/>
            </a:ln>
          </p:spPr>
          <p:txBody>
            <a:bodyPr wrap="square">
              <a:spAutoFit/>
            </a:bodyPr>
            <a:lstStyle/>
            <a:p>
              <a:pPr algn="l">
                <a:spcBef>
                  <a:spcPct val="50000"/>
                </a:spcBef>
              </a:pPr>
              <a:r>
                <a:rPr lang="es-MX" sz="2400" dirty="0">
                  <a:latin typeface="Arial Narrow" pitchFamily="34" charset="0"/>
                </a:rPr>
                <a:t> 5 </a:t>
              </a:r>
              <a:endParaRPr lang="es-ES" sz="2400" dirty="0">
                <a:latin typeface="Arial Narrow" pitchFamily="34" charset="0"/>
              </a:endParaRPr>
            </a:p>
          </p:txBody>
        </p:sp>
      </p:grpSp>
      <p:sp>
        <p:nvSpPr>
          <p:cNvPr id="7" name="CuadroTexto 6">
            <a:extLst>
              <a:ext uri="{FF2B5EF4-FFF2-40B4-BE49-F238E27FC236}">
                <a16:creationId xmlns:a16="http://schemas.microsoft.com/office/drawing/2014/main" id="{B3245438-2EFA-4DBF-85CF-60E0A78BBF68}"/>
              </a:ext>
            </a:extLst>
          </p:cNvPr>
          <p:cNvSpPr txBox="1"/>
          <p:nvPr/>
        </p:nvSpPr>
        <p:spPr>
          <a:xfrm>
            <a:off x="989994" y="3022580"/>
            <a:ext cx="10782906" cy="1917700"/>
          </a:xfrm>
          <a:prstGeom prst="rect">
            <a:avLst/>
          </a:prstGeom>
          <a:solidFill>
            <a:schemeClr val="accent5">
              <a:lumMod val="20000"/>
              <a:lumOff val="80000"/>
            </a:schemeClr>
          </a:solidFill>
          <a:scene3d>
            <a:camera prst="orthographicFront"/>
            <a:lightRig rig="flat" dir="t"/>
          </a:scene3d>
          <a:sp3d/>
        </p:spPr>
        <p:style>
          <a:lnRef idx="0">
            <a:scrgbClr r="0" g="0" b="0"/>
          </a:lnRef>
          <a:fillRef idx="0">
            <a:scrgbClr r="0" g="0" b="0"/>
          </a:fillRef>
          <a:effectRef idx="0">
            <a:scrgbClr r="0" g="0" b="0"/>
          </a:effectRef>
          <a:fontRef idx="minor">
            <a:schemeClr val="dk1"/>
          </a:fontRef>
        </p:style>
        <p:txBody>
          <a:bodyPr spcFirstLastPara="0" vert="horz" wrap="square" lIns="121920" tIns="121920" rIns="121920" bIns="121920" numCol="1" spcCol="1270" anchor="ctr" anchorCtr="0">
            <a:noAutofit/>
          </a:bodyPr>
          <a:lstStyle/>
          <a:p>
            <a:r>
              <a:rPr lang="es-MX" sz="2800" dirty="0"/>
              <a:t>Observe que el método de burbuja llevó el </a:t>
            </a:r>
            <a:r>
              <a:rPr lang="es-MX" sz="2800" b="1" spc="50" dirty="0">
                <a:ln w="11430">
                  <a:solidFill>
                    <a:schemeClr val="bg1"/>
                  </a:solidFill>
                </a:ln>
                <a:solidFill>
                  <a:schemeClr val="tx1"/>
                </a:solidFill>
                <a:effectLst>
                  <a:outerShdw blurRad="76200" dist="50800" dir="5400000" algn="tl" rotWithShape="0">
                    <a:srgbClr val="000000">
                      <a:alpha val="65000"/>
                    </a:srgbClr>
                  </a:outerShdw>
                </a:effectLst>
              </a:rPr>
              <a:t>ELEMENTO</a:t>
            </a:r>
            <a:r>
              <a:rPr lang="es-MX" sz="2800" dirty="0"/>
              <a:t> </a:t>
            </a:r>
            <a:r>
              <a:rPr lang="es-MX" sz="2800" b="1" spc="50" dirty="0">
                <a:ln w="11430">
                  <a:solidFill>
                    <a:schemeClr val="bg1"/>
                  </a:solidFill>
                </a:ln>
                <a:solidFill>
                  <a:schemeClr val="tx1"/>
                </a:solidFill>
                <a:effectLst>
                  <a:outerShdw blurRad="76200" dist="50800" dir="5400000" algn="tl" rotWithShape="0">
                    <a:srgbClr val="000000">
                      <a:alpha val="65000"/>
                    </a:srgbClr>
                  </a:outerShdw>
                </a:effectLst>
              </a:rPr>
              <a:t>MAYOR</a:t>
            </a:r>
            <a:r>
              <a:rPr lang="es-MX" sz="2800" dirty="0"/>
              <a:t> hacia el lado derecho. Cada que termine un valor del primer ciclo se considera que realizó un pasón. Luego del primer pasón el vector quedó de la siguiente forma (recuerde que inició con los valores 10, 9, 8, 7 y 6):</a:t>
            </a:r>
            <a:endParaRPr lang="es-ES" sz="2800" dirty="0"/>
          </a:p>
        </p:txBody>
      </p:sp>
      <p:sp>
        <p:nvSpPr>
          <p:cNvPr id="2" name="Título 1"/>
          <p:cNvSpPr>
            <a:spLocks noGrp="1"/>
          </p:cNvSpPr>
          <p:nvPr>
            <p:ph type="title"/>
          </p:nvPr>
        </p:nvSpPr>
        <p:spPr>
          <a:xfrm>
            <a:off x="989994" y="0"/>
            <a:ext cx="11369040" cy="914400"/>
          </a:xfrm>
        </p:spPr>
        <p:txBody>
          <a:bodyPr>
            <a:noAutofit/>
          </a:bodyPr>
          <a:lstStyle/>
          <a:p>
            <a:pPr algn="ctr"/>
            <a:r>
              <a:rPr lang="es-CO" sz="3800" b="1" dirty="0">
                <a:latin typeface="Bahnschrift Light SemiCondensed" panose="020B0502040204020203" pitchFamily="34" charset="0"/>
              </a:rPr>
              <a:t>“MÉTODOS DE ORDENAMIENTO BURBUJA C++”</a:t>
            </a:r>
          </a:p>
        </p:txBody>
      </p:sp>
      <p:sp>
        <p:nvSpPr>
          <p:cNvPr id="21" name="Text Box 23">
            <a:extLst>
              <a:ext uri="{FF2B5EF4-FFF2-40B4-BE49-F238E27FC236}">
                <a16:creationId xmlns:a16="http://schemas.microsoft.com/office/drawing/2014/main" id="{D73B7B20-3027-4400-8D47-5F8938764F7F}"/>
              </a:ext>
            </a:extLst>
          </p:cNvPr>
          <p:cNvSpPr txBox="1">
            <a:spLocks noChangeArrowheads="1"/>
          </p:cNvSpPr>
          <p:nvPr/>
        </p:nvSpPr>
        <p:spPr bwMode="auto">
          <a:xfrm>
            <a:off x="2634874" y="1458791"/>
            <a:ext cx="3024336" cy="830997"/>
          </a:xfrm>
          <a:prstGeom prst="rect">
            <a:avLst/>
          </a:prstGeom>
          <a:ln>
            <a:headEnd/>
            <a:tailEnd/>
          </a:ln>
        </p:spPr>
        <p:style>
          <a:lnRef idx="1">
            <a:schemeClr val="accent3"/>
          </a:lnRef>
          <a:fillRef idx="2">
            <a:schemeClr val="accent3"/>
          </a:fillRef>
          <a:effectRef idx="1">
            <a:schemeClr val="accent3"/>
          </a:effectRef>
          <a:fontRef idx="minor">
            <a:schemeClr val="dk1"/>
          </a:fontRef>
        </p:style>
        <p:txBody>
          <a:bodyPr wrap="square">
            <a:spAutoFit/>
          </a:bodyPr>
          <a:lstStyle>
            <a:defPPr>
              <a:defRPr lang="es-CO"/>
            </a:defPPr>
            <a:lvl1pPr algn="ctr" fontAlgn="base">
              <a:spcBef>
                <a:spcPct val="50000"/>
              </a:spcBef>
              <a:spcAft>
                <a:spcPct val="0"/>
              </a:spcAft>
              <a:defRPr sz="2400">
                <a:solidFill>
                  <a:prstClr val="black"/>
                </a:solidFill>
                <a:latin typeface="Arial Narrow" pitchFamily="34" charset="0"/>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pPr>
              <a:spcBef>
                <a:spcPts val="600"/>
              </a:spcBef>
              <a:spcAft>
                <a:spcPts val="600"/>
              </a:spcAft>
            </a:pPr>
            <a:r>
              <a:rPr lang="es-MX" dirty="0" err="1"/>
              <a:t>If</a:t>
            </a:r>
            <a:r>
              <a:rPr lang="es-MX" dirty="0"/>
              <a:t> (VEC[0] &gt; VEC[1]) Intercambia</a:t>
            </a:r>
          </a:p>
        </p:txBody>
      </p:sp>
      <p:cxnSp>
        <p:nvCxnSpPr>
          <p:cNvPr id="22" name="AutoShape 24">
            <a:extLst>
              <a:ext uri="{FF2B5EF4-FFF2-40B4-BE49-F238E27FC236}">
                <a16:creationId xmlns:a16="http://schemas.microsoft.com/office/drawing/2014/main" id="{ADB12418-5A19-47AF-8943-3E9E4E30B1AF}"/>
              </a:ext>
            </a:extLst>
          </p:cNvPr>
          <p:cNvCxnSpPr>
            <a:cxnSpLocks noChangeShapeType="1"/>
          </p:cNvCxnSpPr>
          <p:nvPr/>
        </p:nvCxnSpPr>
        <p:spPr bwMode="auto">
          <a:xfrm rot="5400000" flipV="1">
            <a:off x="7609954" y="1265343"/>
            <a:ext cx="1588" cy="685800"/>
          </a:xfrm>
          <a:prstGeom prst="bentConnector3">
            <a:avLst>
              <a:gd name="adj1" fmla="val -14400005"/>
            </a:avLst>
          </a:prstGeom>
          <a:noFill/>
          <a:ln w="38100">
            <a:solidFill>
              <a:schemeClr val="tx1"/>
            </a:solidFill>
            <a:miter lim="800000"/>
            <a:headEnd type="triangle" w="med" len="med"/>
            <a:tailEnd type="triangle" w="med" len="med"/>
          </a:ln>
          <a:effectLst>
            <a:prstShdw prst="shdw13" dist="53882" dir="13500000">
              <a:schemeClr val="bg2"/>
            </a:prstShdw>
          </a:effectLst>
        </p:spPr>
      </p:cxnSp>
      <p:sp>
        <p:nvSpPr>
          <p:cNvPr id="23" name="Text Box 25">
            <a:extLst>
              <a:ext uri="{FF2B5EF4-FFF2-40B4-BE49-F238E27FC236}">
                <a16:creationId xmlns:a16="http://schemas.microsoft.com/office/drawing/2014/main" id="{182E2D7E-6B14-484F-8204-73DF7DAE73EE}"/>
              </a:ext>
            </a:extLst>
          </p:cNvPr>
          <p:cNvSpPr txBox="1">
            <a:spLocks noChangeArrowheads="1"/>
          </p:cNvSpPr>
          <p:nvPr/>
        </p:nvSpPr>
        <p:spPr bwMode="auto">
          <a:xfrm>
            <a:off x="2637583" y="1423130"/>
            <a:ext cx="3024336" cy="984885"/>
          </a:xfrm>
          <a:prstGeom prst="rect">
            <a:avLst/>
          </a:prstGeom>
          <a:ln>
            <a:headEnd/>
            <a:tailEnd/>
          </a:ln>
        </p:spPr>
        <p:style>
          <a:lnRef idx="1">
            <a:schemeClr val="accent3"/>
          </a:lnRef>
          <a:fillRef idx="2">
            <a:schemeClr val="accent3"/>
          </a:fillRef>
          <a:effectRef idx="1">
            <a:schemeClr val="accent3"/>
          </a:effectRef>
          <a:fontRef idx="minor">
            <a:schemeClr val="dk1"/>
          </a:fontRef>
        </p:style>
        <p:txBody>
          <a:bodyPr wrap="square">
            <a:spAutoFit/>
          </a:bodyPr>
          <a:lstStyle>
            <a:defPPr>
              <a:defRPr lang="es-CO"/>
            </a:defPPr>
            <a:lvl1pPr algn="ctr" fontAlgn="base">
              <a:spcBef>
                <a:spcPct val="50000"/>
              </a:spcBef>
              <a:spcAft>
                <a:spcPct val="0"/>
              </a:spcAft>
              <a:defRPr sz="2400">
                <a:solidFill>
                  <a:prstClr val="black"/>
                </a:solidFill>
                <a:latin typeface="Arial Narrow" pitchFamily="34" charset="0"/>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pPr>
              <a:spcBef>
                <a:spcPts val="600"/>
              </a:spcBef>
              <a:spcAft>
                <a:spcPts val="600"/>
              </a:spcAft>
            </a:pPr>
            <a:r>
              <a:rPr lang="es-MX" dirty="0" err="1"/>
              <a:t>if</a:t>
            </a:r>
            <a:r>
              <a:rPr lang="es-MX" dirty="0"/>
              <a:t> (VEC[1] &gt; VEC[2])</a:t>
            </a:r>
          </a:p>
          <a:p>
            <a:pPr>
              <a:spcBef>
                <a:spcPts val="600"/>
              </a:spcBef>
              <a:spcAft>
                <a:spcPts val="600"/>
              </a:spcAft>
            </a:pPr>
            <a:r>
              <a:rPr lang="es-MX" dirty="0"/>
              <a:t>Intercambia </a:t>
            </a:r>
          </a:p>
        </p:txBody>
      </p:sp>
      <p:cxnSp>
        <p:nvCxnSpPr>
          <p:cNvPr id="24" name="AutoShape 26">
            <a:extLst>
              <a:ext uri="{FF2B5EF4-FFF2-40B4-BE49-F238E27FC236}">
                <a16:creationId xmlns:a16="http://schemas.microsoft.com/office/drawing/2014/main" id="{C1BE9F03-75D1-4CF7-8F25-DD75EB26A142}"/>
              </a:ext>
            </a:extLst>
          </p:cNvPr>
          <p:cNvCxnSpPr>
            <a:cxnSpLocks noChangeShapeType="1"/>
          </p:cNvCxnSpPr>
          <p:nvPr/>
        </p:nvCxnSpPr>
        <p:spPr bwMode="auto">
          <a:xfrm rot="5400000" flipV="1">
            <a:off x="8257654" y="1251056"/>
            <a:ext cx="1587" cy="685800"/>
          </a:xfrm>
          <a:prstGeom prst="bentConnector3">
            <a:avLst>
              <a:gd name="adj1" fmla="val -14400005"/>
            </a:avLst>
          </a:prstGeom>
          <a:noFill/>
          <a:ln w="38100">
            <a:solidFill>
              <a:schemeClr val="tx1"/>
            </a:solidFill>
            <a:miter lim="800000"/>
            <a:headEnd type="triangle" w="med" len="med"/>
            <a:tailEnd type="triangle" w="med" len="med"/>
          </a:ln>
          <a:effectLst>
            <a:prstShdw prst="shdw13" dist="53882" dir="13500000">
              <a:schemeClr val="bg2"/>
            </a:prstShdw>
          </a:effectLst>
        </p:spPr>
      </p:cxnSp>
      <p:sp>
        <p:nvSpPr>
          <p:cNvPr id="25" name="Text Box 27">
            <a:extLst>
              <a:ext uri="{FF2B5EF4-FFF2-40B4-BE49-F238E27FC236}">
                <a16:creationId xmlns:a16="http://schemas.microsoft.com/office/drawing/2014/main" id="{0CBA3A80-A345-4B36-A92E-8FF82DCABE70}"/>
              </a:ext>
            </a:extLst>
          </p:cNvPr>
          <p:cNvSpPr txBox="1">
            <a:spLocks noChangeArrowheads="1"/>
          </p:cNvSpPr>
          <p:nvPr/>
        </p:nvSpPr>
        <p:spPr bwMode="auto">
          <a:xfrm>
            <a:off x="2637684" y="1434243"/>
            <a:ext cx="3024336" cy="984885"/>
          </a:xfrm>
          <a:prstGeom prst="rect">
            <a:avLst/>
          </a:prstGeom>
          <a:ln>
            <a:headEnd/>
            <a:tailEnd/>
          </a:ln>
        </p:spPr>
        <p:style>
          <a:lnRef idx="1">
            <a:schemeClr val="accent3"/>
          </a:lnRef>
          <a:fillRef idx="2">
            <a:schemeClr val="accent3"/>
          </a:fillRef>
          <a:effectRef idx="1">
            <a:schemeClr val="accent3"/>
          </a:effectRef>
          <a:fontRef idx="minor">
            <a:schemeClr val="dk1"/>
          </a:fontRef>
        </p:style>
        <p:txBody>
          <a:bodyPr wrap="square">
            <a:spAutoFit/>
          </a:bodyPr>
          <a:lstStyle>
            <a:defPPr>
              <a:defRPr lang="es-CO"/>
            </a:defPPr>
            <a:lvl1pPr algn="ctr" fontAlgn="base">
              <a:spcBef>
                <a:spcPct val="50000"/>
              </a:spcBef>
              <a:spcAft>
                <a:spcPct val="0"/>
              </a:spcAft>
              <a:defRPr sz="2400">
                <a:solidFill>
                  <a:prstClr val="black"/>
                </a:solidFill>
                <a:latin typeface="Arial Narrow" pitchFamily="34" charset="0"/>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pPr>
              <a:spcBef>
                <a:spcPts val="600"/>
              </a:spcBef>
              <a:spcAft>
                <a:spcPts val="600"/>
              </a:spcAft>
            </a:pPr>
            <a:r>
              <a:rPr lang="es-MX" dirty="0" err="1"/>
              <a:t>If</a:t>
            </a:r>
            <a:r>
              <a:rPr lang="es-MX" dirty="0"/>
              <a:t> (VEC[2] &gt; VEC[3])</a:t>
            </a:r>
          </a:p>
          <a:p>
            <a:pPr>
              <a:spcBef>
                <a:spcPts val="600"/>
              </a:spcBef>
              <a:spcAft>
                <a:spcPts val="600"/>
              </a:spcAft>
            </a:pPr>
            <a:r>
              <a:rPr lang="es-MX" dirty="0"/>
              <a:t>Intercambia</a:t>
            </a:r>
          </a:p>
        </p:txBody>
      </p:sp>
      <p:cxnSp>
        <p:nvCxnSpPr>
          <p:cNvPr id="26" name="AutoShape 28">
            <a:extLst>
              <a:ext uri="{FF2B5EF4-FFF2-40B4-BE49-F238E27FC236}">
                <a16:creationId xmlns:a16="http://schemas.microsoft.com/office/drawing/2014/main" id="{ED5FFFCC-8256-4110-8D7C-160D81F517C5}"/>
              </a:ext>
            </a:extLst>
          </p:cNvPr>
          <p:cNvCxnSpPr>
            <a:cxnSpLocks noChangeShapeType="1"/>
          </p:cNvCxnSpPr>
          <p:nvPr/>
        </p:nvCxnSpPr>
        <p:spPr bwMode="auto">
          <a:xfrm rot="5400000" flipV="1">
            <a:off x="8943454" y="1251056"/>
            <a:ext cx="1587" cy="685800"/>
          </a:xfrm>
          <a:prstGeom prst="bentConnector3">
            <a:avLst>
              <a:gd name="adj1" fmla="val -14400005"/>
            </a:avLst>
          </a:prstGeom>
          <a:noFill/>
          <a:ln w="38100">
            <a:solidFill>
              <a:schemeClr val="tx1"/>
            </a:solidFill>
            <a:miter lim="800000"/>
            <a:headEnd type="triangle" w="med" len="med"/>
            <a:tailEnd type="triangle" w="med" len="med"/>
          </a:ln>
          <a:effectLst>
            <a:prstShdw prst="shdw13" dist="53882" dir="13500000">
              <a:schemeClr val="bg2"/>
            </a:prstShdw>
          </a:effectLst>
        </p:spPr>
      </p:cxnSp>
      <p:sp>
        <p:nvSpPr>
          <p:cNvPr id="27" name="Text Box 29">
            <a:extLst>
              <a:ext uri="{FF2B5EF4-FFF2-40B4-BE49-F238E27FC236}">
                <a16:creationId xmlns:a16="http://schemas.microsoft.com/office/drawing/2014/main" id="{6218C447-2F15-4663-B107-BE6FD1C23583}"/>
              </a:ext>
            </a:extLst>
          </p:cNvPr>
          <p:cNvSpPr txBox="1">
            <a:spLocks noChangeArrowheads="1"/>
          </p:cNvSpPr>
          <p:nvPr/>
        </p:nvSpPr>
        <p:spPr bwMode="auto">
          <a:xfrm>
            <a:off x="2644826" y="1420967"/>
            <a:ext cx="3024336" cy="984885"/>
          </a:xfrm>
          <a:prstGeom prst="rect">
            <a:avLst/>
          </a:prstGeom>
          <a:ln>
            <a:headEnd/>
            <a:tailEnd/>
          </a:ln>
        </p:spPr>
        <p:style>
          <a:lnRef idx="1">
            <a:schemeClr val="accent3"/>
          </a:lnRef>
          <a:fillRef idx="2">
            <a:schemeClr val="accent3"/>
          </a:fillRef>
          <a:effectRef idx="1">
            <a:schemeClr val="accent3"/>
          </a:effectRef>
          <a:fontRef idx="minor">
            <a:schemeClr val="dk1"/>
          </a:fontRef>
        </p:style>
        <p:txBody>
          <a:bodyPr wrap="square">
            <a:spAutoFit/>
          </a:bodyPr>
          <a:lstStyle>
            <a:defPPr>
              <a:defRPr lang="es-CO"/>
            </a:defPPr>
            <a:lvl1pPr algn="ctr" fontAlgn="base">
              <a:spcBef>
                <a:spcPct val="50000"/>
              </a:spcBef>
              <a:spcAft>
                <a:spcPct val="0"/>
              </a:spcAft>
              <a:defRPr sz="2400">
                <a:solidFill>
                  <a:prstClr val="black"/>
                </a:solidFill>
                <a:latin typeface="Arial Narrow" pitchFamily="34" charset="0"/>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pPr>
              <a:spcBef>
                <a:spcPts val="600"/>
              </a:spcBef>
              <a:spcAft>
                <a:spcPts val="600"/>
              </a:spcAft>
            </a:pPr>
            <a:r>
              <a:rPr lang="es-MX" dirty="0" err="1"/>
              <a:t>if</a:t>
            </a:r>
            <a:r>
              <a:rPr lang="es-MX" dirty="0"/>
              <a:t> (VEC[3] &gt; VEC[4])</a:t>
            </a:r>
          </a:p>
          <a:p>
            <a:pPr>
              <a:spcBef>
                <a:spcPts val="600"/>
              </a:spcBef>
              <a:spcAft>
                <a:spcPts val="600"/>
              </a:spcAft>
            </a:pPr>
            <a:r>
              <a:rPr lang="es-MX" dirty="0"/>
              <a:t>Intercambia;</a:t>
            </a:r>
          </a:p>
        </p:txBody>
      </p:sp>
      <p:cxnSp>
        <p:nvCxnSpPr>
          <p:cNvPr id="28" name="AutoShape 30">
            <a:extLst>
              <a:ext uri="{FF2B5EF4-FFF2-40B4-BE49-F238E27FC236}">
                <a16:creationId xmlns:a16="http://schemas.microsoft.com/office/drawing/2014/main" id="{4E55229B-BBD0-4E62-8FD3-3E08102B12C9}"/>
              </a:ext>
            </a:extLst>
          </p:cNvPr>
          <p:cNvCxnSpPr>
            <a:cxnSpLocks noChangeShapeType="1"/>
          </p:cNvCxnSpPr>
          <p:nvPr/>
        </p:nvCxnSpPr>
        <p:spPr bwMode="auto">
          <a:xfrm rot="5400000" flipV="1">
            <a:off x="9629254" y="1249468"/>
            <a:ext cx="1588" cy="685800"/>
          </a:xfrm>
          <a:prstGeom prst="bentConnector3">
            <a:avLst>
              <a:gd name="adj1" fmla="val -14400005"/>
            </a:avLst>
          </a:prstGeom>
          <a:noFill/>
          <a:ln w="38100">
            <a:solidFill>
              <a:schemeClr val="tx1"/>
            </a:solidFill>
            <a:miter lim="800000"/>
            <a:headEnd type="triangle" w="med" len="med"/>
            <a:tailEnd type="triangle" w="med" len="med"/>
          </a:ln>
          <a:effectLst>
            <a:prstShdw prst="shdw13" dist="53882" dir="13500000">
              <a:schemeClr val="bg2"/>
            </a:prstShdw>
          </a:effectLst>
        </p:spPr>
      </p:cxnSp>
      <p:grpSp>
        <p:nvGrpSpPr>
          <p:cNvPr id="29" name="Group 31">
            <a:extLst>
              <a:ext uri="{FF2B5EF4-FFF2-40B4-BE49-F238E27FC236}">
                <a16:creationId xmlns:a16="http://schemas.microsoft.com/office/drawing/2014/main" id="{96D8087C-D4EA-440E-AB2A-9E1477E9EA88}"/>
              </a:ext>
            </a:extLst>
          </p:cNvPr>
          <p:cNvGrpSpPr>
            <a:grpSpLocks/>
          </p:cNvGrpSpPr>
          <p:nvPr/>
        </p:nvGrpSpPr>
        <p:grpSpPr bwMode="auto">
          <a:xfrm>
            <a:off x="6991724" y="1685743"/>
            <a:ext cx="1258888" cy="611188"/>
            <a:chOff x="3314" y="2036"/>
            <a:chExt cx="793" cy="385"/>
          </a:xfrm>
        </p:grpSpPr>
        <p:sp>
          <p:nvSpPr>
            <p:cNvPr id="30" name="Text Box 32">
              <a:extLst>
                <a:ext uri="{FF2B5EF4-FFF2-40B4-BE49-F238E27FC236}">
                  <a16:creationId xmlns:a16="http://schemas.microsoft.com/office/drawing/2014/main" id="{3ABBBB4A-30F0-42F3-B578-38BB018C4862}"/>
                </a:ext>
              </a:extLst>
            </p:cNvPr>
            <p:cNvSpPr txBox="1">
              <a:spLocks noChangeArrowheads="1"/>
            </p:cNvSpPr>
            <p:nvPr/>
          </p:nvSpPr>
          <p:spPr bwMode="auto">
            <a:xfrm>
              <a:off x="3314" y="2036"/>
              <a:ext cx="361" cy="383"/>
            </a:xfrm>
            <a:prstGeom prst="rect">
              <a:avLst/>
            </a:prstGeom>
            <a:gradFill rotWithShape="1">
              <a:gsLst>
                <a:gs pos="0">
                  <a:sysClr val="windowText" lastClr="000000">
                    <a:tint val="35000"/>
                    <a:satMod val="253000"/>
                  </a:sysClr>
                </a:gs>
                <a:gs pos="50000">
                  <a:sysClr val="windowText" lastClr="000000">
                    <a:tint val="42000"/>
                    <a:satMod val="255000"/>
                  </a:sysClr>
                </a:gs>
                <a:gs pos="97000">
                  <a:sysClr val="windowText" lastClr="000000">
                    <a:tint val="53000"/>
                    <a:satMod val="260000"/>
                  </a:sysClr>
                </a:gs>
                <a:gs pos="100000">
                  <a:sysClr val="windowText" lastClr="000000">
                    <a:tint val="56000"/>
                    <a:satMod val="275000"/>
                  </a:sysClr>
                </a:gs>
              </a:gsLst>
              <a:path path="circle">
                <a:fillToRect l="50000" t="50000" r="50000" b="50000"/>
              </a:path>
            </a:gradFill>
            <a:ln w="9525" cap="flat" cmpd="sng" algn="ctr">
              <a:solidFill>
                <a:sysClr val="windowText" lastClr="000000"/>
              </a:solidFill>
              <a:prstDash val="solid"/>
              <a:headEnd/>
              <a:tailEnd/>
            </a:ln>
            <a:effectLst>
              <a:outerShdw blurRad="63500" dist="25400" dir="5400000" rotWithShape="0">
                <a:srgbClr val="000000">
                  <a:alpha val="43137"/>
                </a:srgbClr>
              </a:outerShdw>
            </a:effectLst>
          </p:spPr>
          <p:txBody>
            <a:bodyPr wrap="none" anchor="ctr">
              <a:scene3d>
                <a:camera prst="orthographicFront"/>
                <a:lightRig rig="soft" dir="tl">
                  <a:rot lat="0" lon="0" rev="0"/>
                </a:lightRig>
              </a:scene3d>
              <a:sp3d contourW="25400" prstMaterial="matte">
                <a:bevelT w="25400" h="55880" prst="artDeco"/>
                <a:contourClr>
                  <a:schemeClr val="accent2">
                    <a:tint val="20000"/>
                  </a:schemeClr>
                </a:contourClr>
              </a:sp3d>
            </a:bodyPr>
            <a:lstStyle>
              <a:defPPr>
                <a:defRPr lang="es-CO"/>
              </a:defPPr>
              <a:lvl1pPr marR="0" lvl="0" indent="0" algn="ctr" fontAlgn="base">
                <a:lnSpc>
                  <a:spcPct val="100000"/>
                </a:lnSpc>
                <a:spcBef>
                  <a:spcPct val="0"/>
                </a:spcBef>
                <a:spcAft>
                  <a:spcPct val="0"/>
                </a:spcAft>
                <a:buClrTx/>
                <a:buSzTx/>
                <a:buFontTx/>
                <a:buNone/>
                <a:tabLst/>
                <a:defRPr kumimoji="0" sz="3600" b="1" i="0" u="none" strike="noStrike" kern="0" cap="none" spc="50" normalizeH="0" baseline="0">
                  <a:ln w="11430"/>
                  <a:effectLst>
                    <a:outerShdw blurRad="76200" dist="50800" dir="5400000" algn="tl" rotWithShape="0">
                      <a:srgbClr val="000000">
                        <a:alpha val="65000"/>
                      </a:srgbClr>
                    </a:outerShdw>
                  </a:effectLst>
                  <a:uLnTx/>
                  <a:uFillTx/>
                  <a:latin typeface="Arial Narrow" pitchFamily="34" charset="0"/>
                </a:defRPr>
              </a:lvl1pPr>
            </a:lstStyle>
            <a:p>
              <a:r>
                <a:rPr lang="es-MX" dirty="0"/>
                <a:t>9</a:t>
              </a:r>
              <a:endParaRPr lang="es-ES" dirty="0"/>
            </a:p>
          </p:txBody>
        </p:sp>
        <p:sp>
          <p:nvSpPr>
            <p:cNvPr id="31" name="Text Box 33">
              <a:extLst>
                <a:ext uri="{FF2B5EF4-FFF2-40B4-BE49-F238E27FC236}">
                  <a16:creationId xmlns:a16="http://schemas.microsoft.com/office/drawing/2014/main" id="{EFD3BFFE-5C43-499D-A353-5C3B9F6723B2}"/>
                </a:ext>
              </a:extLst>
            </p:cNvPr>
            <p:cNvSpPr txBox="1">
              <a:spLocks noChangeArrowheads="1"/>
            </p:cNvSpPr>
            <p:nvPr/>
          </p:nvSpPr>
          <p:spPr bwMode="auto">
            <a:xfrm>
              <a:off x="3746" y="2038"/>
              <a:ext cx="361" cy="383"/>
            </a:xfrm>
            <a:prstGeom prst="rect">
              <a:avLst/>
            </a:prstGeom>
            <a:gradFill rotWithShape="1">
              <a:gsLst>
                <a:gs pos="0">
                  <a:sysClr val="windowText" lastClr="000000">
                    <a:tint val="35000"/>
                    <a:satMod val="253000"/>
                  </a:sysClr>
                </a:gs>
                <a:gs pos="50000">
                  <a:sysClr val="windowText" lastClr="000000">
                    <a:tint val="42000"/>
                    <a:satMod val="255000"/>
                  </a:sysClr>
                </a:gs>
                <a:gs pos="97000">
                  <a:sysClr val="windowText" lastClr="000000">
                    <a:tint val="53000"/>
                    <a:satMod val="260000"/>
                  </a:sysClr>
                </a:gs>
                <a:gs pos="100000">
                  <a:sysClr val="windowText" lastClr="000000">
                    <a:tint val="56000"/>
                    <a:satMod val="275000"/>
                  </a:sysClr>
                </a:gs>
              </a:gsLst>
              <a:path path="circle">
                <a:fillToRect l="50000" t="50000" r="50000" b="50000"/>
              </a:path>
            </a:gradFill>
            <a:ln w="9525" cap="flat" cmpd="sng" algn="ctr">
              <a:solidFill>
                <a:sysClr val="windowText" lastClr="000000"/>
              </a:solidFill>
              <a:prstDash val="solid"/>
              <a:headEnd/>
              <a:tailEnd/>
            </a:ln>
            <a:effectLst>
              <a:outerShdw blurRad="63500" dist="25400" dir="5400000" rotWithShape="0">
                <a:srgbClr val="000000">
                  <a:alpha val="43137"/>
                </a:srgbClr>
              </a:outerShdw>
            </a:effectLst>
          </p:spPr>
          <p:txBody>
            <a:bodyPr wrap="none" anchor="ctr">
              <a:scene3d>
                <a:camera prst="orthographicFront"/>
                <a:lightRig rig="soft" dir="tl">
                  <a:rot lat="0" lon="0" rev="0"/>
                </a:lightRig>
              </a:scene3d>
              <a:sp3d contourW="25400" prstMaterial="matte">
                <a:bevelT w="25400" h="55880" prst="artDeco"/>
                <a:contourClr>
                  <a:schemeClr val="accent2">
                    <a:tint val="20000"/>
                  </a:schemeClr>
                </a:contourClr>
              </a:sp3d>
            </a:bodyPr>
            <a:lstStyle>
              <a:defPPr>
                <a:defRPr lang="es-CO"/>
              </a:defPPr>
              <a:lvl1pPr marR="0" lvl="0" indent="0" algn="ctr" fontAlgn="base">
                <a:lnSpc>
                  <a:spcPct val="100000"/>
                </a:lnSpc>
                <a:spcBef>
                  <a:spcPct val="0"/>
                </a:spcBef>
                <a:spcAft>
                  <a:spcPct val="0"/>
                </a:spcAft>
                <a:buClrTx/>
                <a:buSzTx/>
                <a:buFontTx/>
                <a:buNone/>
                <a:tabLst/>
                <a:defRPr kumimoji="0" sz="3600" b="1" i="0" u="none" strike="noStrike" kern="0" cap="none" spc="50" normalizeH="0" baseline="0">
                  <a:ln w="11430"/>
                  <a:effectLst>
                    <a:outerShdw blurRad="76200" dist="50800" dir="5400000" algn="tl" rotWithShape="0">
                      <a:srgbClr val="000000">
                        <a:alpha val="65000"/>
                      </a:srgbClr>
                    </a:outerShdw>
                  </a:effectLst>
                  <a:uLnTx/>
                  <a:uFillTx/>
                  <a:latin typeface="Arial Narrow" pitchFamily="34" charset="0"/>
                </a:defRPr>
              </a:lvl1pPr>
            </a:lstStyle>
            <a:p>
              <a:r>
                <a:rPr lang="es-MX" dirty="0"/>
                <a:t>10</a:t>
              </a:r>
              <a:endParaRPr lang="es-ES" dirty="0"/>
            </a:p>
          </p:txBody>
        </p:sp>
      </p:grpSp>
      <p:grpSp>
        <p:nvGrpSpPr>
          <p:cNvPr id="32" name="Group 34">
            <a:extLst>
              <a:ext uri="{FF2B5EF4-FFF2-40B4-BE49-F238E27FC236}">
                <a16:creationId xmlns:a16="http://schemas.microsoft.com/office/drawing/2014/main" id="{907C52A3-97B3-4A9F-BF55-6C68ED86D418}"/>
              </a:ext>
            </a:extLst>
          </p:cNvPr>
          <p:cNvGrpSpPr>
            <a:grpSpLocks/>
          </p:cNvGrpSpPr>
          <p:nvPr/>
        </p:nvGrpSpPr>
        <p:grpSpPr bwMode="auto">
          <a:xfrm>
            <a:off x="7677426" y="1685811"/>
            <a:ext cx="1252538" cy="615950"/>
            <a:chOff x="3306" y="2043"/>
            <a:chExt cx="789" cy="388"/>
          </a:xfrm>
        </p:grpSpPr>
        <p:sp>
          <p:nvSpPr>
            <p:cNvPr id="33" name="Text Box 35">
              <a:extLst>
                <a:ext uri="{FF2B5EF4-FFF2-40B4-BE49-F238E27FC236}">
                  <a16:creationId xmlns:a16="http://schemas.microsoft.com/office/drawing/2014/main" id="{D49DC04B-8CCA-4489-BE94-175DFD9224DF}"/>
                </a:ext>
              </a:extLst>
            </p:cNvPr>
            <p:cNvSpPr txBox="1">
              <a:spLocks noChangeArrowheads="1"/>
            </p:cNvSpPr>
            <p:nvPr/>
          </p:nvSpPr>
          <p:spPr bwMode="auto">
            <a:xfrm>
              <a:off x="3306" y="2043"/>
              <a:ext cx="361" cy="383"/>
            </a:xfrm>
            <a:prstGeom prst="rect">
              <a:avLst/>
            </a:prstGeom>
            <a:gradFill rotWithShape="1">
              <a:gsLst>
                <a:gs pos="0">
                  <a:sysClr val="windowText" lastClr="000000">
                    <a:tint val="35000"/>
                    <a:satMod val="253000"/>
                  </a:sysClr>
                </a:gs>
                <a:gs pos="50000">
                  <a:sysClr val="windowText" lastClr="000000">
                    <a:tint val="42000"/>
                    <a:satMod val="255000"/>
                  </a:sysClr>
                </a:gs>
                <a:gs pos="97000">
                  <a:sysClr val="windowText" lastClr="000000">
                    <a:tint val="53000"/>
                    <a:satMod val="260000"/>
                  </a:sysClr>
                </a:gs>
                <a:gs pos="100000">
                  <a:sysClr val="windowText" lastClr="000000">
                    <a:tint val="56000"/>
                    <a:satMod val="275000"/>
                  </a:sysClr>
                </a:gs>
              </a:gsLst>
              <a:path path="circle">
                <a:fillToRect l="50000" t="50000" r="50000" b="50000"/>
              </a:path>
            </a:gradFill>
            <a:ln w="9525" cap="flat" cmpd="sng" algn="ctr">
              <a:solidFill>
                <a:sysClr val="windowText" lastClr="000000"/>
              </a:solidFill>
              <a:prstDash val="solid"/>
              <a:headEnd/>
              <a:tailEnd/>
            </a:ln>
            <a:effectLst>
              <a:outerShdw blurRad="63500" dist="25400" dir="5400000" rotWithShape="0">
                <a:srgbClr val="000000">
                  <a:alpha val="43137"/>
                </a:srgbClr>
              </a:outerShdw>
            </a:effectLst>
          </p:spPr>
          <p:txBody>
            <a:bodyPr wrap="none" anchor="ctr">
              <a:scene3d>
                <a:camera prst="orthographicFront"/>
                <a:lightRig rig="soft" dir="tl">
                  <a:rot lat="0" lon="0" rev="0"/>
                </a:lightRig>
              </a:scene3d>
              <a:sp3d contourW="25400" prstMaterial="matte">
                <a:bevelT w="25400" h="55880" prst="artDeco"/>
                <a:contourClr>
                  <a:schemeClr val="accent2">
                    <a:tint val="20000"/>
                  </a:schemeClr>
                </a:contourClr>
              </a:sp3d>
            </a:bodyPr>
            <a:lstStyle>
              <a:defPPr>
                <a:defRPr lang="es-CO"/>
              </a:defPPr>
              <a:lvl1pPr marR="0" lvl="0" indent="0" algn="ctr" fontAlgn="base">
                <a:lnSpc>
                  <a:spcPct val="100000"/>
                </a:lnSpc>
                <a:spcBef>
                  <a:spcPct val="0"/>
                </a:spcBef>
                <a:spcAft>
                  <a:spcPct val="0"/>
                </a:spcAft>
                <a:buClrTx/>
                <a:buSzTx/>
                <a:buFontTx/>
                <a:buNone/>
                <a:tabLst/>
                <a:defRPr kumimoji="0" sz="3600" b="1" i="0" u="none" strike="noStrike" kern="0" cap="none" spc="50" normalizeH="0" baseline="0">
                  <a:ln w="11430"/>
                  <a:effectLst>
                    <a:outerShdw blurRad="76200" dist="50800" dir="5400000" algn="tl" rotWithShape="0">
                      <a:srgbClr val="000000">
                        <a:alpha val="65000"/>
                      </a:srgbClr>
                    </a:outerShdw>
                  </a:effectLst>
                  <a:uLnTx/>
                  <a:uFillTx/>
                  <a:latin typeface="Arial Narrow" pitchFamily="34" charset="0"/>
                </a:defRPr>
              </a:lvl1pPr>
            </a:lstStyle>
            <a:p>
              <a:r>
                <a:rPr lang="es-MX" dirty="0"/>
                <a:t>8</a:t>
              </a:r>
              <a:endParaRPr lang="es-ES" dirty="0"/>
            </a:p>
          </p:txBody>
        </p:sp>
        <p:sp>
          <p:nvSpPr>
            <p:cNvPr id="34" name="Text Box 36">
              <a:extLst>
                <a:ext uri="{FF2B5EF4-FFF2-40B4-BE49-F238E27FC236}">
                  <a16:creationId xmlns:a16="http://schemas.microsoft.com/office/drawing/2014/main" id="{A7E65F3C-81FF-4465-9BD7-EACFAEF73140}"/>
                </a:ext>
              </a:extLst>
            </p:cNvPr>
            <p:cNvSpPr txBox="1">
              <a:spLocks noChangeArrowheads="1"/>
            </p:cNvSpPr>
            <p:nvPr/>
          </p:nvSpPr>
          <p:spPr bwMode="auto">
            <a:xfrm>
              <a:off x="3734" y="2048"/>
              <a:ext cx="361" cy="383"/>
            </a:xfrm>
            <a:prstGeom prst="rect">
              <a:avLst/>
            </a:prstGeom>
            <a:gradFill rotWithShape="1">
              <a:gsLst>
                <a:gs pos="0">
                  <a:sysClr val="windowText" lastClr="000000">
                    <a:tint val="35000"/>
                    <a:satMod val="253000"/>
                  </a:sysClr>
                </a:gs>
                <a:gs pos="50000">
                  <a:sysClr val="windowText" lastClr="000000">
                    <a:tint val="42000"/>
                    <a:satMod val="255000"/>
                  </a:sysClr>
                </a:gs>
                <a:gs pos="97000">
                  <a:sysClr val="windowText" lastClr="000000">
                    <a:tint val="53000"/>
                    <a:satMod val="260000"/>
                  </a:sysClr>
                </a:gs>
                <a:gs pos="100000">
                  <a:sysClr val="windowText" lastClr="000000">
                    <a:tint val="56000"/>
                    <a:satMod val="275000"/>
                  </a:sysClr>
                </a:gs>
              </a:gsLst>
              <a:path path="circle">
                <a:fillToRect l="50000" t="50000" r="50000" b="50000"/>
              </a:path>
            </a:gradFill>
            <a:ln w="9525" cap="flat" cmpd="sng" algn="ctr">
              <a:solidFill>
                <a:sysClr val="windowText" lastClr="000000"/>
              </a:solidFill>
              <a:prstDash val="solid"/>
              <a:headEnd/>
              <a:tailEnd/>
            </a:ln>
            <a:effectLst>
              <a:outerShdw blurRad="63500" dist="25400" dir="5400000" rotWithShape="0">
                <a:srgbClr val="000000">
                  <a:alpha val="43137"/>
                </a:srgbClr>
              </a:outerShdw>
            </a:effectLst>
          </p:spPr>
          <p:txBody>
            <a:bodyPr wrap="none" anchor="ctr">
              <a:scene3d>
                <a:camera prst="orthographicFront"/>
                <a:lightRig rig="soft" dir="tl">
                  <a:rot lat="0" lon="0" rev="0"/>
                </a:lightRig>
              </a:scene3d>
              <a:sp3d contourW="25400" prstMaterial="matte">
                <a:bevelT w="25400" h="55880" prst="artDeco"/>
                <a:contourClr>
                  <a:schemeClr val="accent2">
                    <a:tint val="20000"/>
                  </a:schemeClr>
                </a:contourClr>
              </a:sp3d>
            </a:bodyPr>
            <a:lstStyle>
              <a:defPPr>
                <a:defRPr lang="es-CO"/>
              </a:defPPr>
              <a:lvl1pPr marR="0" lvl="0" indent="0" algn="ctr" fontAlgn="base">
                <a:lnSpc>
                  <a:spcPct val="100000"/>
                </a:lnSpc>
                <a:spcBef>
                  <a:spcPct val="0"/>
                </a:spcBef>
                <a:spcAft>
                  <a:spcPct val="0"/>
                </a:spcAft>
                <a:buClrTx/>
                <a:buSzTx/>
                <a:buFontTx/>
                <a:buNone/>
                <a:tabLst/>
                <a:defRPr kumimoji="0" sz="3600" b="1" i="0" u="none" strike="noStrike" kern="0" cap="none" spc="50" normalizeH="0" baseline="0">
                  <a:ln w="11430"/>
                  <a:effectLst>
                    <a:outerShdw blurRad="76200" dist="50800" dir="5400000" algn="tl" rotWithShape="0">
                      <a:srgbClr val="000000">
                        <a:alpha val="65000"/>
                      </a:srgbClr>
                    </a:outerShdw>
                  </a:effectLst>
                  <a:uLnTx/>
                  <a:uFillTx/>
                  <a:latin typeface="Arial Narrow" pitchFamily="34" charset="0"/>
                </a:defRPr>
              </a:lvl1pPr>
            </a:lstStyle>
            <a:p>
              <a:r>
                <a:rPr lang="es-MX" dirty="0"/>
                <a:t>10</a:t>
              </a:r>
              <a:endParaRPr lang="es-ES" dirty="0"/>
            </a:p>
          </p:txBody>
        </p:sp>
      </p:grpSp>
      <p:grpSp>
        <p:nvGrpSpPr>
          <p:cNvPr id="35" name="Group 37">
            <a:extLst>
              <a:ext uri="{FF2B5EF4-FFF2-40B4-BE49-F238E27FC236}">
                <a16:creationId xmlns:a16="http://schemas.microsoft.com/office/drawing/2014/main" id="{533225E9-94FA-476B-8806-85B545FC8CFE}"/>
              </a:ext>
            </a:extLst>
          </p:cNvPr>
          <p:cNvGrpSpPr>
            <a:grpSpLocks/>
          </p:cNvGrpSpPr>
          <p:nvPr/>
        </p:nvGrpSpPr>
        <p:grpSpPr bwMode="auto">
          <a:xfrm>
            <a:off x="8350527" y="1693992"/>
            <a:ext cx="1246188" cy="608013"/>
            <a:chOff x="3274" y="2019"/>
            <a:chExt cx="785" cy="383"/>
          </a:xfrm>
        </p:grpSpPr>
        <p:sp>
          <p:nvSpPr>
            <p:cNvPr id="36" name="Text Box 38">
              <a:extLst>
                <a:ext uri="{FF2B5EF4-FFF2-40B4-BE49-F238E27FC236}">
                  <a16:creationId xmlns:a16="http://schemas.microsoft.com/office/drawing/2014/main" id="{CE640B57-F360-4E4E-89DC-22C866C90519}"/>
                </a:ext>
              </a:extLst>
            </p:cNvPr>
            <p:cNvSpPr txBox="1">
              <a:spLocks noChangeArrowheads="1"/>
            </p:cNvSpPr>
            <p:nvPr/>
          </p:nvSpPr>
          <p:spPr bwMode="auto">
            <a:xfrm>
              <a:off x="3274" y="2019"/>
              <a:ext cx="361" cy="383"/>
            </a:xfrm>
            <a:prstGeom prst="rect">
              <a:avLst/>
            </a:prstGeom>
            <a:gradFill rotWithShape="1">
              <a:gsLst>
                <a:gs pos="0">
                  <a:sysClr val="windowText" lastClr="000000">
                    <a:tint val="35000"/>
                    <a:satMod val="253000"/>
                  </a:sysClr>
                </a:gs>
                <a:gs pos="50000">
                  <a:sysClr val="windowText" lastClr="000000">
                    <a:tint val="42000"/>
                    <a:satMod val="255000"/>
                  </a:sysClr>
                </a:gs>
                <a:gs pos="97000">
                  <a:sysClr val="windowText" lastClr="000000">
                    <a:tint val="53000"/>
                    <a:satMod val="260000"/>
                  </a:sysClr>
                </a:gs>
                <a:gs pos="100000">
                  <a:sysClr val="windowText" lastClr="000000">
                    <a:tint val="56000"/>
                    <a:satMod val="275000"/>
                  </a:sysClr>
                </a:gs>
              </a:gsLst>
              <a:path path="circle">
                <a:fillToRect l="50000" t="50000" r="50000" b="50000"/>
              </a:path>
            </a:gradFill>
            <a:ln w="9525" cap="flat" cmpd="sng" algn="ctr">
              <a:solidFill>
                <a:sysClr val="windowText" lastClr="000000"/>
              </a:solidFill>
              <a:prstDash val="solid"/>
              <a:headEnd/>
              <a:tailEnd/>
            </a:ln>
            <a:effectLst>
              <a:outerShdw blurRad="63500" dist="25400" dir="5400000" rotWithShape="0">
                <a:srgbClr val="000000">
                  <a:alpha val="43137"/>
                </a:srgbClr>
              </a:outerShdw>
            </a:effectLst>
          </p:spPr>
          <p:txBody>
            <a:bodyPr wrap="none" anchor="ctr">
              <a:scene3d>
                <a:camera prst="orthographicFront"/>
                <a:lightRig rig="soft" dir="tl">
                  <a:rot lat="0" lon="0" rev="0"/>
                </a:lightRig>
              </a:scene3d>
              <a:sp3d contourW="25400" prstMaterial="matte">
                <a:bevelT w="25400" h="55880" prst="artDeco"/>
                <a:contourClr>
                  <a:schemeClr val="accent2">
                    <a:tint val="20000"/>
                  </a:schemeClr>
                </a:contourClr>
              </a:sp3d>
            </a:bodyPr>
            <a:lstStyle>
              <a:defPPr>
                <a:defRPr lang="es-CO"/>
              </a:defPPr>
              <a:lvl1pPr marR="0" lvl="0" indent="0" algn="ctr" fontAlgn="base">
                <a:lnSpc>
                  <a:spcPct val="100000"/>
                </a:lnSpc>
                <a:spcBef>
                  <a:spcPct val="0"/>
                </a:spcBef>
                <a:spcAft>
                  <a:spcPct val="0"/>
                </a:spcAft>
                <a:buClrTx/>
                <a:buSzTx/>
                <a:buFontTx/>
                <a:buNone/>
                <a:tabLst/>
                <a:defRPr kumimoji="0" sz="3600" b="1" i="0" u="none" strike="noStrike" kern="0" cap="none" spc="50" normalizeH="0" baseline="0">
                  <a:ln w="11430"/>
                  <a:effectLst>
                    <a:outerShdw blurRad="76200" dist="50800" dir="5400000" algn="tl" rotWithShape="0">
                      <a:srgbClr val="000000">
                        <a:alpha val="65000"/>
                      </a:srgbClr>
                    </a:outerShdw>
                  </a:effectLst>
                  <a:uLnTx/>
                  <a:uFillTx/>
                  <a:latin typeface="Arial Narrow" pitchFamily="34" charset="0"/>
                </a:defRPr>
              </a:lvl1pPr>
            </a:lstStyle>
            <a:p>
              <a:r>
                <a:rPr lang="es-MX" dirty="0"/>
                <a:t>7</a:t>
              </a:r>
              <a:endParaRPr lang="es-ES" dirty="0"/>
            </a:p>
          </p:txBody>
        </p:sp>
        <p:sp>
          <p:nvSpPr>
            <p:cNvPr id="37" name="Text Box 39">
              <a:extLst>
                <a:ext uri="{FF2B5EF4-FFF2-40B4-BE49-F238E27FC236}">
                  <a16:creationId xmlns:a16="http://schemas.microsoft.com/office/drawing/2014/main" id="{2D3DBD69-7601-4C24-B5A0-A1449CBDDB20}"/>
                </a:ext>
              </a:extLst>
            </p:cNvPr>
            <p:cNvSpPr txBox="1">
              <a:spLocks noChangeArrowheads="1"/>
            </p:cNvSpPr>
            <p:nvPr/>
          </p:nvSpPr>
          <p:spPr bwMode="auto">
            <a:xfrm>
              <a:off x="3698" y="2019"/>
              <a:ext cx="361" cy="383"/>
            </a:xfrm>
            <a:prstGeom prst="rect">
              <a:avLst/>
            </a:prstGeom>
            <a:gradFill rotWithShape="1">
              <a:gsLst>
                <a:gs pos="0">
                  <a:sysClr val="windowText" lastClr="000000">
                    <a:tint val="35000"/>
                    <a:satMod val="253000"/>
                  </a:sysClr>
                </a:gs>
                <a:gs pos="50000">
                  <a:sysClr val="windowText" lastClr="000000">
                    <a:tint val="42000"/>
                    <a:satMod val="255000"/>
                  </a:sysClr>
                </a:gs>
                <a:gs pos="97000">
                  <a:sysClr val="windowText" lastClr="000000">
                    <a:tint val="53000"/>
                    <a:satMod val="260000"/>
                  </a:sysClr>
                </a:gs>
                <a:gs pos="100000">
                  <a:sysClr val="windowText" lastClr="000000">
                    <a:tint val="56000"/>
                    <a:satMod val="275000"/>
                  </a:sysClr>
                </a:gs>
              </a:gsLst>
              <a:path path="circle">
                <a:fillToRect l="50000" t="50000" r="50000" b="50000"/>
              </a:path>
            </a:gradFill>
            <a:ln w="9525" cap="flat" cmpd="sng" algn="ctr">
              <a:solidFill>
                <a:sysClr val="windowText" lastClr="000000"/>
              </a:solidFill>
              <a:prstDash val="solid"/>
              <a:headEnd/>
              <a:tailEnd/>
            </a:ln>
            <a:effectLst>
              <a:outerShdw blurRad="63500" dist="25400" dir="5400000" rotWithShape="0">
                <a:srgbClr val="000000">
                  <a:alpha val="43137"/>
                </a:srgbClr>
              </a:outerShdw>
            </a:effectLst>
          </p:spPr>
          <p:txBody>
            <a:bodyPr wrap="none" anchor="ctr">
              <a:scene3d>
                <a:camera prst="orthographicFront"/>
                <a:lightRig rig="soft" dir="tl">
                  <a:rot lat="0" lon="0" rev="0"/>
                </a:lightRig>
              </a:scene3d>
              <a:sp3d contourW="25400" prstMaterial="matte">
                <a:bevelT w="25400" h="55880" prst="artDeco"/>
                <a:contourClr>
                  <a:schemeClr val="accent2">
                    <a:tint val="20000"/>
                  </a:schemeClr>
                </a:contourClr>
              </a:sp3d>
            </a:bodyPr>
            <a:lstStyle>
              <a:defPPr>
                <a:defRPr lang="es-CO"/>
              </a:defPPr>
              <a:lvl1pPr marR="0" lvl="0" indent="0" algn="ctr" fontAlgn="base">
                <a:lnSpc>
                  <a:spcPct val="100000"/>
                </a:lnSpc>
                <a:spcBef>
                  <a:spcPct val="0"/>
                </a:spcBef>
                <a:spcAft>
                  <a:spcPct val="0"/>
                </a:spcAft>
                <a:buClrTx/>
                <a:buSzTx/>
                <a:buFontTx/>
                <a:buNone/>
                <a:tabLst/>
                <a:defRPr kumimoji="0" sz="3600" b="1" i="0" u="none" strike="noStrike" kern="0" cap="none" spc="50" normalizeH="0" baseline="0">
                  <a:ln w="11430"/>
                  <a:effectLst>
                    <a:outerShdw blurRad="76200" dist="50800" dir="5400000" algn="tl" rotWithShape="0">
                      <a:srgbClr val="000000">
                        <a:alpha val="65000"/>
                      </a:srgbClr>
                    </a:outerShdw>
                  </a:effectLst>
                  <a:uLnTx/>
                  <a:uFillTx/>
                  <a:latin typeface="Arial Narrow" pitchFamily="34" charset="0"/>
                </a:defRPr>
              </a:lvl1pPr>
            </a:lstStyle>
            <a:p>
              <a:r>
                <a:rPr lang="es-MX" dirty="0"/>
                <a:t>10</a:t>
              </a:r>
              <a:endParaRPr lang="es-ES" dirty="0"/>
            </a:p>
          </p:txBody>
        </p:sp>
      </p:grpSp>
      <p:grpSp>
        <p:nvGrpSpPr>
          <p:cNvPr id="38" name="Group 40">
            <a:extLst>
              <a:ext uri="{FF2B5EF4-FFF2-40B4-BE49-F238E27FC236}">
                <a16:creationId xmlns:a16="http://schemas.microsoft.com/office/drawing/2014/main" id="{B93C48D1-ED66-4D20-9335-29AB0A63027D}"/>
              </a:ext>
            </a:extLst>
          </p:cNvPr>
          <p:cNvGrpSpPr>
            <a:grpSpLocks/>
          </p:cNvGrpSpPr>
          <p:nvPr/>
        </p:nvGrpSpPr>
        <p:grpSpPr bwMode="auto">
          <a:xfrm>
            <a:off x="9037908" y="1690502"/>
            <a:ext cx="1247775" cy="611188"/>
            <a:chOff x="3273" y="879"/>
            <a:chExt cx="786" cy="385"/>
          </a:xfrm>
        </p:grpSpPr>
        <p:sp>
          <p:nvSpPr>
            <p:cNvPr id="39" name="Text Box 41">
              <a:extLst>
                <a:ext uri="{FF2B5EF4-FFF2-40B4-BE49-F238E27FC236}">
                  <a16:creationId xmlns:a16="http://schemas.microsoft.com/office/drawing/2014/main" id="{6D9BDC08-8F5E-4B02-B83B-EB01FBB1A4A1}"/>
                </a:ext>
              </a:extLst>
            </p:cNvPr>
            <p:cNvSpPr txBox="1">
              <a:spLocks noChangeArrowheads="1"/>
            </p:cNvSpPr>
            <p:nvPr/>
          </p:nvSpPr>
          <p:spPr bwMode="auto">
            <a:xfrm>
              <a:off x="3273" y="881"/>
              <a:ext cx="361" cy="383"/>
            </a:xfrm>
            <a:prstGeom prst="rect">
              <a:avLst/>
            </a:prstGeom>
            <a:gradFill rotWithShape="1">
              <a:gsLst>
                <a:gs pos="0">
                  <a:sysClr val="windowText" lastClr="000000">
                    <a:tint val="35000"/>
                    <a:satMod val="253000"/>
                  </a:sysClr>
                </a:gs>
                <a:gs pos="50000">
                  <a:sysClr val="windowText" lastClr="000000">
                    <a:tint val="42000"/>
                    <a:satMod val="255000"/>
                  </a:sysClr>
                </a:gs>
                <a:gs pos="97000">
                  <a:sysClr val="windowText" lastClr="000000">
                    <a:tint val="53000"/>
                    <a:satMod val="260000"/>
                  </a:sysClr>
                </a:gs>
                <a:gs pos="100000">
                  <a:sysClr val="windowText" lastClr="000000">
                    <a:tint val="56000"/>
                    <a:satMod val="275000"/>
                  </a:sysClr>
                </a:gs>
              </a:gsLst>
              <a:path path="circle">
                <a:fillToRect l="50000" t="50000" r="50000" b="50000"/>
              </a:path>
            </a:gradFill>
            <a:ln w="9525" cap="flat" cmpd="sng" algn="ctr">
              <a:solidFill>
                <a:sysClr val="windowText" lastClr="000000"/>
              </a:solidFill>
              <a:prstDash val="solid"/>
              <a:headEnd/>
              <a:tailEnd/>
            </a:ln>
            <a:effectLst>
              <a:outerShdw blurRad="63500" dist="25400" dir="5400000" rotWithShape="0">
                <a:srgbClr val="000000">
                  <a:alpha val="43137"/>
                </a:srgbClr>
              </a:outerShdw>
            </a:effectLst>
          </p:spPr>
          <p:txBody>
            <a:bodyPr wrap="none" anchor="ctr">
              <a:scene3d>
                <a:camera prst="orthographicFront"/>
                <a:lightRig rig="soft" dir="tl">
                  <a:rot lat="0" lon="0" rev="0"/>
                </a:lightRig>
              </a:scene3d>
              <a:sp3d contourW="25400" prstMaterial="matte">
                <a:bevelT w="25400" h="55880" prst="artDeco"/>
                <a:contourClr>
                  <a:schemeClr val="accent2">
                    <a:tint val="20000"/>
                  </a:schemeClr>
                </a:contourClr>
              </a:sp3d>
            </a:bodyPr>
            <a:lstStyle>
              <a:defPPr>
                <a:defRPr lang="es-CO"/>
              </a:defPPr>
              <a:lvl1pPr marR="0" lvl="0" indent="0" algn="ctr" fontAlgn="base">
                <a:lnSpc>
                  <a:spcPct val="100000"/>
                </a:lnSpc>
                <a:spcBef>
                  <a:spcPct val="0"/>
                </a:spcBef>
                <a:spcAft>
                  <a:spcPct val="0"/>
                </a:spcAft>
                <a:buClrTx/>
                <a:buSzTx/>
                <a:buFontTx/>
                <a:buNone/>
                <a:tabLst/>
                <a:defRPr kumimoji="0" sz="3600" b="1" i="0" u="none" strike="noStrike" kern="0" cap="none" spc="50" normalizeH="0" baseline="0">
                  <a:ln w="11430"/>
                  <a:effectLst>
                    <a:outerShdw blurRad="76200" dist="50800" dir="5400000" algn="tl" rotWithShape="0">
                      <a:srgbClr val="000000">
                        <a:alpha val="65000"/>
                      </a:srgbClr>
                    </a:outerShdw>
                  </a:effectLst>
                  <a:uLnTx/>
                  <a:uFillTx/>
                  <a:latin typeface="Arial Narrow" pitchFamily="34" charset="0"/>
                </a:defRPr>
              </a:lvl1pPr>
            </a:lstStyle>
            <a:p>
              <a:r>
                <a:rPr lang="es-MX" dirty="0"/>
                <a:t>6</a:t>
              </a:r>
              <a:endParaRPr lang="es-ES" dirty="0"/>
            </a:p>
          </p:txBody>
        </p:sp>
        <p:sp>
          <p:nvSpPr>
            <p:cNvPr id="40" name="Text Box 42">
              <a:extLst>
                <a:ext uri="{FF2B5EF4-FFF2-40B4-BE49-F238E27FC236}">
                  <a16:creationId xmlns:a16="http://schemas.microsoft.com/office/drawing/2014/main" id="{20BCC066-DDB4-4629-B24E-6C4738EE9B1E}"/>
                </a:ext>
              </a:extLst>
            </p:cNvPr>
            <p:cNvSpPr txBox="1">
              <a:spLocks noChangeArrowheads="1"/>
            </p:cNvSpPr>
            <p:nvPr/>
          </p:nvSpPr>
          <p:spPr bwMode="auto">
            <a:xfrm>
              <a:off x="3698" y="879"/>
              <a:ext cx="361" cy="383"/>
            </a:xfrm>
            <a:prstGeom prst="rect">
              <a:avLst/>
            </a:prstGeom>
            <a:gradFill rotWithShape="1">
              <a:gsLst>
                <a:gs pos="0">
                  <a:sysClr val="windowText" lastClr="000000">
                    <a:tint val="35000"/>
                    <a:satMod val="253000"/>
                  </a:sysClr>
                </a:gs>
                <a:gs pos="50000">
                  <a:sysClr val="windowText" lastClr="000000">
                    <a:tint val="42000"/>
                    <a:satMod val="255000"/>
                  </a:sysClr>
                </a:gs>
                <a:gs pos="97000">
                  <a:sysClr val="windowText" lastClr="000000">
                    <a:tint val="53000"/>
                    <a:satMod val="260000"/>
                  </a:sysClr>
                </a:gs>
                <a:gs pos="100000">
                  <a:sysClr val="windowText" lastClr="000000">
                    <a:tint val="56000"/>
                    <a:satMod val="275000"/>
                  </a:sysClr>
                </a:gs>
              </a:gsLst>
              <a:path path="circle">
                <a:fillToRect l="50000" t="50000" r="50000" b="50000"/>
              </a:path>
            </a:gradFill>
            <a:ln w="9525" cap="flat" cmpd="sng" algn="ctr">
              <a:solidFill>
                <a:sysClr val="windowText" lastClr="000000"/>
              </a:solidFill>
              <a:prstDash val="solid"/>
              <a:headEnd/>
              <a:tailEnd/>
            </a:ln>
            <a:effectLst>
              <a:outerShdw blurRad="63500" dist="25400" dir="5400000" rotWithShape="0">
                <a:srgbClr val="000000">
                  <a:alpha val="43137"/>
                </a:srgbClr>
              </a:outerShdw>
            </a:effectLst>
          </p:spPr>
          <p:txBody>
            <a:bodyPr wrap="none" anchor="ctr">
              <a:scene3d>
                <a:camera prst="orthographicFront"/>
                <a:lightRig rig="soft" dir="tl">
                  <a:rot lat="0" lon="0" rev="0"/>
                </a:lightRig>
              </a:scene3d>
              <a:sp3d contourW="25400" prstMaterial="matte">
                <a:bevelT w="25400" h="55880" prst="artDeco"/>
                <a:contourClr>
                  <a:schemeClr val="accent2">
                    <a:tint val="20000"/>
                  </a:schemeClr>
                </a:contourClr>
              </a:sp3d>
            </a:bodyPr>
            <a:lstStyle>
              <a:defPPr>
                <a:defRPr lang="es-CO"/>
              </a:defPPr>
              <a:lvl1pPr marR="0" lvl="0" indent="0" algn="ctr" fontAlgn="base">
                <a:lnSpc>
                  <a:spcPct val="100000"/>
                </a:lnSpc>
                <a:spcBef>
                  <a:spcPct val="0"/>
                </a:spcBef>
                <a:spcAft>
                  <a:spcPct val="0"/>
                </a:spcAft>
                <a:buClrTx/>
                <a:buSzTx/>
                <a:buFontTx/>
                <a:buNone/>
                <a:tabLst/>
                <a:defRPr kumimoji="0" sz="3600" b="1" i="0" u="none" strike="noStrike" kern="0" cap="none" spc="50" normalizeH="0" baseline="0">
                  <a:ln w="11430"/>
                  <a:effectLst>
                    <a:outerShdw blurRad="76200" dist="50800" dir="5400000" algn="tl" rotWithShape="0">
                      <a:srgbClr val="000000">
                        <a:alpha val="65000"/>
                      </a:srgbClr>
                    </a:outerShdw>
                  </a:effectLst>
                  <a:uLnTx/>
                  <a:uFillTx/>
                  <a:latin typeface="Arial Narrow" pitchFamily="34" charset="0"/>
                </a:defRPr>
              </a:lvl1pPr>
            </a:lstStyle>
            <a:p>
              <a:r>
                <a:rPr lang="es-MX" dirty="0"/>
                <a:t>10</a:t>
              </a:r>
              <a:endParaRPr lang="es-ES" dirty="0"/>
            </a:p>
          </p:txBody>
        </p:sp>
      </p:grpSp>
      <p:grpSp>
        <p:nvGrpSpPr>
          <p:cNvPr id="41" name="Group 37">
            <a:extLst>
              <a:ext uri="{FF2B5EF4-FFF2-40B4-BE49-F238E27FC236}">
                <a16:creationId xmlns:a16="http://schemas.microsoft.com/office/drawing/2014/main" id="{DEAA5B6E-3FF9-484B-8706-C51D81586FA6}"/>
              </a:ext>
            </a:extLst>
          </p:cNvPr>
          <p:cNvGrpSpPr>
            <a:grpSpLocks/>
          </p:cNvGrpSpPr>
          <p:nvPr/>
        </p:nvGrpSpPr>
        <p:grpSpPr bwMode="auto">
          <a:xfrm>
            <a:off x="4060831" y="5335992"/>
            <a:ext cx="4495800" cy="1162051"/>
            <a:chOff x="2736" y="1623"/>
            <a:chExt cx="2832" cy="732"/>
          </a:xfrm>
          <a:solidFill>
            <a:schemeClr val="bg1">
              <a:lumMod val="85000"/>
            </a:schemeClr>
          </a:solidFill>
        </p:grpSpPr>
        <p:sp>
          <p:nvSpPr>
            <p:cNvPr id="42" name="Rectangle 38">
              <a:extLst>
                <a:ext uri="{FF2B5EF4-FFF2-40B4-BE49-F238E27FC236}">
                  <a16:creationId xmlns:a16="http://schemas.microsoft.com/office/drawing/2014/main" id="{281A3E89-259A-43DE-8A85-9DC86F4A8FBC}"/>
                </a:ext>
              </a:extLst>
            </p:cNvPr>
            <p:cNvSpPr>
              <a:spLocks noChangeArrowheads="1"/>
            </p:cNvSpPr>
            <p:nvPr/>
          </p:nvSpPr>
          <p:spPr bwMode="auto">
            <a:xfrm>
              <a:off x="3415" y="1623"/>
              <a:ext cx="431" cy="432"/>
            </a:xfrm>
            <a:prstGeom prst="rect">
              <a:avLst/>
            </a:prstGeom>
            <a:grpFill/>
            <a:ln w="38100">
              <a:solidFill>
                <a:schemeClr val="tx1"/>
              </a:solidFill>
              <a:miter lim="800000"/>
              <a:headEnd/>
              <a:tailEnd/>
            </a:ln>
          </p:spPr>
          <p:txBody>
            <a:bodyPr wrap="none" anchor="ctr"/>
            <a:lstStyle/>
            <a:p>
              <a:endParaRPr lang="es-ES" sz="3200">
                <a:latin typeface="Arial Narrow" pitchFamily="34" charset="0"/>
              </a:endParaRPr>
            </a:p>
          </p:txBody>
        </p:sp>
        <p:sp>
          <p:nvSpPr>
            <p:cNvPr id="43" name="Rectangle 39">
              <a:extLst>
                <a:ext uri="{FF2B5EF4-FFF2-40B4-BE49-F238E27FC236}">
                  <a16:creationId xmlns:a16="http://schemas.microsoft.com/office/drawing/2014/main" id="{5C92EBF1-C9DE-48E8-98CE-09CDFC384090}"/>
                </a:ext>
              </a:extLst>
            </p:cNvPr>
            <p:cNvSpPr>
              <a:spLocks noChangeArrowheads="1"/>
            </p:cNvSpPr>
            <p:nvPr/>
          </p:nvSpPr>
          <p:spPr bwMode="auto">
            <a:xfrm>
              <a:off x="3846" y="1623"/>
              <a:ext cx="430" cy="432"/>
            </a:xfrm>
            <a:prstGeom prst="rect">
              <a:avLst/>
            </a:prstGeom>
            <a:grpFill/>
            <a:ln w="38100">
              <a:solidFill>
                <a:schemeClr val="tx1"/>
              </a:solidFill>
              <a:miter lim="800000"/>
              <a:headEnd/>
              <a:tailEnd/>
            </a:ln>
          </p:spPr>
          <p:txBody>
            <a:bodyPr wrap="none" anchor="ctr"/>
            <a:lstStyle/>
            <a:p>
              <a:endParaRPr lang="es-ES" sz="3200">
                <a:latin typeface="Arial Narrow" pitchFamily="34" charset="0"/>
              </a:endParaRPr>
            </a:p>
          </p:txBody>
        </p:sp>
        <p:sp>
          <p:nvSpPr>
            <p:cNvPr id="44" name="Rectangle 40">
              <a:extLst>
                <a:ext uri="{FF2B5EF4-FFF2-40B4-BE49-F238E27FC236}">
                  <a16:creationId xmlns:a16="http://schemas.microsoft.com/office/drawing/2014/main" id="{4EED681A-7CA8-4923-AB2D-C12011A3980A}"/>
                </a:ext>
              </a:extLst>
            </p:cNvPr>
            <p:cNvSpPr>
              <a:spLocks noChangeArrowheads="1"/>
            </p:cNvSpPr>
            <p:nvPr/>
          </p:nvSpPr>
          <p:spPr bwMode="auto">
            <a:xfrm>
              <a:off x="4276" y="1623"/>
              <a:ext cx="431" cy="432"/>
            </a:xfrm>
            <a:prstGeom prst="rect">
              <a:avLst/>
            </a:prstGeom>
            <a:grpFill/>
            <a:ln w="38100">
              <a:solidFill>
                <a:schemeClr val="tx1"/>
              </a:solidFill>
              <a:miter lim="800000"/>
              <a:headEnd/>
              <a:tailEnd/>
            </a:ln>
          </p:spPr>
          <p:txBody>
            <a:bodyPr wrap="none" anchor="ctr"/>
            <a:lstStyle/>
            <a:p>
              <a:endParaRPr lang="es-ES" sz="3200">
                <a:latin typeface="Arial Narrow" pitchFamily="34" charset="0"/>
              </a:endParaRPr>
            </a:p>
          </p:txBody>
        </p:sp>
        <p:sp>
          <p:nvSpPr>
            <p:cNvPr id="45" name="Rectangle 41">
              <a:extLst>
                <a:ext uri="{FF2B5EF4-FFF2-40B4-BE49-F238E27FC236}">
                  <a16:creationId xmlns:a16="http://schemas.microsoft.com/office/drawing/2014/main" id="{023AF777-4C00-459D-9D23-79D77D260C89}"/>
                </a:ext>
              </a:extLst>
            </p:cNvPr>
            <p:cNvSpPr>
              <a:spLocks noChangeArrowheads="1"/>
            </p:cNvSpPr>
            <p:nvPr/>
          </p:nvSpPr>
          <p:spPr bwMode="auto">
            <a:xfrm>
              <a:off x="4707" y="1623"/>
              <a:ext cx="430" cy="432"/>
            </a:xfrm>
            <a:prstGeom prst="rect">
              <a:avLst/>
            </a:prstGeom>
            <a:grpFill/>
            <a:ln w="38100">
              <a:solidFill>
                <a:schemeClr val="tx1"/>
              </a:solidFill>
              <a:miter lim="800000"/>
              <a:headEnd/>
              <a:tailEnd/>
            </a:ln>
          </p:spPr>
          <p:txBody>
            <a:bodyPr wrap="none" anchor="ctr"/>
            <a:lstStyle/>
            <a:p>
              <a:endParaRPr lang="es-ES" sz="3200">
                <a:latin typeface="Arial Narrow" pitchFamily="34" charset="0"/>
              </a:endParaRPr>
            </a:p>
          </p:txBody>
        </p:sp>
        <p:sp>
          <p:nvSpPr>
            <p:cNvPr id="46" name="Rectangle 42">
              <a:extLst>
                <a:ext uri="{FF2B5EF4-FFF2-40B4-BE49-F238E27FC236}">
                  <a16:creationId xmlns:a16="http://schemas.microsoft.com/office/drawing/2014/main" id="{549811C8-C653-4E88-9DE2-166AC8B36425}"/>
                </a:ext>
              </a:extLst>
            </p:cNvPr>
            <p:cNvSpPr>
              <a:spLocks noChangeArrowheads="1"/>
            </p:cNvSpPr>
            <p:nvPr/>
          </p:nvSpPr>
          <p:spPr bwMode="auto">
            <a:xfrm>
              <a:off x="5137" y="1623"/>
              <a:ext cx="431" cy="432"/>
            </a:xfrm>
            <a:prstGeom prst="rect">
              <a:avLst/>
            </a:prstGeom>
            <a:grpFill/>
            <a:ln w="38100">
              <a:solidFill>
                <a:schemeClr val="tx1"/>
              </a:solidFill>
              <a:miter lim="800000"/>
              <a:headEnd/>
              <a:tailEnd/>
            </a:ln>
          </p:spPr>
          <p:txBody>
            <a:bodyPr wrap="none" anchor="ctr"/>
            <a:lstStyle/>
            <a:p>
              <a:endParaRPr lang="es-ES" sz="3200">
                <a:latin typeface="Arial Narrow" pitchFamily="34" charset="0"/>
              </a:endParaRPr>
            </a:p>
          </p:txBody>
        </p:sp>
        <p:sp>
          <p:nvSpPr>
            <p:cNvPr id="47" name="Text Box 43">
              <a:extLst>
                <a:ext uri="{FF2B5EF4-FFF2-40B4-BE49-F238E27FC236}">
                  <a16:creationId xmlns:a16="http://schemas.microsoft.com/office/drawing/2014/main" id="{FFB5C7D8-3E3C-4D86-94E8-972C2B9C520E}"/>
                </a:ext>
              </a:extLst>
            </p:cNvPr>
            <p:cNvSpPr txBox="1">
              <a:spLocks noChangeArrowheads="1"/>
            </p:cNvSpPr>
            <p:nvPr/>
          </p:nvSpPr>
          <p:spPr bwMode="auto">
            <a:xfrm>
              <a:off x="2736" y="1651"/>
              <a:ext cx="715" cy="365"/>
            </a:xfrm>
            <a:prstGeom prst="rect">
              <a:avLst/>
            </a:prstGeom>
            <a:noFill/>
            <a:ln w="9525">
              <a:noFill/>
              <a:miter lim="800000"/>
              <a:headEnd/>
              <a:tailEnd/>
            </a:ln>
          </p:spPr>
          <p:txBody>
            <a:bodyPr>
              <a:spAutoFit/>
            </a:bodyPr>
            <a:lstStyle/>
            <a:p>
              <a:pPr algn="l">
                <a:spcBef>
                  <a:spcPct val="50000"/>
                </a:spcBef>
              </a:pPr>
              <a:r>
                <a:rPr lang="es-MX" sz="3200" b="1">
                  <a:latin typeface="Arial Narrow" pitchFamily="34" charset="0"/>
                </a:rPr>
                <a:t>VEC</a:t>
              </a:r>
              <a:endParaRPr lang="es-ES" sz="3200" b="1">
                <a:latin typeface="Arial Narrow" pitchFamily="34" charset="0"/>
              </a:endParaRPr>
            </a:p>
          </p:txBody>
        </p:sp>
        <p:sp>
          <p:nvSpPr>
            <p:cNvPr id="48" name="Text Box 44">
              <a:extLst>
                <a:ext uri="{FF2B5EF4-FFF2-40B4-BE49-F238E27FC236}">
                  <a16:creationId xmlns:a16="http://schemas.microsoft.com/office/drawing/2014/main" id="{318E5101-1259-4C27-B47F-E33D17677E14}"/>
                </a:ext>
              </a:extLst>
            </p:cNvPr>
            <p:cNvSpPr txBox="1">
              <a:spLocks noChangeArrowheads="1"/>
            </p:cNvSpPr>
            <p:nvPr/>
          </p:nvSpPr>
          <p:spPr bwMode="auto">
            <a:xfrm>
              <a:off x="3451" y="2064"/>
              <a:ext cx="2114" cy="291"/>
            </a:xfrm>
            <a:prstGeom prst="rect">
              <a:avLst/>
            </a:prstGeom>
            <a:noFill/>
            <a:ln w="9525">
              <a:noFill/>
              <a:miter lim="800000"/>
              <a:headEnd/>
              <a:tailEnd/>
            </a:ln>
          </p:spPr>
          <p:txBody>
            <a:bodyPr>
              <a:spAutoFit/>
            </a:bodyPr>
            <a:lstStyle/>
            <a:p>
              <a:pPr algn="l">
                <a:spcBef>
                  <a:spcPct val="50000"/>
                </a:spcBef>
              </a:pPr>
              <a:r>
                <a:rPr lang="es-MX" sz="2400" dirty="0">
                  <a:latin typeface="Arial Narrow" pitchFamily="34" charset="0"/>
                </a:rPr>
                <a:t>  0       1        2        3        4  </a:t>
              </a:r>
              <a:endParaRPr lang="es-ES" sz="2400" dirty="0">
                <a:latin typeface="Arial Narrow" pitchFamily="34" charset="0"/>
              </a:endParaRPr>
            </a:p>
          </p:txBody>
        </p:sp>
        <p:sp>
          <p:nvSpPr>
            <p:cNvPr id="49" name="Rectangle 45">
              <a:extLst>
                <a:ext uri="{FF2B5EF4-FFF2-40B4-BE49-F238E27FC236}">
                  <a16:creationId xmlns:a16="http://schemas.microsoft.com/office/drawing/2014/main" id="{039FC8E6-6016-4D2A-A8B2-3563E25F9A4F}"/>
                </a:ext>
              </a:extLst>
            </p:cNvPr>
            <p:cNvSpPr>
              <a:spLocks noChangeArrowheads="1"/>
            </p:cNvSpPr>
            <p:nvPr/>
          </p:nvSpPr>
          <p:spPr bwMode="auto">
            <a:xfrm>
              <a:off x="5166" y="1644"/>
              <a:ext cx="361" cy="384"/>
            </a:xfrm>
            <a:prstGeom prst="rect">
              <a:avLst/>
            </a:prstGeom>
            <a:grpFill/>
            <a:ln w="9525" cap="flat" cmpd="sng" algn="ctr">
              <a:solidFill>
                <a:schemeClr val="tx1"/>
              </a:solidFill>
              <a:prstDash val="solid"/>
              <a:headEnd/>
              <a:tailEnd/>
            </a:ln>
            <a:effectLst>
              <a:outerShdw blurRad="63500" dist="25400" dir="5400000" rotWithShape="0">
                <a:srgbClr val="000000">
                  <a:alpha val="43137"/>
                </a:srgbClr>
              </a:outerShdw>
            </a:effectLst>
          </p:spPr>
          <p:txBody>
            <a:bodyPr wrap="none" anchor="ct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fontAlgn="base">
                <a:spcBef>
                  <a:spcPct val="0"/>
                </a:spcBef>
                <a:spcAft>
                  <a:spcPct val="0"/>
                </a:spcAft>
              </a:pPr>
              <a:r>
                <a:rPr lang="es-MX" sz="3600" b="1" kern="0" spc="50" dirty="0">
                  <a:ln w="11430"/>
                  <a:effectLst>
                    <a:outerShdw blurRad="76200" dist="50800" dir="5400000" algn="tl" rotWithShape="0">
                      <a:srgbClr val="000000">
                        <a:alpha val="65000"/>
                      </a:srgbClr>
                    </a:outerShdw>
                  </a:effectLst>
                  <a:latin typeface="Arial Narrow" pitchFamily="34" charset="0"/>
                </a:rPr>
                <a:t>10</a:t>
              </a:r>
              <a:endParaRPr lang="es-ES" sz="3600" b="1" kern="0" spc="50" dirty="0">
                <a:ln w="11430"/>
                <a:effectLst>
                  <a:outerShdw blurRad="76200" dist="50800" dir="5400000" algn="tl" rotWithShape="0">
                    <a:srgbClr val="000000">
                      <a:alpha val="65000"/>
                    </a:srgbClr>
                  </a:outerShdw>
                </a:effectLst>
                <a:latin typeface="Arial Narrow" pitchFamily="34" charset="0"/>
              </a:endParaRPr>
            </a:p>
          </p:txBody>
        </p:sp>
        <p:sp>
          <p:nvSpPr>
            <p:cNvPr id="50" name="Rectangle 46">
              <a:extLst>
                <a:ext uri="{FF2B5EF4-FFF2-40B4-BE49-F238E27FC236}">
                  <a16:creationId xmlns:a16="http://schemas.microsoft.com/office/drawing/2014/main" id="{CF5E57F9-3E00-480C-9D98-32D5F4A7DC31}"/>
                </a:ext>
              </a:extLst>
            </p:cNvPr>
            <p:cNvSpPr>
              <a:spLocks noChangeArrowheads="1"/>
            </p:cNvSpPr>
            <p:nvPr/>
          </p:nvSpPr>
          <p:spPr bwMode="auto">
            <a:xfrm>
              <a:off x="4740" y="1644"/>
              <a:ext cx="361" cy="384"/>
            </a:xfrm>
            <a:prstGeom prst="rect">
              <a:avLst/>
            </a:prstGeom>
            <a:solidFill>
              <a:schemeClr val="bg1">
                <a:lumMod val="65000"/>
              </a:schemeClr>
            </a:solidFill>
            <a:ln w="9525" cap="flat" cmpd="sng" algn="ctr">
              <a:solidFill>
                <a:schemeClr val="tx1"/>
              </a:solidFill>
              <a:prstDash val="solid"/>
              <a:headEnd/>
              <a:tailEnd/>
            </a:ln>
            <a:effectLst>
              <a:outerShdw blurRad="63500" dist="25400" dir="5400000" rotWithShape="0">
                <a:srgbClr val="000000">
                  <a:alpha val="43137"/>
                </a:srgbClr>
              </a:outerShdw>
            </a:effectLst>
          </p:spPr>
          <p:txBody>
            <a:bodyPr wrap="none" anchor="ct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fontAlgn="base">
                <a:spcBef>
                  <a:spcPct val="0"/>
                </a:spcBef>
                <a:spcAft>
                  <a:spcPct val="0"/>
                </a:spcAft>
              </a:pPr>
              <a:r>
                <a:rPr lang="es-MX" sz="3600" b="1" kern="0" spc="50" dirty="0">
                  <a:ln w="11430"/>
                  <a:effectLst>
                    <a:outerShdw blurRad="76200" dist="50800" dir="5400000" algn="tl" rotWithShape="0">
                      <a:srgbClr val="000000">
                        <a:alpha val="65000"/>
                      </a:srgbClr>
                    </a:outerShdw>
                  </a:effectLst>
                  <a:latin typeface="Arial Narrow" pitchFamily="34" charset="0"/>
                </a:rPr>
                <a:t>6</a:t>
              </a:r>
              <a:endParaRPr lang="es-ES" sz="3600" b="1" kern="0" spc="50" dirty="0">
                <a:ln w="11430"/>
                <a:effectLst>
                  <a:outerShdw blurRad="76200" dist="50800" dir="5400000" algn="tl" rotWithShape="0">
                    <a:srgbClr val="000000">
                      <a:alpha val="65000"/>
                    </a:srgbClr>
                  </a:outerShdw>
                </a:effectLst>
                <a:latin typeface="Arial Narrow" pitchFamily="34" charset="0"/>
              </a:endParaRPr>
            </a:p>
          </p:txBody>
        </p:sp>
        <p:sp>
          <p:nvSpPr>
            <p:cNvPr id="51" name="Rectangle 47">
              <a:extLst>
                <a:ext uri="{FF2B5EF4-FFF2-40B4-BE49-F238E27FC236}">
                  <a16:creationId xmlns:a16="http://schemas.microsoft.com/office/drawing/2014/main" id="{431DF712-C1F2-4020-8A3F-18D00CB01D23}"/>
                </a:ext>
              </a:extLst>
            </p:cNvPr>
            <p:cNvSpPr>
              <a:spLocks noChangeArrowheads="1"/>
            </p:cNvSpPr>
            <p:nvPr/>
          </p:nvSpPr>
          <p:spPr bwMode="auto">
            <a:xfrm>
              <a:off x="4308" y="1644"/>
              <a:ext cx="361" cy="384"/>
            </a:xfrm>
            <a:prstGeom prst="rect">
              <a:avLst/>
            </a:prstGeom>
            <a:solidFill>
              <a:schemeClr val="bg1">
                <a:lumMod val="65000"/>
              </a:schemeClr>
            </a:solidFill>
            <a:ln w="9525" cap="flat" cmpd="sng" algn="ctr">
              <a:solidFill>
                <a:schemeClr val="tx1"/>
              </a:solidFill>
              <a:prstDash val="solid"/>
              <a:headEnd/>
              <a:tailEnd/>
            </a:ln>
            <a:effectLst>
              <a:outerShdw blurRad="63500" dist="25400" dir="5400000" rotWithShape="0">
                <a:srgbClr val="000000">
                  <a:alpha val="43137"/>
                </a:srgbClr>
              </a:outerShdw>
            </a:effectLst>
          </p:spPr>
          <p:txBody>
            <a:bodyPr wrap="none" anchor="ct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fontAlgn="base">
                <a:spcBef>
                  <a:spcPct val="0"/>
                </a:spcBef>
                <a:spcAft>
                  <a:spcPct val="0"/>
                </a:spcAft>
              </a:pPr>
              <a:r>
                <a:rPr lang="es-MX" sz="3600" b="1" kern="0" spc="50" dirty="0">
                  <a:ln w="11430"/>
                  <a:effectLst>
                    <a:outerShdw blurRad="76200" dist="50800" dir="5400000" algn="tl" rotWithShape="0">
                      <a:srgbClr val="000000">
                        <a:alpha val="65000"/>
                      </a:srgbClr>
                    </a:outerShdw>
                  </a:effectLst>
                  <a:latin typeface="Arial Narrow" pitchFamily="34" charset="0"/>
                </a:rPr>
                <a:t>7</a:t>
              </a:r>
              <a:endParaRPr lang="es-ES" sz="3600" b="1" kern="0" spc="50" dirty="0">
                <a:ln w="11430"/>
                <a:effectLst>
                  <a:outerShdw blurRad="76200" dist="50800" dir="5400000" algn="tl" rotWithShape="0">
                    <a:srgbClr val="000000">
                      <a:alpha val="65000"/>
                    </a:srgbClr>
                  </a:outerShdw>
                </a:effectLst>
                <a:latin typeface="Arial Narrow" pitchFamily="34" charset="0"/>
              </a:endParaRPr>
            </a:p>
          </p:txBody>
        </p:sp>
        <p:sp>
          <p:nvSpPr>
            <p:cNvPr id="52" name="Rectangle 48">
              <a:extLst>
                <a:ext uri="{FF2B5EF4-FFF2-40B4-BE49-F238E27FC236}">
                  <a16:creationId xmlns:a16="http://schemas.microsoft.com/office/drawing/2014/main" id="{1A07237E-0098-47D9-BB85-02ED0DAB2390}"/>
                </a:ext>
              </a:extLst>
            </p:cNvPr>
            <p:cNvSpPr>
              <a:spLocks noChangeArrowheads="1"/>
            </p:cNvSpPr>
            <p:nvPr/>
          </p:nvSpPr>
          <p:spPr bwMode="auto">
            <a:xfrm>
              <a:off x="3876" y="1644"/>
              <a:ext cx="361" cy="384"/>
            </a:xfrm>
            <a:prstGeom prst="rect">
              <a:avLst/>
            </a:prstGeom>
            <a:solidFill>
              <a:schemeClr val="bg1">
                <a:lumMod val="65000"/>
              </a:schemeClr>
            </a:solidFill>
            <a:ln w="9525" cap="flat" cmpd="sng" algn="ctr">
              <a:solidFill>
                <a:schemeClr val="tx1"/>
              </a:solidFill>
              <a:prstDash val="solid"/>
              <a:headEnd/>
              <a:tailEnd/>
            </a:ln>
            <a:effectLst>
              <a:outerShdw blurRad="63500" dist="25400" dir="5400000" rotWithShape="0">
                <a:srgbClr val="000000">
                  <a:alpha val="43137"/>
                </a:srgbClr>
              </a:outerShdw>
            </a:effectLst>
          </p:spPr>
          <p:txBody>
            <a:bodyPr wrap="none" anchor="ct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fontAlgn="base">
                <a:spcBef>
                  <a:spcPct val="0"/>
                </a:spcBef>
                <a:spcAft>
                  <a:spcPct val="0"/>
                </a:spcAft>
              </a:pPr>
              <a:r>
                <a:rPr lang="es-MX" sz="3600" b="1" kern="0" spc="50" dirty="0">
                  <a:ln w="11430"/>
                  <a:effectLst>
                    <a:outerShdw blurRad="76200" dist="50800" dir="5400000" algn="tl" rotWithShape="0">
                      <a:srgbClr val="000000">
                        <a:alpha val="65000"/>
                      </a:srgbClr>
                    </a:outerShdw>
                  </a:effectLst>
                  <a:latin typeface="Arial Narrow" pitchFamily="34" charset="0"/>
                </a:rPr>
                <a:t>8</a:t>
              </a:r>
              <a:endParaRPr lang="es-ES" sz="3600" b="1" kern="0" spc="50" dirty="0">
                <a:ln w="11430"/>
                <a:effectLst>
                  <a:outerShdw blurRad="76200" dist="50800" dir="5400000" algn="tl" rotWithShape="0">
                    <a:srgbClr val="000000">
                      <a:alpha val="65000"/>
                    </a:srgbClr>
                  </a:outerShdw>
                </a:effectLst>
                <a:latin typeface="Arial Narrow" pitchFamily="34" charset="0"/>
              </a:endParaRPr>
            </a:p>
          </p:txBody>
        </p:sp>
        <p:sp>
          <p:nvSpPr>
            <p:cNvPr id="53" name="Rectangle 49">
              <a:extLst>
                <a:ext uri="{FF2B5EF4-FFF2-40B4-BE49-F238E27FC236}">
                  <a16:creationId xmlns:a16="http://schemas.microsoft.com/office/drawing/2014/main" id="{5921010F-6FE0-40DF-AABD-D0A598301514}"/>
                </a:ext>
              </a:extLst>
            </p:cNvPr>
            <p:cNvSpPr>
              <a:spLocks noChangeArrowheads="1"/>
            </p:cNvSpPr>
            <p:nvPr/>
          </p:nvSpPr>
          <p:spPr bwMode="auto">
            <a:xfrm>
              <a:off x="3448" y="1644"/>
              <a:ext cx="361" cy="384"/>
            </a:xfrm>
            <a:prstGeom prst="rect">
              <a:avLst/>
            </a:prstGeom>
            <a:solidFill>
              <a:schemeClr val="bg1">
                <a:lumMod val="65000"/>
              </a:schemeClr>
            </a:solidFill>
            <a:ln w="9525" cap="flat" cmpd="sng" algn="ctr">
              <a:solidFill>
                <a:schemeClr val="tx1"/>
              </a:solidFill>
              <a:prstDash val="solid"/>
              <a:headEnd/>
              <a:tailEnd/>
            </a:ln>
            <a:effectLst>
              <a:outerShdw blurRad="63500" dist="25400" dir="5400000" rotWithShape="0">
                <a:srgbClr val="000000">
                  <a:alpha val="43137"/>
                </a:srgbClr>
              </a:outerShdw>
            </a:effectLst>
          </p:spPr>
          <p:txBody>
            <a:bodyPr wrap="none" anchor="ct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fontAlgn="base">
                <a:spcBef>
                  <a:spcPct val="0"/>
                </a:spcBef>
                <a:spcAft>
                  <a:spcPct val="0"/>
                </a:spcAft>
              </a:pPr>
              <a:r>
                <a:rPr lang="es-MX" sz="3600" b="1" kern="0" spc="50" dirty="0">
                  <a:ln w="11430"/>
                  <a:effectLst>
                    <a:outerShdw blurRad="76200" dist="50800" dir="5400000" algn="tl" rotWithShape="0">
                      <a:srgbClr val="000000">
                        <a:alpha val="65000"/>
                      </a:srgbClr>
                    </a:outerShdw>
                  </a:effectLst>
                  <a:latin typeface="Arial Narrow" pitchFamily="34" charset="0"/>
                </a:rPr>
                <a:t>9</a:t>
              </a:r>
              <a:endParaRPr lang="es-ES" sz="3600" b="1" kern="0" spc="50" dirty="0">
                <a:ln w="11430"/>
                <a:effectLst>
                  <a:outerShdw blurRad="76200" dist="50800" dir="5400000" algn="tl" rotWithShape="0">
                    <a:srgbClr val="000000">
                      <a:alpha val="65000"/>
                    </a:srgbClr>
                  </a:outerShdw>
                </a:effectLst>
                <a:latin typeface="Arial Narrow" pitchFamily="34" charset="0"/>
              </a:endParaRPr>
            </a:p>
          </p:txBody>
        </p:sp>
      </p:grpSp>
    </p:spTree>
    <p:extLst>
      <p:ext uri="{BB962C8B-B14F-4D97-AF65-F5344CB8AC3E}">
        <p14:creationId xmlns:p14="http://schemas.microsoft.com/office/powerpoint/2010/main" val="41360801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250"/>
                                  </p:stCondLst>
                                  <p:childTnLst>
                                    <p:set>
                                      <p:cBhvr>
                                        <p:cTn id="6" dur="1" fill="hold">
                                          <p:stCondLst>
                                            <p:cond delay="0"/>
                                          </p:stCondLst>
                                        </p:cTn>
                                        <p:tgtEl>
                                          <p:spTgt spid="21"/>
                                        </p:tgtEl>
                                        <p:attrNameLst>
                                          <p:attrName>style.visibility</p:attrName>
                                        </p:attrNameLst>
                                      </p:cBhvr>
                                      <p:to>
                                        <p:strVal val="visible"/>
                                      </p:to>
                                    </p:set>
                                    <p:anim calcmode="lin" valueType="num">
                                      <p:cBhvr additive="base">
                                        <p:cTn id="7" dur="500" fill="hold"/>
                                        <p:tgtEl>
                                          <p:spTgt spid="21"/>
                                        </p:tgtEl>
                                        <p:attrNameLst>
                                          <p:attrName>ppt_x</p:attrName>
                                        </p:attrNameLst>
                                      </p:cBhvr>
                                      <p:tavLst>
                                        <p:tav tm="0">
                                          <p:val>
                                            <p:strVal val="0-#ppt_w/2"/>
                                          </p:val>
                                        </p:tav>
                                        <p:tav tm="100000">
                                          <p:val>
                                            <p:strVal val="#ppt_x"/>
                                          </p:val>
                                        </p:tav>
                                      </p:tavLst>
                                    </p:anim>
                                    <p:anim calcmode="lin" valueType="num">
                                      <p:cBhvr additive="base">
                                        <p:cTn id="8" dur="500" fill="hold"/>
                                        <p:tgtEl>
                                          <p:spTgt spid="21"/>
                                        </p:tgtEl>
                                        <p:attrNameLst>
                                          <p:attrName>ppt_y</p:attrName>
                                        </p:attrNameLst>
                                      </p:cBhvr>
                                      <p:tavLst>
                                        <p:tav tm="0">
                                          <p:val>
                                            <p:strVal val="#ppt_y"/>
                                          </p:val>
                                        </p:tav>
                                        <p:tav tm="100000">
                                          <p:val>
                                            <p:strVal val="#ppt_y"/>
                                          </p:val>
                                        </p:tav>
                                      </p:tavLst>
                                    </p:anim>
                                  </p:childTnLst>
                                </p:cTn>
                              </p:par>
                            </p:childTnLst>
                          </p:cTn>
                        </p:par>
                        <p:par>
                          <p:cTn id="9" fill="hold">
                            <p:stCondLst>
                              <p:cond delay="750"/>
                            </p:stCondLst>
                            <p:childTnLst>
                              <p:par>
                                <p:cTn id="10" presetID="23" presetClass="entr" presetSubtype="16" fill="hold" nodeType="afterEffect">
                                  <p:stCondLst>
                                    <p:cond delay="0"/>
                                  </p:stCondLst>
                                  <p:childTnLst>
                                    <p:set>
                                      <p:cBhvr>
                                        <p:cTn id="11" dur="1" fill="hold">
                                          <p:stCondLst>
                                            <p:cond delay="0"/>
                                          </p:stCondLst>
                                        </p:cTn>
                                        <p:tgtEl>
                                          <p:spTgt spid="22"/>
                                        </p:tgtEl>
                                        <p:attrNameLst>
                                          <p:attrName>style.visibility</p:attrName>
                                        </p:attrNameLst>
                                      </p:cBhvr>
                                      <p:to>
                                        <p:strVal val="visible"/>
                                      </p:to>
                                    </p:set>
                                    <p:anim calcmode="lin" valueType="num">
                                      <p:cBhvr>
                                        <p:cTn id="12" dur="500" fill="hold"/>
                                        <p:tgtEl>
                                          <p:spTgt spid="22"/>
                                        </p:tgtEl>
                                        <p:attrNameLst>
                                          <p:attrName>ppt_w</p:attrName>
                                        </p:attrNameLst>
                                      </p:cBhvr>
                                      <p:tavLst>
                                        <p:tav tm="0">
                                          <p:val>
                                            <p:fltVal val="0"/>
                                          </p:val>
                                        </p:tav>
                                        <p:tav tm="100000">
                                          <p:val>
                                            <p:strVal val="#ppt_w"/>
                                          </p:val>
                                        </p:tav>
                                      </p:tavLst>
                                    </p:anim>
                                    <p:anim calcmode="lin" valueType="num">
                                      <p:cBhvr>
                                        <p:cTn id="13" dur="500" fill="hold"/>
                                        <p:tgtEl>
                                          <p:spTgt spid="22"/>
                                        </p:tgtEl>
                                        <p:attrNameLst>
                                          <p:attrName>ppt_h</p:attrName>
                                        </p:attrNameLst>
                                      </p:cBhvr>
                                      <p:tavLst>
                                        <p:tav tm="0">
                                          <p:val>
                                            <p:fltVal val="0"/>
                                          </p:val>
                                        </p:tav>
                                        <p:tav tm="100000">
                                          <p:val>
                                            <p:strVal val="#ppt_h"/>
                                          </p:val>
                                        </p:tav>
                                      </p:tavLst>
                                    </p:anim>
                                  </p:childTnLst>
                                  <p:subTnLst>
                                    <p:set>
                                      <p:cBhvr override="childStyle">
                                        <p:cTn dur="1" fill="hold" display="0" masterRel="nextClick" afterEffect="1"/>
                                        <p:tgtEl>
                                          <p:spTgt spid="22"/>
                                        </p:tgtEl>
                                        <p:attrNameLst>
                                          <p:attrName>style.visibility</p:attrName>
                                        </p:attrNameLst>
                                      </p:cBhvr>
                                      <p:to>
                                        <p:strVal val="hidden"/>
                                      </p:to>
                                    </p:set>
                                  </p:subTnLst>
                                </p:cTn>
                              </p:par>
                            </p:childTnLst>
                          </p:cTn>
                        </p:par>
                      </p:childTnLst>
                    </p:cTn>
                  </p:par>
                  <p:par>
                    <p:cTn id="14" fill="hold">
                      <p:stCondLst>
                        <p:cond delay="indefinite"/>
                      </p:stCondLst>
                      <p:childTnLst>
                        <p:par>
                          <p:cTn id="15" fill="hold">
                            <p:stCondLst>
                              <p:cond delay="0"/>
                            </p:stCondLst>
                            <p:childTnLst>
                              <p:par>
                                <p:cTn id="16" presetID="19" presetClass="entr" presetSubtype="10" fill="hold" nodeType="clickEffect">
                                  <p:stCondLst>
                                    <p:cond delay="0"/>
                                  </p:stCondLst>
                                  <p:childTnLst>
                                    <p:set>
                                      <p:cBhvr>
                                        <p:cTn id="17" dur="1" fill="hold">
                                          <p:stCondLst>
                                            <p:cond delay="0"/>
                                          </p:stCondLst>
                                        </p:cTn>
                                        <p:tgtEl>
                                          <p:spTgt spid="29"/>
                                        </p:tgtEl>
                                        <p:attrNameLst>
                                          <p:attrName>style.visibility</p:attrName>
                                        </p:attrNameLst>
                                      </p:cBhvr>
                                      <p:to>
                                        <p:strVal val="visible"/>
                                      </p:to>
                                    </p:set>
                                    <p:anim calcmode="lin" valueType="num">
                                      <p:cBhvr>
                                        <p:cTn id="18" dur="5000" fill="hold"/>
                                        <p:tgtEl>
                                          <p:spTgt spid="29"/>
                                        </p:tgtEl>
                                        <p:attrNameLst>
                                          <p:attrName>ppt_w</p:attrName>
                                        </p:attrNameLst>
                                      </p:cBhvr>
                                      <p:tavLst>
                                        <p:tav tm="0" fmla="#ppt_w*sin(2.5*pi*$)">
                                          <p:val>
                                            <p:fltVal val="0"/>
                                          </p:val>
                                        </p:tav>
                                        <p:tav tm="100000">
                                          <p:val>
                                            <p:fltVal val="1"/>
                                          </p:val>
                                        </p:tav>
                                      </p:tavLst>
                                    </p:anim>
                                    <p:anim calcmode="lin" valueType="num">
                                      <p:cBhvr>
                                        <p:cTn id="19" dur="5000" fill="hold"/>
                                        <p:tgtEl>
                                          <p:spTgt spid="29"/>
                                        </p:tgtEl>
                                        <p:attrNameLst>
                                          <p:attrName>ppt_h</p:attrName>
                                        </p:attrNameLst>
                                      </p:cBhvr>
                                      <p:tavLst>
                                        <p:tav tm="0">
                                          <p:val>
                                            <p:strVal val="#ppt_h"/>
                                          </p:val>
                                        </p:tav>
                                        <p:tav tm="100000">
                                          <p:val>
                                            <p:strVal val="#ppt_h"/>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8" fill="hold" grpId="0" nodeType="clickEffect">
                                  <p:stCondLst>
                                    <p:cond delay="0"/>
                                  </p:stCondLst>
                                  <p:childTnLst>
                                    <p:set>
                                      <p:cBhvr>
                                        <p:cTn id="23" dur="1" fill="hold">
                                          <p:stCondLst>
                                            <p:cond delay="0"/>
                                          </p:stCondLst>
                                        </p:cTn>
                                        <p:tgtEl>
                                          <p:spTgt spid="23"/>
                                        </p:tgtEl>
                                        <p:attrNameLst>
                                          <p:attrName>style.visibility</p:attrName>
                                        </p:attrNameLst>
                                      </p:cBhvr>
                                      <p:to>
                                        <p:strVal val="visible"/>
                                      </p:to>
                                    </p:set>
                                    <p:anim calcmode="lin" valueType="num">
                                      <p:cBhvr additive="base">
                                        <p:cTn id="24" dur="500" fill="hold"/>
                                        <p:tgtEl>
                                          <p:spTgt spid="23"/>
                                        </p:tgtEl>
                                        <p:attrNameLst>
                                          <p:attrName>ppt_x</p:attrName>
                                        </p:attrNameLst>
                                      </p:cBhvr>
                                      <p:tavLst>
                                        <p:tav tm="0">
                                          <p:val>
                                            <p:strVal val="0-#ppt_w/2"/>
                                          </p:val>
                                        </p:tav>
                                        <p:tav tm="100000">
                                          <p:val>
                                            <p:strVal val="#ppt_x"/>
                                          </p:val>
                                        </p:tav>
                                      </p:tavLst>
                                    </p:anim>
                                    <p:anim calcmode="lin" valueType="num">
                                      <p:cBhvr additive="base">
                                        <p:cTn id="25" dur="500" fill="hold"/>
                                        <p:tgtEl>
                                          <p:spTgt spid="23"/>
                                        </p:tgtEl>
                                        <p:attrNameLst>
                                          <p:attrName>ppt_y</p:attrName>
                                        </p:attrNameLst>
                                      </p:cBhvr>
                                      <p:tavLst>
                                        <p:tav tm="0">
                                          <p:val>
                                            <p:strVal val="#ppt_y"/>
                                          </p:val>
                                        </p:tav>
                                        <p:tav tm="100000">
                                          <p:val>
                                            <p:strVal val="#ppt_y"/>
                                          </p:val>
                                        </p:tav>
                                      </p:tavLst>
                                    </p:anim>
                                  </p:childTnLst>
                                </p:cTn>
                              </p:par>
                            </p:childTnLst>
                          </p:cTn>
                        </p:par>
                        <p:par>
                          <p:cTn id="26" fill="hold">
                            <p:stCondLst>
                              <p:cond delay="500"/>
                            </p:stCondLst>
                            <p:childTnLst>
                              <p:par>
                                <p:cTn id="27" presetID="23" presetClass="entr" presetSubtype="16" fill="hold" nodeType="afterEffect">
                                  <p:stCondLst>
                                    <p:cond delay="0"/>
                                  </p:stCondLst>
                                  <p:childTnLst>
                                    <p:set>
                                      <p:cBhvr>
                                        <p:cTn id="28" dur="1" fill="hold">
                                          <p:stCondLst>
                                            <p:cond delay="0"/>
                                          </p:stCondLst>
                                        </p:cTn>
                                        <p:tgtEl>
                                          <p:spTgt spid="24"/>
                                        </p:tgtEl>
                                        <p:attrNameLst>
                                          <p:attrName>style.visibility</p:attrName>
                                        </p:attrNameLst>
                                      </p:cBhvr>
                                      <p:to>
                                        <p:strVal val="visible"/>
                                      </p:to>
                                    </p:set>
                                    <p:anim calcmode="lin" valueType="num">
                                      <p:cBhvr>
                                        <p:cTn id="29" dur="500" fill="hold"/>
                                        <p:tgtEl>
                                          <p:spTgt spid="24"/>
                                        </p:tgtEl>
                                        <p:attrNameLst>
                                          <p:attrName>ppt_w</p:attrName>
                                        </p:attrNameLst>
                                      </p:cBhvr>
                                      <p:tavLst>
                                        <p:tav tm="0">
                                          <p:val>
                                            <p:fltVal val="0"/>
                                          </p:val>
                                        </p:tav>
                                        <p:tav tm="100000">
                                          <p:val>
                                            <p:strVal val="#ppt_w"/>
                                          </p:val>
                                        </p:tav>
                                      </p:tavLst>
                                    </p:anim>
                                    <p:anim calcmode="lin" valueType="num">
                                      <p:cBhvr>
                                        <p:cTn id="30" dur="500" fill="hold"/>
                                        <p:tgtEl>
                                          <p:spTgt spid="24"/>
                                        </p:tgtEl>
                                        <p:attrNameLst>
                                          <p:attrName>ppt_h</p:attrName>
                                        </p:attrNameLst>
                                      </p:cBhvr>
                                      <p:tavLst>
                                        <p:tav tm="0">
                                          <p:val>
                                            <p:fltVal val="0"/>
                                          </p:val>
                                        </p:tav>
                                        <p:tav tm="100000">
                                          <p:val>
                                            <p:strVal val="#ppt_h"/>
                                          </p:val>
                                        </p:tav>
                                      </p:tavLst>
                                    </p:anim>
                                  </p:childTnLst>
                                  <p:subTnLst>
                                    <p:set>
                                      <p:cBhvr override="childStyle">
                                        <p:cTn dur="1" fill="hold" display="0" masterRel="nextClick" afterEffect="1"/>
                                        <p:tgtEl>
                                          <p:spTgt spid="24"/>
                                        </p:tgtEl>
                                        <p:attrNameLst>
                                          <p:attrName>style.visibility</p:attrName>
                                        </p:attrNameLst>
                                      </p:cBhvr>
                                      <p:to>
                                        <p:strVal val="hidden"/>
                                      </p:to>
                                    </p:set>
                                  </p:subTnLst>
                                </p:cTn>
                              </p:par>
                            </p:childTnLst>
                          </p:cTn>
                        </p:par>
                      </p:childTnLst>
                    </p:cTn>
                  </p:par>
                  <p:par>
                    <p:cTn id="31" fill="hold">
                      <p:stCondLst>
                        <p:cond delay="indefinite"/>
                      </p:stCondLst>
                      <p:childTnLst>
                        <p:par>
                          <p:cTn id="32" fill="hold">
                            <p:stCondLst>
                              <p:cond delay="0"/>
                            </p:stCondLst>
                            <p:childTnLst>
                              <p:par>
                                <p:cTn id="33" presetID="19" presetClass="entr" presetSubtype="10" fill="hold" nodeType="clickEffect">
                                  <p:stCondLst>
                                    <p:cond delay="0"/>
                                  </p:stCondLst>
                                  <p:childTnLst>
                                    <p:set>
                                      <p:cBhvr>
                                        <p:cTn id="34" dur="1" fill="hold">
                                          <p:stCondLst>
                                            <p:cond delay="0"/>
                                          </p:stCondLst>
                                        </p:cTn>
                                        <p:tgtEl>
                                          <p:spTgt spid="32"/>
                                        </p:tgtEl>
                                        <p:attrNameLst>
                                          <p:attrName>style.visibility</p:attrName>
                                        </p:attrNameLst>
                                      </p:cBhvr>
                                      <p:to>
                                        <p:strVal val="visible"/>
                                      </p:to>
                                    </p:set>
                                    <p:anim calcmode="lin" valueType="num">
                                      <p:cBhvr>
                                        <p:cTn id="35" dur="5000" fill="hold"/>
                                        <p:tgtEl>
                                          <p:spTgt spid="32"/>
                                        </p:tgtEl>
                                        <p:attrNameLst>
                                          <p:attrName>ppt_w</p:attrName>
                                        </p:attrNameLst>
                                      </p:cBhvr>
                                      <p:tavLst>
                                        <p:tav tm="0" fmla="#ppt_w*sin(2.5*pi*$)">
                                          <p:val>
                                            <p:fltVal val="0"/>
                                          </p:val>
                                        </p:tav>
                                        <p:tav tm="100000">
                                          <p:val>
                                            <p:fltVal val="1"/>
                                          </p:val>
                                        </p:tav>
                                      </p:tavLst>
                                    </p:anim>
                                    <p:anim calcmode="lin" valueType="num">
                                      <p:cBhvr>
                                        <p:cTn id="36" dur="5000" fill="hold"/>
                                        <p:tgtEl>
                                          <p:spTgt spid="32"/>
                                        </p:tgtEl>
                                        <p:attrNameLst>
                                          <p:attrName>ppt_h</p:attrName>
                                        </p:attrNameLst>
                                      </p:cBhvr>
                                      <p:tavLst>
                                        <p:tav tm="0">
                                          <p:val>
                                            <p:strVal val="#ppt_h"/>
                                          </p:val>
                                        </p:tav>
                                        <p:tav tm="100000">
                                          <p:val>
                                            <p:strVal val="#ppt_h"/>
                                          </p:val>
                                        </p:tav>
                                      </p:tavLst>
                                    </p:anim>
                                  </p:childTnLst>
                                </p:cTn>
                              </p:par>
                            </p:childTnLst>
                          </p:cTn>
                        </p:par>
                      </p:childTnLst>
                    </p:cTn>
                  </p:par>
                  <p:par>
                    <p:cTn id="37" fill="hold">
                      <p:stCondLst>
                        <p:cond delay="indefinite"/>
                      </p:stCondLst>
                      <p:childTnLst>
                        <p:par>
                          <p:cTn id="38" fill="hold">
                            <p:stCondLst>
                              <p:cond delay="0"/>
                            </p:stCondLst>
                            <p:childTnLst>
                              <p:par>
                                <p:cTn id="39" presetID="2" presetClass="entr" presetSubtype="8" fill="hold" grpId="0" nodeType="clickEffect">
                                  <p:stCondLst>
                                    <p:cond delay="0"/>
                                  </p:stCondLst>
                                  <p:childTnLst>
                                    <p:set>
                                      <p:cBhvr>
                                        <p:cTn id="40" dur="1" fill="hold">
                                          <p:stCondLst>
                                            <p:cond delay="0"/>
                                          </p:stCondLst>
                                        </p:cTn>
                                        <p:tgtEl>
                                          <p:spTgt spid="25"/>
                                        </p:tgtEl>
                                        <p:attrNameLst>
                                          <p:attrName>style.visibility</p:attrName>
                                        </p:attrNameLst>
                                      </p:cBhvr>
                                      <p:to>
                                        <p:strVal val="visible"/>
                                      </p:to>
                                    </p:set>
                                    <p:anim calcmode="lin" valueType="num">
                                      <p:cBhvr additive="base">
                                        <p:cTn id="41" dur="500" fill="hold"/>
                                        <p:tgtEl>
                                          <p:spTgt spid="25"/>
                                        </p:tgtEl>
                                        <p:attrNameLst>
                                          <p:attrName>ppt_x</p:attrName>
                                        </p:attrNameLst>
                                      </p:cBhvr>
                                      <p:tavLst>
                                        <p:tav tm="0">
                                          <p:val>
                                            <p:strVal val="0-#ppt_w/2"/>
                                          </p:val>
                                        </p:tav>
                                        <p:tav tm="100000">
                                          <p:val>
                                            <p:strVal val="#ppt_x"/>
                                          </p:val>
                                        </p:tav>
                                      </p:tavLst>
                                    </p:anim>
                                    <p:anim calcmode="lin" valueType="num">
                                      <p:cBhvr additive="base">
                                        <p:cTn id="42" dur="500" fill="hold"/>
                                        <p:tgtEl>
                                          <p:spTgt spid="25"/>
                                        </p:tgtEl>
                                        <p:attrNameLst>
                                          <p:attrName>ppt_y</p:attrName>
                                        </p:attrNameLst>
                                      </p:cBhvr>
                                      <p:tavLst>
                                        <p:tav tm="0">
                                          <p:val>
                                            <p:strVal val="#ppt_y"/>
                                          </p:val>
                                        </p:tav>
                                        <p:tav tm="100000">
                                          <p:val>
                                            <p:strVal val="#ppt_y"/>
                                          </p:val>
                                        </p:tav>
                                      </p:tavLst>
                                    </p:anim>
                                  </p:childTnLst>
                                </p:cTn>
                              </p:par>
                            </p:childTnLst>
                          </p:cTn>
                        </p:par>
                        <p:par>
                          <p:cTn id="43" fill="hold">
                            <p:stCondLst>
                              <p:cond delay="500"/>
                            </p:stCondLst>
                            <p:childTnLst>
                              <p:par>
                                <p:cTn id="44" presetID="23" presetClass="entr" presetSubtype="16" fill="hold" nodeType="afterEffect">
                                  <p:stCondLst>
                                    <p:cond delay="0"/>
                                  </p:stCondLst>
                                  <p:childTnLst>
                                    <p:set>
                                      <p:cBhvr>
                                        <p:cTn id="45" dur="1" fill="hold">
                                          <p:stCondLst>
                                            <p:cond delay="0"/>
                                          </p:stCondLst>
                                        </p:cTn>
                                        <p:tgtEl>
                                          <p:spTgt spid="26"/>
                                        </p:tgtEl>
                                        <p:attrNameLst>
                                          <p:attrName>style.visibility</p:attrName>
                                        </p:attrNameLst>
                                      </p:cBhvr>
                                      <p:to>
                                        <p:strVal val="visible"/>
                                      </p:to>
                                    </p:set>
                                    <p:anim calcmode="lin" valueType="num">
                                      <p:cBhvr>
                                        <p:cTn id="46" dur="500" fill="hold"/>
                                        <p:tgtEl>
                                          <p:spTgt spid="26"/>
                                        </p:tgtEl>
                                        <p:attrNameLst>
                                          <p:attrName>ppt_w</p:attrName>
                                        </p:attrNameLst>
                                      </p:cBhvr>
                                      <p:tavLst>
                                        <p:tav tm="0">
                                          <p:val>
                                            <p:fltVal val="0"/>
                                          </p:val>
                                        </p:tav>
                                        <p:tav tm="100000">
                                          <p:val>
                                            <p:strVal val="#ppt_w"/>
                                          </p:val>
                                        </p:tav>
                                      </p:tavLst>
                                    </p:anim>
                                    <p:anim calcmode="lin" valueType="num">
                                      <p:cBhvr>
                                        <p:cTn id="47" dur="500" fill="hold"/>
                                        <p:tgtEl>
                                          <p:spTgt spid="26"/>
                                        </p:tgtEl>
                                        <p:attrNameLst>
                                          <p:attrName>ppt_h</p:attrName>
                                        </p:attrNameLst>
                                      </p:cBhvr>
                                      <p:tavLst>
                                        <p:tav tm="0">
                                          <p:val>
                                            <p:fltVal val="0"/>
                                          </p:val>
                                        </p:tav>
                                        <p:tav tm="100000">
                                          <p:val>
                                            <p:strVal val="#ppt_h"/>
                                          </p:val>
                                        </p:tav>
                                      </p:tavLst>
                                    </p:anim>
                                  </p:childTnLst>
                                  <p:subTnLst>
                                    <p:set>
                                      <p:cBhvr override="childStyle">
                                        <p:cTn dur="1" fill="hold" display="0" masterRel="nextClick" afterEffect="1"/>
                                        <p:tgtEl>
                                          <p:spTgt spid="26"/>
                                        </p:tgtEl>
                                        <p:attrNameLst>
                                          <p:attrName>style.visibility</p:attrName>
                                        </p:attrNameLst>
                                      </p:cBhvr>
                                      <p:to>
                                        <p:strVal val="hidden"/>
                                      </p:to>
                                    </p:set>
                                  </p:subTnLst>
                                </p:cTn>
                              </p:par>
                            </p:childTnLst>
                          </p:cTn>
                        </p:par>
                      </p:childTnLst>
                    </p:cTn>
                  </p:par>
                  <p:par>
                    <p:cTn id="48" fill="hold">
                      <p:stCondLst>
                        <p:cond delay="indefinite"/>
                      </p:stCondLst>
                      <p:childTnLst>
                        <p:par>
                          <p:cTn id="49" fill="hold">
                            <p:stCondLst>
                              <p:cond delay="0"/>
                            </p:stCondLst>
                            <p:childTnLst>
                              <p:par>
                                <p:cTn id="50" presetID="19" presetClass="entr" presetSubtype="10" fill="hold" nodeType="clickEffect">
                                  <p:stCondLst>
                                    <p:cond delay="0"/>
                                  </p:stCondLst>
                                  <p:childTnLst>
                                    <p:set>
                                      <p:cBhvr>
                                        <p:cTn id="51" dur="1" fill="hold">
                                          <p:stCondLst>
                                            <p:cond delay="0"/>
                                          </p:stCondLst>
                                        </p:cTn>
                                        <p:tgtEl>
                                          <p:spTgt spid="35"/>
                                        </p:tgtEl>
                                        <p:attrNameLst>
                                          <p:attrName>style.visibility</p:attrName>
                                        </p:attrNameLst>
                                      </p:cBhvr>
                                      <p:to>
                                        <p:strVal val="visible"/>
                                      </p:to>
                                    </p:set>
                                    <p:anim calcmode="lin" valueType="num">
                                      <p:cBhvr>
                                        <p:cTn id="52" dur="5000" fill="hold"/>
                                        <p:tgtEl>
                                          <p:spTgt spid="35"/>
                                        </p:tgtEl>
                                        <p:attrNameLst>
                                          <p:attrName>ppt_w</p:attrName>
                                        </p:attrNameLst>
                                      </p:cBhvr>
                                      <p:tavLst>
                                        <p:tav tm="0" fmla="#ppt_w*sin(2.5*pi*$)">
                                          <p:val>
                                            <p:fltVal val="0"/>
                                          </p:val>
                                        </p:tav>
                                        <p:tav tm="100000">
                                          <p:val>
                                            <p:fltVal val="1"/>
                                          </p:val>
                                        </p:tav>
                                      </p:tavLst>
                                    </p:anim>
                                    <p:anim calcmode="lin" valueType="num">
                                      <p:cBhvr>
                                        <p:cTn id="53" dur="5000" fill="hold"/>
                                        <p:tgtEl>
                                          <p:spTgt spid="35"/>
                                        </p:tgtEl>
                                        <p:attrNameLst>
                                          <p:attrName>ppt_h</p:attrName>
                                        </p:attrNameLst>
                                      </p:cBhvr>
                                      <p:tavLst>
                                        <p:tav tm="0">
                                          <p:val>
                                            <p:strVal val="#ppt_h"/>
                                          </p:val>
                                        </p:tav>
                                        <p:tav tm="100000">
                                          <p:val>
                                            <p:strVal val="#ppt_h"/>
                                          </p:val>
                                        </p:tav>
                                      </p:tavLst>
                                    </p:anim>
                                  </p:childTnLst>
                                </p:cTn>
                              </p:par>
                            </p:childTnLst>
                          </p:cTn>
                        </p:par>
                      </p:childTnLst>
                    </p:cTn>
                  </p:par>
                  <p:par>
                    <p:cTn id="54" fill="hold">
                      <p:stCondLst>
                        <p:cond delay="indefinite"/>
                      </p:stCondLst>
                      <p:childTnLst>
                        <p:par>
                          <p:cTn id="55" fill="hold">
                            <p:stCondLst>
                              <p:cond delay="0"/>
                            </p:stCondLst>
                            <p:childTnLst>
                              <p:par>
                                <p:cTn id="56" presetID="2" presetClass="entr" presetSubtype="8" fill="hold" grpId="0" nodeType="clickEffect">
                                  <p:stCondLst>
                                    <p:cond delay="0"/>
                                  </p:stCondLst>
                                  <p:childTnLst>
                                    <p:set>
                                      <p:cBhvr>
                                        <p:cTn id="57" dur="1" fill="hold">
                                          <p:stCondLst>
                                            <p:cond delay="0"/>
                                          </p:stCondLst>
                                        </p:cTn>
                                        <p:tgtEl>
                                          <p:spTgt spid="27"/>
                                        </p:tgtEl>
                                        <p:attrNameLst>
                                          <p:attrName>style.visibility</p:attrName>
                                        </p:attrNameLst>
                                      </p:cBhvr>
                                      <p:to>
                                        <p:strVal val="visible"/>
                                      </p:to>
                                    </p:set>
                                    <p:anim calcmode="lin" valueType="num">
                                      <p:cBhvr additive="base">
                                        <p:cTn id="58" dur="500" fill="hold"/>
                                        <p:tgtEl>
                                          <p:spTgt spid="27"/>
                                        </p:tgtEl>
                                        <p:attrNameLst>
                                          <p:attrName>ppt_x</p:attrName>
                                        </p:attrNameLst>
                                      </p:cBhvr>
                                      <p:tavLst>
                                        <p:tav tm="0">
                                          <p:val>
                                            <p:strVal val="0-#ppt_w/2"/>
                                          </p:val>
                                        </p:tav>
                                        <p:tav tm="100000">
                                          <p:val>
                                            <p:strVal val="#ppt_x"/>
                                          </p:val>
                                        </p:tav>
                                      </p:tavLst>
                                    </p:anim>
                                    <p:anim calcmode="lin" valueType="num">
                                      <p:cBhvr additive="base">
                                        <p:cTn id="59" dur="500" fill="hold"/>
                                        <p:tgtEl>
                                          <p:spTgt spid="27"/>
                                        </p:tgtEl>
                                        <p:attrNameLst>
                                          <p:attrName>ppt_y</p:attrName>
                                        </p:attrNameLst>
                                      </p:cBhvr>
                                      <p:tavLst>
                                        <p:tav tm="0">
                                          <p:val>
                                            <p:strVal val="#ppt_y"/>
                                          </p:val>
                                        </p:tav>
                                        <p:tav tm="100000">
                                          <p:val>
                                            <p:strVal val="#ppt_y"/>
                                          </p:val>
                                        </p:tav>
                                      </p:tavLst>
                                    </p:anim>
                                  </p:childTnLst>
                                </p:cTn>
                              </p:par>
                            </p:childTnLst>
                          </p:cTn>
                        </p:par>
                        <p:par>
                          <p:cTn id="60" fill="hold">
                            <p:stCondLst>
                              <p:cond delay="500"/>
                            </p:stCondLst>
                            <p:childTnLst>
                              <p:par>
                                <p:cTn id="61" presetID="23" presetClass="entr" presetSubtype="16" fill="hold" nodeType="afterEffect">
                                  <p:stCondLst>
                                    <p:cond delay="0"/>
                                  </p:stCondLst>
                                  <p:childTnLst>
                                    <p:set>
                                      <p:cBhvr>
                                        <p:cTn id="62" dur="1" fill="hold">
                                          <p:stCondLst>
                                            <p:cond delay="0"/>
                                          </p:stCondLst>
                                        </p:cTn>
                                        <p:tgtEl>
                                          <p:spTgt spid="28"/>
                                        </p:tgtEl>
                                        <p:attrNameLst>
                                          <p:attrName>style.visibility</p:attrName>
                                        </p:attrNameLst>
                                      </p:cBhvr>
                                      <p:to>
                                        <p:strVal val="visible"/>
                                      </p:to>
                                    </p:set>
                                    <p:anim calcmode="lin" valueType="num">
                                      <p:cBhvr>
                                        <p:cTn id="63" dur="500" fill="hold"/>
                                        <p:tgtEl>
                                          <p:spTgt spid="28"/>
                                        </p:tgtEl>
                                        <p:attrNameLst>
                                          <p:attrName>ppt_w</p:attrName>
                                        </p:attrNameLst>
                                      </p:cBhvr>
                                      <p:tavLst>
                                        <p:tav tm="0">
                                          <p:val>
                                            <p:fltVal val="0"/>
                                          </p:val>
                                        </p:tav>
                                        <p:tav tm="100000">
                                          <p:val>
                                            <p:strVal val="#ppt_w"/>
                                          </p:val>
                                        </p:tav>
                                      </p:tavLst>
                                    </p:anim>
                                    <p:anim calcmode="lin" valueType="num">
                                      <p:cBhvr>
                                        <p:cTn id="64" dur="500" fill="hold"/>
                                        <p:tgtEl>
                                          <p:spTgt spid="28"/>
                                        </p:tgtEl>
                                        <p:attrNameLst>
                                          <p:attrName>ppt_h</p:attrName>
                                        </p:attrNameLst>
                                      </p:cBhvr>
                                      <p:tavLst>
                                        <p:tav tm="0">
                                          <p:val>
                                            <p:fltVal val="0"/>
                                          </p:val>
                                        </p:tav>
                                        <p:tav tm="100000">
                                          <p:val>
                                            <p:strVal val="#ppt_h"/>
                                          </p:val>
                                        </p:tav>
                                      </p:tavLst>
                                    </p:anim>
                                  </p:childTnLst>
                                  <p:subTnLst>
                                    <p:set>
                                      <p:cBhvr override="childStyle">
                                        <p:cTn dur="1" fill="hold" display="0" masterRel="nextClick" afterEffect="1"/>
                                        <p:tgtEl>
                                          <p:spTgt spid="28"/>
                                        </p:tgtEl>
                                        <p:attrNameLst>
                                          <p:attrName>style.visibility</p:attrName>
                                        </p:attrNameLst>
                                      </p:cBhvr>
                                      <p:to>
                                        <p:strVal val="hidden"/>
                                      </p:to>
                                    </p:set>
                                  </p:subTnLst>
                                </p:cTn>
                              </p:par>
                            </p:childTnLst>
                          </p:cTn>
                        </p:par>
                      </p:childTnLst>
                    </p:cTn>
                  </p:par>
                  <p:par>
                    <p:cTn id="65" fill="hold">
                      <p:stCondLst>
                        <p:cond delay="indefinite"/>
                      </p:stCondLst>
                      <p:childTnLst>
                        <p:par>
                          <p:cTn id="66" fill="hold">
                            <p:stCondLst>
                              <p:cond delay="0"/>
                            </p:stCondLst>
                            <p:childTnLst>
                              <p:par>
                                <p:cTn id="67" presetID="19" presetClass="entr" presetSubtype="10" fill="hold" nodeType="clickEffect">
                                  <p:stCondLst>
                                    <p:cond delay="0"/>
                                  </p:stCondLst>
                                  <p:childTnLst>
                                    <p:set>
                                      <p:cBhvr>
                                        <p:cTn id="68" dur="1" fill="hold">
                                          <p:stCondLst>
                                            <p:cond delay="0"/>
                                          </p:stCondLst>
                                        </p:cTn>
                                        <p:tgtEl>
                                          <p:spTgt spid="38"/>
                                        </p:tgtEl>
                                        <p:attrNameLst>
                                          <p:attrName>style.visibility</p:attrName>
                                        </p:attrNameLst>
                                      </p:cBhvr>
                                      <p:to>
                                        <p:strVal val="visible"/>
                                      </p:to>
                                    </p:set>
                                    <p:anim calcmode="lin" valueType="num">
                                      <p:cBhvr>
                                        <p:cTn id="69" dur="5000" fill="hold"/>
                                        <p:tgtEl>
                                          <p:spTgt spid="38"/>
                                        </p:tgtEl>
                                        <p:attrNameLst>
                                          <p:attrName>ppt_w</p:attrName>
                                        </p:attrNameLst>
                                      </p:cBhvr>
                                      <p:tavLst>
                                        <p:tav tm="0" fmla="#ppt_w*sin(2.5*pi*$)">
                                          <p:val>
                                            <p:fltVal val="0"/>
                                          </p:val>
                                        </p:tav>
                                        <p:tav tm="100000">
                                          <p:val>
                                            <p:fltVal val="1"/>
                                          </p:val>
                                        </p:tav>
                                      </p:tavLst>
                                    </p:anim>
                                    <p:anim calcmode="lin" valueType="num">
                                      <p:cBhvr>
                                        <p:cTn id="70" dur="5000" fill="hold"/>
                                        <p:tgtEl>
                                          <p:spTgt spid="38"/>
                                        </p:tgtEl>
                                        <p:attrNameLst>
                                          <p:attrName>ppt_h</p:attrName>
                                        </p:attrNameLst>
                                      </p:cBhvr>
                                      <p:tavLst>
                                        <p:tav tm="0">
                                          <p:val>
                                            <p:strVal val="#ppt_h"/>
                                          </p:val>
                                        </p:tav>
                                        <p:tav tm="100000">
                                          <p:val>
                                            <p:strVal val="#ppt_h"/>
                                          </p:val>
                                        </p:tav>
                                      </p:tavLst>
                                    </p:anim>
                                  </p:childTnLst>
                                </p:cTn>
                              </p:par>
                            </p:childTnLst>
                          </p:cTn>
                        </p:par>
                        <p:par>
                          <p:cTn id="71" fill="hold">
                            <p:stCondLst>
                              <p:cond delay="5000"/>
                            </p:stCondLst>
                            <p:childTnLst>
                              <p:par>
                                <p:cTn id="72" presetID="22" presetClass="entr" presetSubtype="1" fill="hold" grpId="0" nodeType="afterEffect">
                                  <p:stCondLst>
                                    <p:cond delay="0"/>
                                  </p:stCondLst>
                                  <p:childTnLst>
                                    <p:set>
                                      <p:cBhvr>
                                        <p:cTn id="73" dur="1" fill="hold">
                                          <p:stCondLst>
                                            <p:cond delay="0"/>
                                          </p:stCondLst>
                                        </p:cTn>
                                        <p:tgtEl>
                                          <p:spTgt spid="7"/>
                                        </p:tgtEl>
                                        <p:attrNameLst>
                                          <p:attrName>style.visibility</p:attrName>
                                        </p:attrNameLst>
                                      </p:cBhvr>
                                      <p:to>
                                        <p:strVal val="visible"/>
                                      </p:to>
                                    </p:set>
                                    <p:animEffect transition="in" filter="wipe(up)">
                                      <p:cBhvr>
                                        <p:cTn id="74" dur="1000"/>
                                        <p:tgtEl>
                                          <p:spTgt spid="7"/>
                                        </p:tgtEl>
                                      </p:cBhvr>
                                    </p:animEffect>
                                  </p:childTnLst>
                                </p:cTn>
                              </p:par>
                            </p:childTnLst>
                          </p:cTn>
                        </p:par>
                        <p:par>
                          <p:cTn id="75" fill="hold">
                            <p:stCondLst>
                              <p:cond delay="6000"/>
                            </p:stCondLst>
                            <p:childTnLst>
                              <p:par>
                                <p:cTn id="76" presetID="1" presetClass="entr" presetSubtype="0" fill="hold" nodeType="afterEffect">
                                  <p:stCondLst>
                                    <p:cond delay="0"/>
                                  </p:stCondLst>
                                  <p:childTnLst>
                                    <p:set>
                                      <p:cBhvr>
                                        <p:cTn id="77" dur="1" fill="hold">
                                          <p:stCondLst>
                                            <p:cond delay="499"/>
                                          </p:stCondLst>
                                        </p:cTn>
                                        <p:tgtEl>
                                          <p:spTgt spid="4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21" grpId="0" animBg="1" autoUpdateAnimBg="0"/>
      <p:bldP spid="23" grpId="0" animBg="1" autoUpdateAnimBg="0"/>
      <p:bldP spid="25" grpId="0" animBg="1" autoUpdateAnimBg="0"/>
      <p:bldP spid="27" grpId="0" animBg="1" autoUpdateAnimBg="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uadroTexto 6">
            <a:extLst>
              <a:ext uri="{FF2B5EF4-FFF2-40B4-BE49-F238E27FC236}">
                <a16:creationId xmlns:a16="http://schemas.microsoft.com/office/drawing/2014/main" id="{B3245438-2EFA-4DBF-85CF-60E0A78BBF68}"/>
              </a:ext>
            </a:extLst>
          </p:cNvPr>
          <p:cNvSpPr txBox="1"/>
          <p:nvPr/>
        </p:nvSpPr>
        <p:spPr>
          <a:xfrm>
            <a:off x="989994" y="3722926"/>
            <a:ext cx="10782906" cy="1155700"/>
          </a:xfrm>
          <a:prstGeom prst="rect">
            <a:avLst/>
          </a:prstGeom>
          <a:solidFill>
            <a:schemeClr val="accent5">
              <a:lumMod val="20000"/>
              <a:lumOff val="80000"/>
            </a:schemeClr>
          </a:solidFill>
          <a:scene3d>
            <a:camera prst="orthographicFront"/>
            <a:lightRig rig="flat" dir="t"/>
          </a:scene3d>
          <a:sp3d/>
        </p:spPr>
        <p:style>
          <a:lnRef idx="0">
            <a:scrgbClr r="0" g="0" b="0"/>
          </a:lnRef>
          <a:fillRef idx="0">
            <a:scrgbClr r="0" g="0" b="0"/>
          </a:fillRef>
          <a:effectRef idx="0">
            <a:scrgbClr r="0" g="0" b="0"/>
          </a:effectRef>
          <a:fontRef idx="minor">
            <a:schemeClr val="dk1"/>
          </a:fontRef>
        </p:style>
        <p:txBody>
          <a:bodyPr spcFirstLastPara="0" vert="horz" wrap="square" lIns="121920" tIns="121920" rIns="121920" bIns="121920" numCol="1" spcCol="1270" anchor="ctr" anchorCtr="0">
            <a:noAutofit/>
          </a:bodyPr>
          <a:lstStyle/>
          <a:p>
            <a:r>
              <a:rPr lang="es-MX" sz="2800" dirty="0"/>
              <a:t>En este segundo pasón el vector resultante es el siguiente: (recuerde que inició con los valores 10, 9, 8, 7 y 6):</a:t>
            </a:r>
            <a:endParaRPr lang="es-ES" sz="2800" dirty="0"/>
          </a:p>
        </p:txBody>
      </p:sp>
      <p:sp>
        <p:nvSpPr>
          <p:cNvPr id="2" name="Título 1"/>
          <p:cNvSpPr>
            <a:spLocks noGrp="1"/>
          </p:cNvSpPr>
          <p:nvPr>
            <p:ph type="title"/>
          </p:nvPr>
        </p:nvSpPr>
        <p:spPr>
          <a:xfrm>
            <a:off x="989994" y="0"/>
            <a:ext cx="11369040" cy="914400"/>
          </a:xfrm>
        </p:spPr>
        <p:txBody>
          <a:bodyPr>
            <a:noAutofit/>
          </a:bodyPr>
          <a:lstStyle/>
          <a:p>
            <a:pPr algn="ctr"/>
            <a:r>
              <a:rPr lang="es-CO" sz="3800" b="1" dirty="0">
                <a:latin typeface="Bahnschrift Light SemiCondensed" panose="020B0502040204020203" pitchFamily="34" charset="0"/>
              </a:rPr>
              <a:t>“MÉTODOS DE ORDENAMIENTO BURBUJA C++”</a:t>
            </a:r>
          </a:p>
        </p:txBody>
      </p:sp>
      <p:grpSp>
        <p:nvGrpSpPr>
          <p:cNvPr id="54" name="Group 2">
            <a:extLst>
              <a:ext uri="{FF2B5EF4-FFF2-40B4-BE49-F238E27FC236}">
                <a16:creationId xmlns:a16="http://schemas.microsoft.com/office/drawing/2014/main" id="{527153B0-EF63-4220-9036-7C43E198431A}"/>
              </a:ext>
            </a:extLst>
          </p:cNvPr>
          <p:cNvGrpSpPr>
            <a:grpSpLocks/>
          </p:cNvGrpSpPr>
          <p:nvPr/>
        </p:nvGrpSpPr>
        <p:grpSpPr bwMode="auto">
          <a:xfrm>
            <a:off x="5777632" y="2338039"/>
            <a:ext cx="4495800" cy="1162049"/>
            <a:chOff x="2736" y="1623"/>
            <a:chExt cx="2832" cy="732"/>
          </a:xfrm>
          <a:solidFill>
            <a:schemeClr val="bg1">
              <a:lumMod val="85000"/>
            </a:schemeClr>
          </a:solidFill>
        </p:grpSpPr>
        <p:sp>
          <p:nvSpPr>
            <p:cNvPr id="55" name="Rectangle 3">
              <a:extLst>
                <a:ext uri="{FF2B5EF4-FFF2-40B4-BE49-F238E27FC236}">
                  <a16:creationId xmlns:a16="http://schemas.microsoft.com/office/drawing/2014/main" id="{B3F9FC8E-0D09-4A2D-8A45-96A4A9988000}"/>
                </a:ext>
              </a:extLst>
            </p:cNvPr>
            <p:cNvSpPr>
              <a:spLocks noChangeArrowheads="1"/>
            </p:cNvSpPr>
            <p:nvPr/>
          </p:nvSpPr>
          <p:spPr bwMode="auto">
            <a:xfrm>
              <a:off x="3415" y="1623"/>
              <a:ext cx="431" cy="432"/>
            </a:xfrm>
            <a:prstGeom prst="rect">
              <a:avLst/>
            </a:prstGeom>
            <a:grpFill/>
            <a:ln w="38100">
              <a:solidFill>
                <a:schemeClr val="tx1"/>
              </a:solidFill>
              <a:miter lim="800000"/>
              <a:headEnd/>
              <a:tailEnd/>
            </a:ln>
          </p:spPr>
          <p:txBody>
            <a:bodyPr wrap="none" anchor="ctr"/>
            <a:lstStyle/>
            <a:p>
              <a:endParaRPr lang="es-ES" sz="3200">
                <a:latin typeface="Arial Narrow" pitchFamily="34" charset="0"/>
              </a:endParaRPr>
            </a:p>
          </p:txBody>
        </p:sp>
        <p:sp>
          <p:nvSpPr>
            <p:cNvPr id="56" name="Rectangle 4">
              <a:extLst>
                <a:ext uri="{FF2B5EF4-FFF2-40B4-BE49-F238E27FC236}">
                  <a16:creationId xmlns:a16="http://schemas.microsoft.com/office/drawing/2014/main" id="{FA499F7E-101C-4B68-9491-36A4F6C7EE7A}"/>
                </a:ext>
              </a:extLst>
            </p:cNvPr>
            <p:cNvSpPr>
              <a:spLocks noChangeArrowheads="1"/>
            </p:cNvSpPr>
            <p:nvPr/>
          </p:nvSpPr>
          <p:spPr bwMode="auto">
            <a:xfrm>
              <a:off x="3846" y="1623"/>
              <a:ext cx="430" cy="432"/>
            </a:xfrm>
            <a:prstGeom prst="rect">
              <a:avLst/>
            </a:prstGeom>
            <a:grpFill/>
            <a:ln w="38100">
              <a:solidFill>
                <a:schemeClr val="tx1"/>
              </a:solidFill>
              <a:miter lim="800000"/>
              <a:headEnd/>
              <a:tailEnd/>
            </a:ln>
          </p:spPr>
          <p:txBody>
            <a:bodyPr wrap="none" anchor="ctr"/>
            <a:lstStyle/>
            <a:p>
              <a:endParaRPr lang="es-ES" sz="3200">
                <a:latin typeface="Arial Narrow" pitchFamily="34" charset="0"/>
              </a:endParaRPr>
            </a:p>
          </p:txBody>
        </p:sp>
        <p:sp>
          <p:nvSpPr>
            <p:cNvPr id="57" name="Rectangle 5">
              <a:extLst>
                <a:ext uri="{FF2B5EF4-FFF2-40B4-BE49-F238E27FC236}">
                  <a16:creationId xmlns:a16="http://schemas.microsoft.com/office/drawing/2014/main" id="{9BDB7A8F-E851-4EB3-A80D-9ACC944392EA}"/>
                </a:ext>
              </a:extLst>
            </p:cNvPr>
            <p:cNvSpPr>
              <a:spLocks noChangeArrowheads="1"/>
            </p:cNvSpPr>
            <p:nvPr/>
          </p:nvSpPr>
          <p:spPr bwMode="auto">
            <a:xfrm>
              <a:off x="4276" y="1623"/>
              <a:ext cx="431" cy="432"/>
            </a:xfrm>
            <a:prstGeom prst="rect">
              <a:avLst/>
            </a:prstGeom>
            <a:grpFill/>
            <a:ln w="38100">
              <a:solidFill>
                <a:schemeClr val="tx1"/>
              </a:solidFill>
              <a:miter lim="800000"/>
              <a:headEnd/>
              <a:tailEnd/>
            </a:ln>
          </p:spPr>
          <p:txBody>
            <a:bodyPr wrap="none" anchor="ctr"/>
            <a:lstStyle/>
            <a:p>
              <a:endParaRPr lang="es-ES" sz="3200">
                <a:latin typeface="Arial Narrow" pitchFamily="34" charset="0"/>
              </a:endParaRPr>
            </a:p>
          </p:txBody>
        </p:sp>
        <p:sp>
          <p:nvSpPr>
            <p:cNvPr id="58" name="Rectangle 6">
              <a:extLst>
                <a:ext uri="{FF2B5EF4-FFF2-40B4-BE49-F238E27FC236}">
                  <a16:creationId xmlns:a16="http://schemas.microsoft.com/office/drawing/2014/main" id="{7CC53BD7-E230-467C-934E-08F01C411172}"/>
                </a:ext>
              </a:extLst>
            </p:cNvPr>
            <p:cNvSpPr>
              <a:spLocks noChangeArrowheads="1"/>
            </p:cNvSpPr>
            <p:nvPr/>
          </p:nvSpPr>
          <p:spPr bwMode="auto">
            <a:xfrm>
              <a:off x="4707" y="1623"/>
              <a:ext cx="430" cy="432"/>
            </a:xfrm>
            <a:prstGeom prst="rect">
              <a:avLst/>
            </a:prstGeom>
            <a:grpFill/>
            <a:ln w="38100">
              <a:solidFill>
                <a:schemeClr val="tx1"/>
              </a:solidFill>
              <a:miter lim="800000"/>
              <a:headEnd/>
              <a:tailEnd/>
            </a:ln>
          </p:spPr>
          <p:txBody>
            <a:bodyPr wrap="none" anchor="ctr"/>
            <a:lstStyle/>
            <a:p>
              <a:endParaRPr lang="es-ES" sz="3200">
                <a:latin typeface="Arial Narrow" pitchFamily="34" charset="0"/>
              </a:endParaRPr>
            </a:p>
          </p:txBody>
        </p:sp>
        <p:sp>
          <p:nvSpPr>
            <p:cNvPr id="59" name="Rectangle 7">
              <a:extLst>
                <a:ext uri="{FF2B5EF4-FFF2-40B4-BE49-F238E27FC236}">
                  <a16:creationId xmlns:a16="http://schemas.microsoft.com/office/drawing/2014/main" id="{3021331D-CA5B-4064-8BB7-610878429A86}"/>
                </a:ext>
              </a:extLst>
            </p:cNvPr>
            <p:cNvSpPr>
              <a:spLocks noChangeArrowheads="1"/>
            </p:cNvSpPr>
            <p:nvPr/>
          </p:nvSpPr>
          <p:spPr bwMode="auto">
            <a:xfrm>
              <a:off x="5137" y="1623"/>
              <a:ext cx="431" cy="432"/>
            </a:xfrm>
            <a:prstGeom prst="rect">
              <a:avLst/>
            </a:prstGeom>
            <a:grpFill/>
            <a:ln w="38100">
              <a:solidFill>
                <a:schemeClr val="tx1"/>
              </a:solidFill>
              <a:miter lim="800000"/>
              <a:headEnd/>
              <a:tailEnd/>
            </a:ln>
          </p:spPr>
          <p:txBody>
            <a:bodyPr wrap="none" anchor="ctr"/>
            <a:lstStyle/>
            <a:p>
              <a:endParaRPr lang="es-ES" sz="3200">
                <a:latin typeface="Arial Narrow" pitchFamily="34" charset="0"/>
              </a:endParaRPr>
            </a:p>
          </p:txBody>
        </p:sp>
        <p:sp>
          <p:nvSpPr>
            <p:cNvPr id="60" name="Text Box 8">
              <a:extLst>
                <a:ext uri="{FF2B5EF4-FFF2-40B4-BE49-F238E27FC236}">
                  <a16:creationId xmlns:a16="http://schemas.microsoft.com/office/drawing/2014/main" id="{398CA696-F210-4779-AF6E-71526BEE9CA5}"/>
                </a:ext>
              </a:extLst>
            </p:cNvPr>
            <p:cNvSpPr txBox="1">
              <a:spLocks noChangeArrowheads="1"/>
            </p:cNvSpPr>
            <p:nvPr/>
          </p:nvSpPr>
          <p:spPr bwMode="auto">
            <a:xfrm>
              <a:off x="2736" y="1651"/>
              <a:ext cx="715" cy="365"/>
            </a:xfrm>
            <a:prstGeom prst="rect">
              <a:avLst/>
            </a:prstGeom>
            <a:noFill/>
            <a:ln w="9525">
              <a:noFill/>
              <a:miter lim="800000"/>
              <a:headEnd/>
              <a:tailEnd/>
            </a:ln>
          </p:spPr>
          <p:txBody>
            <a:bodyPr>
              <a:spAutoFit/>
            </a:bodyPr>
            <a:lstStyle/>
            <a:p>
              <a:pPr algn="l">
                <a:spcBef>
                  <a:spcPct val="50000"/>
                </a:spcBef>
              </a:pPr>
              <a:r>
                <a:rPr lang="es-MX" sz="3200" b="1" dirty="0">
                  <a:latin typeface="Arial Narrow" pitchFamily="34" charset="0"/>
                </a:rPr>
                <a:t>VEC</a:t>
              </a:r>
              <a:endParaRPr lang="es-ES" sz="3200" b="1" dirty="0">
                <a:latin typeface="Arial Narrow" pitchFamily="34" charset="0"/>
              </a:endParaRPr>
            </a:p>
          </p:txBody>
        </p:sp>
        <p:sp>
          <p:nvSpPr>
            <p:cNvPr id="61" name="Text Box 9">
              <a:extLst>
                <a:ext uri="{FF2B5EF4-FFF2-40B4-BE49-F238E27FC236}">
                  <a16:creationId xmlns:a16="http://schemas.microsoft.com/office/drawing/2014/main" id="{05D0AEFC-FBCA-4424-AD13-F2CB6FE4E677}"/>
                </a:ext>
              </a:extLst>
            </p:cNvPr>
            <p:cNvSpPr txBox="1">
              <a:spLocks noChangeArrowheads="1"/>
            </p:cNvSpPr>
            <p:nvPr/>
          </p:nvSpPr>
          <p:spPr bwMode="auto">
            <a:xfrm>
              <a:off x="3451" y="2064"/>
              <a:ext cx="2114" cy="291"/>
            </a:xfrm>
            <a:prstGeom prst="rect">
              <a:avLst/>
            </a:prstGeom>
            <a:noFill/>
            <a:ln w="9525">
              <a:noFill/>
              <a:miter lim="800000"/>
              <a:headEnd/>
              <a:tailEnd/>
            </a:ln>
          </p:spPr>
          <p:txBody>
            <a:bodyPr>
              <a:spAutoFit/>
            </a:bodyPr>
            <a:lstStyle/>
            <a:p>
              <a:pPr algn="l">
                <a:spcBef>
                  <a:spcPct val="50000"/>
                </a:spcBef>
              </a:pPr>
              <a:r>
                <a:rPr lang="es-MX" sz="2400" dirty="0">
                  <a:latin typeface="Arial Narrow" pitchFamily="34" charset="0"/>
                </a:rPr>
                <a:t>  0        1        2        3        4 </a:t>
              </a:r>
              <a:endParaRPr lang="es-ES" sz="2400" dirty="0">
                <a:latin typeface="Arial Narrow" pitchFamily="34" charset="0"/>
              </a:endParaRPr>
            </a:p>
          </p:txBody>
        </p:sp>
        <p:sp>
          <p:nvSpPr>
            <p:cNvPr id="62" name="Rectangle 10">
              <a:extLst>
                <a:ext uri="{FF2B5EF4-FFF2-40B4-BE49-F238E27FC236}">
                  <a16:creationId xmlns:a16="http://schemas.microsoft.com/office/drawing/2014/main" id="{33531453-6E37-42E5-877F-86394E86E4A8}"/>
                </a:ext>
              </a:extLst>
            </p:cNvPr>
            <p:cNvSpPr>
              <a:spLocks noChangeArrowheads="1"/>
            </p:cNvSpPr>
            <p:nvPr/>
          </p:nvSpPr>
          <p:spPr bwMode="auto">
            <a:xfrm>
              <a:off x="5184" y="1646"/>
              <a:ext cx="336" cy="384"/>
            </a:xfrm>
            <a:prstGeom prst="rect">
              <a:avLst/>
            </a:prstGeom>
            <a:solidFill>
              <a:schemeClr val="bg1">
                <a:lumMod val="65000"/>
              </a:schemeClr>
            </a:solidFill>
            <a:ln w="9525" cap="flat" cmpd="sng" algn="ctr">
              <a:solidFill>
                <a:schemeClr val="tx1"/>
              </a:solidFill>
              <a:prstDash val="solid"/>
              <a:headEnd/>
              <a:tailEnd/>
            </a:ln>
            <a:effectLst>
              <a:outerShdw blurRad="63500" dist="25400" dir="5400000" rotWithShape="0">
                <a:srgbClr val="000000">
                  <a:alpha val="43137"/>
                </a:srgbClr>
              </a:outerShdw>
            </a:effectLst>
          </p:spPr>
          <p:txBody>
            <a:bodyPr wrap="none" anchor="ct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fontAlgn="base">
                <a:spcBef>
                  <a:spcPct val="0"/>
                </a:spcBef>
                <a:spcAft>
                  <a:spcPct val="0"/>
                </a:spcAft>
              </a:pPr>
              <a:r>
                <a:rPr lang="es-MX" sz="3600" b="1" kern="0" spc="50" dirty="0">
                  <a:ln w="11430"/>
                  <a:effectLst>
                    <a:outerShdw blurRad="76200" dist="50800" dir="5400000" algn="tl" rotWithShape="0">
                      <a:srgbClr val="000000">
                        <a:alpha val="65000"/>
                      </a:srgbClr>
                    </a:outerShdw>
                  </a:effectLst>
                  <a:latin typeface="Arial Narrow" pitchFamily="34" charset="0"/>
                </a:rPr>
                <a:t>10</a:t>
              </a:r>
              <a:endParaRPr lang="es-ES" sz="3600" b="1" kern="0" spc="50" dirty="0">
                <a:ln w="11430"/>
                <a:effectLst>
                  <a:outerShdw blurRad="76200" dist="50800" dir="5400000" algn="tl" rotWithShape="0">
                    <a:srgbClr val="000000">
                      <a:alpha val="65000"/>
                    </a:srgbClr>
                  </a:outerShdw>
                </a:effectLst>
                <a:latin typeface="Arial Narrow" pitchFamily="34" charset="0"/>
              </a:endParaRPr>
            </a:p>
          </p:txBody>
        </p:sp>
        <p:sp>
          <p:nvSpPr>
            <p:cNvPr id="63" name="Rectangle 11">
              <a:extLst>
                <a:ext uri="{FF2B5EF4-FFF2-40B4-BE49-F238E27FC236}">
                  <a16:creationId xmlns:a16="http://schemas.microsoft.com/office/drawing/2014/main" id="{3C072D52-F490-49F3-973C-138AF8EE2888}"/>
                </a:ext>
              </a:extLst>
            </p:cNvPr>
            <p:cNvSpPr>
              <a:spLocks noChangeArrowheads="1"/>
            </p:cNvSpPr>
            <p:nvPr/>
          </p:nvSpPr>
          <p:spPr bwMode="auto">
            <a:xfrm>
              <a:off x="4752" y="1642"/>
              <a:ext cx="336" cy="384"/>
            </a:xfrm>
            <a:prstGeom prst="rect">
              <a:avLst/>
            </a:prstGeom>
            <a:solidFill>
              <a:schemeClr val="bg1">
                <a:lumMod val="65000"/>
              </a:schemeClr>
            </a:solidFill>
            <a:ln w="9525" cap="flat" cmpd="sng" algn="ctr">
              <a:solidFill>
                <a:schemeClr val="tx1"/>
              </a:solidFill>
              <a:prstDash val="solid"/>
              <a:headEnd/>
              <a:tailEnd/>
            </a:ln>
            <a:effectLst>
              <a:outerShdw blurRad="63500" dist="25400" dir="5400000" rotWithShape="0">
                <a:srgbClr val="000000">
                  <a:alpha val="43137"/>
                </a:srgbClr>
              </a:outerShdw>
            </a:effectLst>
          </p:spPr>
          <p:txBody>
            <a:bodyPr wrap="none" anchor="ct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fontAlgn="base">
                <a:spcBef>
                  <a:spcPct val="0"/>
                </a:spcBef>
                <a:spcAft>
                  <a:spcPct val="0"/>
                </a:spcAft>
              </a:pPr>
              <a:r>
                <a:rPr lang="es-MX" sz="3600" b="1" kern="0" spc="50" dirty="0">
                  <a:ln w="11430"/>
                  <a:effectLst>
                    <a:outerShdw blurRad="76200" dist="50800" dir="5400000" algn="tl" rotWithShape="0">
                      <a:srgbClr val="000000">
                        <a:alpha val="65000"/>
                      </a:srgbClr>
                    </a:outerShdw>
                  </a:effectLst>
                  <a:latin typeface="Arial Narrow" pitchFamily="34" charset="0"/>
                </a:rPr>
                <a:t>6</a:t>
              </a:r>
              <a:endParaRPr lang="es-ES" sz="3600" b="1" kern="0" spc="50" dirty="0">
                <a:ln w="11430"/>
                <a:effectLst>
                  <a:outerShdw blurRad="76200" dist="50800" dir="5400000" algn="tl" rotWithShape="0">
                    <a:srgbClr val="000000">
                      <a:alpha val="65000"/>
                    </a:srgbClr>
                  </a:outerShdw>
                </a:effectLst>
                <a:latin typeface="Arial Narrow" pitchFamily="34" charset="0"/>
              </a:endParaRPr>
            </a:p>
          </p:txBody>
        </p:sp>
        <p:sp>
          <p:nvSpPr>
            <p:cNvPr id="64" name="Rectangle 12">
              <a:extLst>
                <a:ext uri="{FF2B5EF4-FFF2-40B4-BE49-F238E27FC236}">
                  <a16:creationId xmlns:a16="http://schemas.microsoft.com/office/drawing/2014/main" id="{57F0C7BD-81BB-4C2F-9C5D-2FA0D70E3F86}"/>
                </a:ext>
              </a:extLst>
            </p:cNvPr>
            <p:cNvSpPr>
              <a:spLocks noChangeArrowheads="1"/>
            </p:cNvSpPr>
            <p:nvPr/>
          </p:nvSpPr>
          <p:spPr bwMode="auto">
            <a:xfrm>
              <a:off x="4320" y="1642"/>
              <a:ext cx="336" cy="384"/>
            </a:xfrm>
            <a:prstGeom prst="rect">
              <a:avLst/>
            </a:prstGeom>
            <a:solidFill>
              <a:schemeClr val="bg1">
                <a:lumMod val="65000"/>
              </a:schemeClr>
            </a:solidFill>
            <a:ln w="9525" cap="flat" cmpd="sng" algn="ctr">
              <a:solidFill>
                <a:schemeClr val="tx1"/>
              </a:solidFill>
              <a:prstDash val="solid"/>
              <a:headEnd/>
              <a:tailEnd/>
            </a:ln>
            <a:effectLst>
              <a:outerShdw blurRad="63500" dist="25400" dir="5400000" rotWithShape="0">
                <a:srgbClr val="000000">
                  <a:alpha val="43137"/>
                </a:srgbClr>
              </a:outerShdw>
            </a:effectLst>
          </p:spPr>
          <p:txBody>
            <a:bodyPr wrap="none" anchor="ct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fontAlgn="base">
                <a:spcBef>
                  <a:spcPct val="0"/>
                </a:spcBef>
                <a:spcAft>
                  <a:spcPct val="0"/>
                </a:spcAft>
              </a:pPr>
              <a:r>
                <a:rPr lang="es-MX" sz="3600" b="1" kern="0" spc="50" dirty="0">
                  <a:ln w="11430"/>
                  <a:effectLst>
                    <a:outerShdw blurRad="76200" dist="50800" dir="5400000" algn="tl" rotWithShape="0">
                      <a:srgbClr val="000000">
                        <a:alpha val="65000"/>
                      </a:srgbClr>
                    </a:outerShdw>
                  </a:effectLst>
                  <a:latin typeface="Arial Narrow" pitchFamily="34" charset="0"/>
                </a:rPr>
                <a:t>7</a:t>
              </a:r>
              <a:endParaRPr lang="es-ES" sz="3600" b="1" kern="0" spc="50" dirty="0">
                <a:ln w="11430"/>
                <a:effectLst>
                  <a:outerShdw blurRad="76200" dist="50800" dir="5400000" algn="tl" rotWithShape="0">
                    <a:srgbClr val="000000">
                      <a:alpha val="65000"/>
                    </a:srgbClr>
                  </a:outerShdw>
                </a:effectLst>
                <a:latin typeface="Arial Narrow" pitchFamily="34" charset="0"/>
              </a:endParaRPr>
            </a:p>
          </p:txBody>
        </p:sp>
        <p:sp>
          <p:nvSpPr>
            <p:cNvPr id="65" name="Rectangle 13">
              <a:extLst>
                <a:ext uri="{FF2B5EF4-FFF2-40B4-BE49-F238E27FC236}">
                  <a16:creationId xmlns:a16="http://schemas.microsoft.com/office/drawing/2014/main" id="{31261C5B-D48D-4434-B4E5-E091586CAC0C}"/>
                </a:ext>
              </a:extLst>
            </p:cNvPr>
            <p:cNvSpPr>
              <a:spLocks noChangeArrowheads="1"/>
            </p:cNvSpPr>
            <p:nvPr/>
          </p:nvSpPr>
          <p:spPr bwMode="auto">
            <a:xfrm>
              <a:off x="3888" y="1642"/>
              <a:ext cx="336" cy="384"/>
            </a:xfrm>
            <a:prstGeom prst="rect">
              <a:avLst/>
            </a:prstGeom>
            <a:solidFill>
              <a:schemeClr val="bg1">
                <a:lumMod val="65000"/>
              </a:schemeClr>
            </a:solidFill>
            <a:ln w="9525" cap="flat" cmpd="sng" algn="ctr">
              <a:solidFill>
                <a:schemeClr val="tx1"/>
              </a:solidFill>
              <a:prstDash val="solid"/>
              <a:headEnd/>
              <a:tailEnd/>
            </a:ln>
            <a:effectLst>
              <a:outerShdw blurRad="63500" dist="25400" dir="5400000" rotWithShape="0">
                <a:srgbClr val="000000">
                  <a:alpha val="43137"/>
                </a:srgbClr>
              </a:outerShdw>
            </a:effectLst>
          </p:spPr>
          <p:txBody>
            <a:bodyPr wrap="none" anchor="ct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fontAlgn="base">
                <a:spcBef>
                  <a:spcPct val="0"/>
                </a:spcBef>
                <a:spcAft>
                  <a:spcPct val="0"/>
                </a:spcAft>
              </a:pPr>
              <a:r>
                <a:rPr lang="es-MX" sz="3600" b="1" kern="0" spc="50" dirty="0">
                  <a:ln w="11430"/>
                  <a:effectLst>
                    <a:outerShdw blurRad="76200" dist="50800" dir="5400000" algn="tl" rotWithShape="0">
                      <a:srgbClr val="000000">
                        <a:alpha val="65000"/>
                      </a:srgbClr>
                    </a:outerShdw>
                  </a:effectLst>
                  <a:latin typeface="Arial Narrow" pitchFamily="34" charset="0"/>
                </a:rPr>
                <a:t>8</a:t>
              </a:r>
              <a:endParaRPr lang="es-ES" sz="3600" b="1" kern="0" spc="50" dirty="0">
                <a:ln w="11430"/>
                <a:effectLst>
                  <a:outerShdw blurRad="76200" dist="50800" dir="5400000" algn="tl" rotWithShape="0">
                    <a:srgbClr val="000000">
                      <a:alpha val="65000"/>
                    </a:srgbClr>
                  </a:outerShdw>
                </a:effectLst>
                <a:latin typeface="Arial Narrow" pitchFamily="34" charset="0"/>
              </a:endParaRPr>
            </a:p>
          </p:txBody>
        </p:sp>
        <p:sp>
          <p:nvSpPr>
            <p:cNvPr id="66" name="Rectangle 14">
              <a:extLst>
                <a:ext uri="{FF2B5EF4-FFF2-40B4-BE49-F238E27FC236}">
                  <a16:creationId xmlns:a16="http://schemas.microsoft.com/office/drawing/2014/main" id="{E987F7E5-604E-431B-B8AA-EC0AC71FFF71}"/>
                </a:ext>
              </a:extLst>
            </p:cNvPr>
            <p:cNvSpPr>
              <a:spLocks noChangeArrowheads="1"/>
            </p:cNvSpPr>
            <p:nvPr/>
          </p:nvSpPr>
          <p:spPr bwMode="auto">
            <a:xfrm>
              <a:off x="3456" y="1642"/>
              <a:ext cx="336" cy="384"/>
            </a:xfrm>
            <a:prstGeom prst="rect">
              <a:avLst/>
            </a:prstGeom>
            <a:solidFill>
              <a:schemeClr val="bg1">
                <a:lumMod val="65000"/>
              </a:schemeClr>
            </a:solidFill>
            <a:ln w="9525" cap="flat" cmpd="sng" algn="ctr">
              <a:solidFill>
                <a:schemeClr val="tx1"/>
              </a:solidFill>
              <a:prstDash val="solid"/>
              <a:headEnd/>
              <a:tailEnd/>
            </a:ln>
            <a:effectLst>
              <a:outerShdw blurRad="63500" dist="25400" dir="5400000" rotWithShape="0">
                <a:srgbClr val="000000">
                  <a:alpha val="43137"/>
                </a:srgbClr>
              </a:outerShdw>
            </a:effectLst>
          </p:spPr>
          <p:txBody>
            <a:bodyPr wrap="none" anchor="ct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fontAlgn="base">
                <a:spcBef>
                  <a:spcPct val="0"/>
                </a:spcBef>
                <a:spcAft>
                  <a:spcPct val="0"/>
                </a:spcAft>
              </a:pPr>
              <a:r>
                <a:rPr lang="es-MX" sz="3600" b="1" kern="0" spc="50" dirty="0">
                  <a:ln w="11430"/>
                  <a:effectLst>
                    <a:outerShdw blurRad="76200" dist="50800" dir="5400000" algn="tl" rotWithShape="0">
                      <a:srgbClr val="000000">
                        <a:alpha val="65000"/>
                      </a:srgbClr>
                    </a:outerShdw>
                  </a:effectLst>
                  <a:latin typeface="Arial Narrow" pitchFamily="34" charset="0"/>
                </a:rPr>
                <a:t>9</a:t>
              </a:r>
              <a:endParaRPr lang="es-ES" sz="3600" b="1" kern="0" spc="50" dirty="0">
                <a:ln w="11430"/>
                <a:effectLst>
                  <a:outerShdw blurRad="76200" dist="50800" dir="5400000" algn="tl" rotWithShape="0">
                    <a:srgbClr val="000000">
                      <a:alpha val="65000"/>
                    </a:srgbClr>
                  </a:outerShdw>
                </a:effectLst>
                <a:latin typeface="Arial Narrow" pitchFamily="34" charset="0"/>
              </a:endParaRPr>
            </a:p>
          </p:txBody>
        </p:sp>
      </p:grpSp>
      <p:sp>
        <p:nvSpPr>
          <p:cNvPr id="67" name="Text Box 16">
            <a:extLst>
              <a:ext uri="{FF2B5EF4-FFF2-40B4-BE49-F238E27FC236}">
                <a16:creationId xmlns:a16="http://schemas.microsoft.com/office/drawing/2014/main" id="{B86A8AF8-4916-435E-BB3B-4F8B727EBB7C}"/>
              </a:ext>
            </a:extLst>
          </p:cNvPr>
          <p:cNvSpPr txBox="1">
            <a:spLocks noChangeArrowheads="1"/>
          </p:cNvSpPr>
          <p:nvPr/>
        </p:nvSpPr>
        <p:spPr bwMode="auto">
          <a:xfrm>
            <a:off x="2596282" y="2337802"/>
            <a:ext cx="2602632" cy="861774"/>
          </a:xfrm>
          <a:prstGeom prst="rect">
            <a:avLst/>
          </a:prstGeom>
          <a:ln>
            <a:headEnd/>
            <a:tailEnd/>
          </a:ln>
        </p:spPr>
        <p:style>
          <a:lnRef idx="1">
            <a:schemeClr val="accent3"/>
          </a:lnRef>
          <a:fillRef idx="2">
            <a:schemeClr val="accent3"/>
          </a:fillRef>
          <a:effectRef idx="1">
            <a:schemeClr val="accent3"/>
          </a:effectRef>
          <a:fontRef idx="minor">
            <a:schemeClr val="dk1"/>
          </a:fontRef>
        </p:style>
        <p:txBody>
          <a:bodyPr wrap="square">
            <a:spAutoFit/>
          </a:bodyPr>
          <a:lstStyle>
            <a:defPPr>
              <a:defRPr lang="es-CO"/>
            </a:defPPr>
            <a:lvl1pPr algn="just" fontAlgn="base">
              <a:spcBef>
                <a:spcPct val="50000"/>
              </a:spcBef>
              <a:spcAft>
                <a:spcPct val="0"/>
              </a:spcAft>
              <a:defRPr sz="2000">
                <a:latin typeface="Arial Narrow" pitchFamily="34" charset="0"/>
              </a:defRPr>
            </a:lvl1pPr>
          </a:lstStyle>
          <a:p>
            <a:pPr algn="ctr"/>
            <a:r>
              <a:rPr lang="es-MX" b="1" dirty="0" err="1"/>
              <a:t>If</a:t>
            </a:r>
            <a:r>
              <a:rPr lang="es-MX" b="1" dirty="0"/>
              <a:t> (VEC[0] &gt; VEC[1])</a:t>
            </a:r>
          </a:p>
          <a:p>
            <a:pPr algn="ctr"/>
            <a:r>
              <a:rPr lang="es-MX" b="1" dirty="0"/>
              <a:t>Intercambia</a:t>
            </a:r>
          </a:p>
        </p:txBody>
      </p:sp>
      <p:cxnSp>
        <p:nvCxnSpPr>
          <p:cNvPr id="68" name="AutoShape 17">
            <a:extLst>
              <a:ext uri="{FF2B5EF4-FFF2-40B4-BE49-F238E27FC236}">
                <a16:creationId xmlns:a16="http://schemas.microsoft.com/office/drawing/2014/main" id="{26A75F87-9F59-4883-B1B3-57467B88F2B9}"/>
              </a:ext>
            </a:extLst>
          </p:cNvPr>
          <p:cNvCxnSpPr>
            <a:cxnSpLocks noChangeShapeType="1"/>
          </p:cNvCxnSpPr>
          <p:nvPr/>
        </p:nvCxnSpPr>
        <p:spPr bwMode="auto">
          <a:xfrm rot="5400000" flipV="1">
            <a:off x="7529438" y="1949897"/>
            <a:ext cx="1588" cy="685800"/>
          </a:xfrm>
          <a:prstGeom prst="bentConnector3">
            <a:avLst>
              <a:gd name="adj1" fmla="val -14400005"/>
            </a:avLst>
          </a:prstGeom>
          <a:noFill/>
          <a:ln w="38100">
            <a:solidFill>
              <a:schemeClr val="tx1"/>
            </a:solidFill>
            <a:miter lim="800000"/>
            <a:headEnd type="triangle" w="med" len="med"/>
            <a:tailEnd type="triangle" w="med" len="med"/>
          </a:ln>
          <a:effectLst>
            <a:prstShdw prst="shdw13" dist="53882" dir="13500000">
              <a:schemeClr val="bg2"/>
            </a:prstShdw>
          </a:effectLst>
        </p:spPr>
      </p:cxnSp>
      <p:sp>
        <p:nvSpPr>
          <p:cNvPr id="69" name="Text Box 18">
            <a:extLst>
              <a:ext uri="{FF2B5EF4-FFF2-40B4-BE49-F238E27FC236}">
                <a16:creationId xmlns:a16="http://schemas.microsoft.com/office/drawing/2014/main" id="{8B14C86D-7270-4D1D-88EB-1A5F5EA8704C}"/>
              </a:ext>
            </a:extLst>
          </p:cNvPr>
          <p:cNvSpPr txBox="1">
            <a:spLocks noChangeArrowheads="1"/>
          </p:cNvSpPr>
          <p:nvPr/>
        </p:nvSpPr>
        <p:spPr bwMode="auto">
          <a:xfrm>
            <a:off x="2596282" y="2356058"/>
            <a:ext cx="2602632" cy="861774"/>
          </a:xfrm>
          <a:prstGeom prst="rect">
            <a:avLst/>
          </a:prstGeom>
          <a:ln>
            <a:headEnd/>
            <a:tailEnd/>
          </a:ln>
        </p:spPr>
        <p:style>
          <a:lnRef idx="1">
            <a:schemeClr val="accent3"/>
          </a:lnRef>
          <a:fillRef idx="2">
            <a:schemeClr val="accent3"/>
          </a:fillRef>
          <a:effectRef idx="1">
            <a:schemeClr val="accent3"/>
          </a:effectRef>
          <a:fontRef idx="minor">
            <a:schemeClr val="dk1"/>
          </a:fontRef>
        </p:style>
        <p:txBody>
          <a:bodyPr wrap="square">
            <a:spAutoFit/>
          </a:bodyPr>
          <a:lstStyle>
            <a:defPPr>
              <a:defRPr lang="es-CO"/>
            </a:defPPr>
            <a:lvl1pPr algn="just" fontAlgn="base">
              <a:spcBef>
                <a:spcPct val="50000"/>
              </a:spcBef>
              <a:spcAft>
                <a:spcPct val="0"/>
              </a:spcAft>
              <a:defRPr sz="2000">
                <a:solidFill>
                  <a:schemeClr val="dk1"/>
                </a:solidFill>
                <a:latin typeface="Arial Narrow" pitchFamily="34" charset="0"/>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pPr algn="ctr"/>
            <a:r>
              <a:rPr lang="es-MX" b="1" dirty="0" err="1"/>
              <a:t>If</a:t>
            </a:r>
            <a:r>
              <a:rPr lang="es-MX" b="1" dirty="0"/>
              <a:t> (VEC[1] &gt; VEC[2])</a:t>
            </a:r>
          </a:p>
          <a:p>
            <a:pPr algn="ctr"/>
            <a:r>
              <a:rPr lang="es-MX" b="1" dirty="0"/>
              <a:t>Intercambia </a:t>
            </a:r>
          </a:p>
        </p:txBody>
      </p:sp>
      <p:cxnSp>
        <p:nvCxnSpPr>
          <p:cNvPr id="70" name="AutoShape 19">
            <a:extLst>
              <a:ext uri="{FF2B5EF4-FFF2-40B4-BE49-F238E27FC236}">
                <a16:creationId xmlns:a16="http://schemas.microsoft.com/office/drawing/2014/main" id="{AC3FA4CB-EF2C-4053-851A-9D8EB48D09C5}"/>
              </a:ext>
            </a:extLst>
          </p:cNvPr>
          <p:cNvCxnSpPr>
            <a:cxnSpLocks noChangeShapeType="1"/>
          </p:cNvCxnSpPr>
          <p:nvPr/>
        </p:nvCxnSpPr>
        <p:spPr bwMode="auto">
          <a:xfrm rot="5400000" flipV="1">
            <a:off x="8177138" y="1935610"/>
            <a:ext cx="1587" cy="685800"/>
          </a:xfrm>
          <a:prstGeom prst="bentConnector3">
            <a:avLst>
              <a:gd name="adj1" fmla="val -14400005"/>
            </a:avLst>
          </a:prstGeom>
          <a:noFill/>
          <a:ln w="38100">
            <a:solidFill>
              <a:schemeClr val="tx1"/>
            </a:solidFill>
            <a:miter lim="800000"/>
            <a:headEnd type="triangle" w="med" len="med"/>
            <a:tailEnd type="triangle" w="med" len="med"/>
          </a:ln>
          <a:effectLst>
            <a:prstShdw prst="shdw13" dist="53882" dir="13500000">
              <a:schemeClr val="bg2"/>
            </a:prstShdw>
          </a:effectLst>
        </p:spPr>
      </p:cxnSp>
      <p:sp>
        <p:nvSpPr>
          <p:cNvPr id="71" name="Text Box 20">
            <a:extLst>
              <a:ext uri="{FF2B5EF4-FFF2-40B4-BE49-F238E27FC236}">
                <a16:creationId xmlns:a16="http://schemas.microsoft.com/office/drawing/2014/main" id="{ED195B63-6048-4A9D-A165-B918C5A0AAE7}"/>
              </a:ext>
            </a:extLst>
          </p:cNvPr>
          <p:cNvSpPr txBox="1">
            <a:spLocks noChangeArrowheads="1"/>
          </p:cNvSpPr>
          <p:nvPr/>
        </p:nvSpPr>
        <p:spPr bwMode="auto">
          <a:xfrm>
            <a:off x="2596282" y="2348914"/>
            <a:ext cx="2602632" cy="861774"/>
          </a:xfrm>
          <a:prstGeom prst="rect">
            <a:avLst/>
          </a:prstGeom>
          <a:ln>
            <a:headEnd/>
            <a:tailEnd/>
          </a:ln>
        </p:spPr>
        <p:style>
          <a:lnRef idx="1">
            <a:schemeClr val="accent3"/>
          </a:lnRef>
          <a:fillRef idx="2">
            <a:schemeClr val="accent3"/>
          </a:fillRef>
          <a:effectRef idx="1">
            <a:schemeClr val="accent3"/>
          </a:effectRef>
          <a:fontRef idx="minor">
            <a:schemeClr val="dk1"/>
          </a:fontRef>
        </p:style>
        <p:txBody>
          <a:bodyPr wrap="square">
            <a:spAutoFit/>
          </a:bodyPr>
          <a:lstStyle>
            <a:defPPr>
              <a:defRPr lang="es-CO"/>
            </a:defPPr>
            <a:lvl1pPr algn="just" fontAlgn="base">
              <a:spcBef>
                <a:spcPct val="50000"/>
              </a:spcBef>
              <a:spcAft>
                <a:spcPct val="0"/>
              </a:spcAft>
              <a:defRPr sz="2000">
                <a:solidFill>
                  <a:schemeClr val="dk1"/>
                </a:solidFill>
                <a:latin typeface="Arial Narrow" pitchFamily="34" charset="0"/>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pPr algn="ctr"/>
            <a:r>
              <a:rPr lang="es-MX" b="1" dirty="0" err="1"/>
              <a:t>If</a:t>
            </a:r>
            <a:r>
              <a:rPr lang="es-MX" b="1" dirty="0"/>
              <a:t> (VEC[2] &gt; VEC[3])</a:t>
            </a:r>
          </a:p>
          <a:p>
            <a:pPr algn="ctr"/>
            <a:r>
              <a:rPr lang="es-MX" b="1" dirty="0"/>
              <a:t>Intercambia</a:t>
            </a:r>
          </a:p>
        </p:txBody>
      </p:sp>
      <p:cxnSp>
        <p:nvCxnSpPr>
          <p:cNvPr id="72" name="AutoShape 21">
            <a:extLst>
              <a:ext uri="{FF2B5EF4-FFF2-40B4-BE49-F238E27FC236}">
                <a16:creationId xmlns:a16="http://schemas.microsoft.com/office/drawing/2014/main" id="{C55971EE-5778-499D-BE72-6D7E4D706248}"/>
              </a:ext>
            </a:extLst>
          </p:cNvPr>
          <p:cNvCxnSpPr>
            <a:cxnSpLocks noChangeShapeType="1"/>
          </p:cNvCxnSpPr>
          <p:nvPr/>
        </p:nvCxnSpPr>
        <p:spPr bwMode="auto">
          <a:xfrm rot="5400000" flipV="1">
            <a:off x="8862938" y="1935610"/>
            <a:ext cx="1587" cy="685800"/>
          </a:xfrm>
          <a:prstGeom prst="bentConnector3">
            <a:avLst>
              <a:gd name="adj1" fmla="val -14400005"/>
            </a:avLst>
          </a:prstGeom>
          <a:noFill/>
          <a:ln w="38100">
            <a:solidFill>
              <a:schemeClr val="tx1"/>
            </a:solidFill>
            <a:miter lim="800000"/>
            <a:headEnd type="triangle" w="med" len="med"/>
            <a:tailEnd type="triangle" w="med" len="med"/>
          </a:ln>
          <a:effectLst>
            <a:prstShdw prst="shdw13" dist="53882" dir="13500000">
              <a:schemeClr val="bg2"/>
            </a:prstShdw>
          </a:effectLst>
        </p:spPr>
      </p:cxnSp>
      <p:sp>
        <p:nvSpPr>
          <p:cNvPr id="73" name="Text Box 22">
            <a:extLst>
              <a:ext uri="{FF2B5EF4-FFF2-40B4-BE49-F238E27FC236}">
                <a16:creationId xmlns:a16="http://schemas.microsoft.com/office/drawing/2014/main" id="{E6B5B1E6-B31B-4BF9-9436-0E695DE64034}"/>
              </a:ext>
            </a:extLst>
          </p:cNvPr>
          <p:cNvSpPr txBox="1">
            <a:spLocks noChangeArrowheads="1"/>
          </p:cNvSpPr>
          <p:nvPr/>
        </p:nvSpPr>
        <p:spPr bwMode="auto">
          <a:xfrm>
            <a:off x="2596282" y="2348915"/>
            <a:ext cx="2602632" cy="861774"/>
          </a:xfrm>
          <a:prstGeom prst="rect">
            <a:avLst/>
          </a:prstGeom>
          <a:ln>
            <a:headEnd/>
            <a:tailEnd/>
          </a:ln>
        </p:spPr>
        <p:style>
          <a:lnRef idx="1">
            <a:schemeClr val="accent3"/>
          </a:lnRef>
          <a:fillRef idx="2">
            <a:schemeClr val="accent3"/>
          </a:fillRef>
          <a:effectRef idx="1">
            <a:schemeClr val="accent3"/>
          </a:effectRef>
          <a:fontRef idx="minor">
            <a:schemeClr val="dk1"/>
          </a:fontRef>
        </p:style>
        <p:txBody>
          <a:bodyPr wrap="square">
            <a:spAutoFit/>
          </a:bodyPr>
          <a:lstStyle>
            <a:defPPr>
              <a:defRPr lang="es-CO"/>
            </a:defPPr>
            <a:lvl1pPr algn="just" fontAlgn="base">
              <a:spcBef>
                <a:spcPct val="50000"/>
              </a:spcBef>
              <a:spcAft>
                <a:spcPct val="0"/>
              </a:spcAft>
              <a:defRPr sz="2000">
                <a:latin typeface="Arial Narrow" pitchFamily="34" charset="0"/>
              </a:defRPr>
            </a:lvl1pPr>
          </a:lstStyle>
          <a:p>
            <a:pPr algn="ctr"/>
            <a:r>
              <a:rPr lang="es-MX" b="1" dirty="0" err="1"/>
              <a:t>If</a:t>
            </a:r>
            <a:r>
              <a:rPr lang="es-MX" b="1" dirty="0"/>
              <a:t> (VEC[3] &gt; VEC[4])</a:t>
            </a:r>
          </a:p>
          <a:p>
            <a:pPr algn="ctr"/>
            <a:r>
              <a:rPr lang="es-MX" b="1" dirty="0"/>
              <a:t>No Intercambia;</a:t>
            </a:r>
          </a:p>
        </p:txBody>
      </p:sp>
      <p:cxnSp>
        <p:nvCxnSpPr>
          <p:cNvPr id="74" name="AutoShape 23">
            <a:extLst>
              <a:ext uri="{FF2B5EF4-FFF2-40B4-BE49-F238E27FC236}">
                <a16:creationId xmlns:a16="http://schemas.microsoft.com/office/drawing/2014/main" id="{51EEFBF7-7D18-4658-838A-94C8EE27CB74}"/>
              </a:ext>
            </a:extLst>
          </p:cNvPr>
          <p:cNvCxnSpPr>
            <a:cxnSpLocks noChangeShapeType="1"/>
          </p:cNvCxnSpPr>
          <p:nvPr/>
        </p:nvCxnSpPr>
        <p:spPr bwMode="auto">
          <a:xfrm rot="5400000" flipV="1">
            <a:off x="9548738" y="1934022"/>
            <a:ext cx="1588" cy="685800"/>
          </a:xfrm>
          <a:prstGeom prst="bentConnector3">
            <a:avLst>
              <a:gd name="adj1" fmla="val -14400005"/>
            </a:avLst>
          </a:prstGeom>
          <a:noFill/>
          <a:ln w="38100">
            <a:solidFill>
              <a:schemeClr val="tx1"/>
            </a:solidFill>
            <a:miter lim="800000"/>
            <a:headEnd type="triangle" w="med" len="med"/>
            <a:tailEnd type="triangle" w="med" len="med"/>
          </a:ln>
          <a:effectLst>
            <a:prstShdw prst="shdw13" dist="53882" dir="13500000">
              <a:schemeClr val="bg2"/>
            </a:prstShdw>
          </a:effectLst>
        </p:spPr>
      </p:cxnSp>
      <p:grpSp>
        <p:nvGrpSpPr>
          <p:cNvPr id="75" name="Group 24">
            <a:extLst>
              <a:ext uri="{FF2B5EF4-FFF2-40B4-BE49-F238E27FC236}">
                <a16:creationId xmlns:a16="http://schemas.microsoft.com/office/drawing/2014/main" id="{3BBDDBFF-DFF0-4C00-AC3B-261F04DC845A}"/>
              </a:ext>
            </a:extLst>
          </p:cNvPr>
          <p:cNvGrpSpPr>
            <a:grpSpLocks/>
          </p:cNvGrpSpPr>
          <p:nvPr/>
        </p:nvGrpSpPr>
        <p:grpSpPr bwMode="auto">
          <a:xfrm>
            <a:off x="6912703" y="2369212"/>
            <a:ext cx="1227139" cy="615951"/>
            <a:chOff x="3300" y="1630"/>
            <a:chExt cx="773" cy="388"/>
          </a:xfrm>
          <a:solidFill>
            <a:schemeClr val="bg1">
              <a:lumMod val="85000"/>
            </a:schemeClr>
          </a:solidFill>
        </p:grpSpPr>
        <p:sp>
          <p:nvSpPr>
            <p:cNvPr id="76" name="Text Box 25">
              <a:extLst>
                <a:ext uri="{FF2B5EF4-FFF2-40B4-BE49-F238E27FC236}">
                  <a16:creationId xmlns:a16="http://schemas.microsoft.com/office/drawing/2014/main" id="{C8AE0559-838D-4D26-9BFA-8D42EF20AB7D}"/>
                </a:ext>
              </a:extLst>
            </p:cNvPr>
            <p:cNvSpPr txBox="1">
              <a:spLocks noChangeArrowheads="1"/>
            </p:cNvSpPr>
            <p:nvPr/>
          </p:nvSpPr>
          <p:spPr bwMode="auto">
            <a:xfrm>
              <a:off x="3300" y="1635"/>
              <a:ext cx="336" cy="383"/>
            </a:xfrm>
            <a:prstGeom prst="rect">
              <a:avLst/>
            </a:prstGeom>
            <a:solidFill>
              <a:schemeClr val="bg1">
                <a:lumMod val="65000"/>
              </a:schemeClr>
            </a:solidFill>
            <a:ln w="9525" cap="flat" cmpd="sng" algn="ctr">
              <a:solidFill>
                <a:schemeClr val="tx1"/>
              </a:solidFill>
              <a:prstDash val="solid"/>
              <a:headEnd/>
              <a:tailEnd/>
            </a:ln>
            <a:effectLst>
              <a:outerShdw blurRad="63500" dist="25400" dir="5400000" rotWithShape="0">
                <a:srgbClr val="000000">
                  <a:alpha val="43137"/>
                </a:srgbClr>
              </a:outerShdw>
            </a:effectLst>
          </p:spPr>
          <p:txBody>
            <a:bodyPr wrap="none" anchor="ctr">
              <a:scene3d>
                <a:camera prst="orthographicFront"/>
                <a:lightRig rig="soft" dir="tl">
                  <a:rot lat="0" lon="0" rev="0"/>
                </a:lightRig>
              </a:scene3d>
              <a:sp3d contourW="25400" prstMaterial="matte">
                <a:bevelT w="25400" h="55880" prst="artDeco"/>
                <a:contourClr>
                  <a:schemeClr val="accent2">
                    <a:tint val="20000"/>
                  </a:schemeClr>
                </a:contourClr>
              </a:sp3d>
            </a:bodyPr>
            <a:lstStyle>
              <a:defPPr>
                <a:defRPr lang="es-CO"/>
              </a:defPPr>
              <a:lvl1pPr algn="ctr" fontAlgn="base">
                <a:spcBef>
                  <a:spcPct val="0"/>
                </a:spcBef>
                <a:spcAft>
                  <a:spcPct val="0"/>
                </a:spcAft>
                <a:defRPr sz="3600" b="1" kern="0" spc="50">
                  <a:ln w="11430"/>
                  <a:effectLst>
                    <a:outerShdw blurRad="76200" dist="50800" dir="5400000" algn="tl" rotWithShape="0">
                      <a:srgbClr val="000000">
                        <a:alpha val="65000"/>
                      </a:srgbClr>
                    </a:outerShdw>
                  </a:effectLst>
                  <a:latin typeface="Arial Narrow" pitchFamily="34" charset="0"/>
                </a:defRPr>
              </a:lvl1pPr>
            </a:lstStyle>
            <a:p>
              <a:r>
                <a:rPr lang="es-MX" dirty="0"/>
                <a:t>8</a:t>
              </a:r>
              <a:endParaRPr lang="es-ES" dirty="0"/>
            </a:p>
          </p:txBody>
        </p:sp>
        <p:sp>
          <p:nvSpPr>
            <p:cNvPr id="77" name="Text Box 26">
              <a:extLst>
                <a:ext uri="{FF2B5EF4-FFF2-40B4-BE49-F238E27FC236}">
                  <a16:creationId xmlns:a16="http://schemas.microsoft.com/office/drawing/2014/main" id="{9B7AD141-CD52-41CE-AD9F-4458D3C0E86D}"/>
                </a:ext>
              </a:extLst>
            </p:cNvPr>
            <p:cNvSpPr txBox="1">
              <a:spLocks noChangeArrowheads="1"/>
            </p:cNvSpPr>
            <p:nvPr/>
          </p:nvSpPr>
          <p:spPr bwMode="auto">
            <a:xfrm>
              <a:off x="3737" y="1630"/>
              <a:ext cx="336" cy="383"/>
            </a:xfrm>
            <a:prstGeom prst="rect">
              <a:avLst/>
            </a:prstGeom>
            <a:solidFill>
              <a:schemeClr val="bg1">
                <a:lumMod val="65000"/>
              </a:schemeClr>
            </a:solidFill>
            <a:ln w="9525" cap="flat" cmpd="sng" algn="ctr">
              <a:solidFill>
                <a:schemeClr val="tx1"/>
              </a:solidFill>
              <a:prstDash val="solid"/>
              <a:headEnd/>
              <a:tailEnd/>
            </a:ln>
            <a:effectLst>
              <a:outerShdw blurRad="63500" dist="25400" dir="5400000" rotWithShape="0">
                <a:srgbClr val="000000">
                  <a:alpha val="43137"/>
                </a:srgbClr>
              </a:outerShdw>
            </a:effectLst>
          </p:spPr>
          <p:txBody>
            <a:bodyPr wrap="none" anchor="ctr">
              <a:scene3d>
                <a:camera prst="orthographicFront"/>
                <a:lightRig rig="soft" dir="tl">
                  <a:rot lat="0" lon="0" rev="0"/>
                </a:lightRig>
              </a:scene3d>
              <a:sp3d contourW="25400" prstMaterial="matte">
                <a:bevelT w="25400" h="55880" prst="artDeco"/>
                <a:contourClr>
                  <a:schemeClr val="accent2">
                    <a:tint val="20000"/>
                  </a:schemeClr>
                </a:contourClr>
              </a:sp3d>
            </a:bodyPr>
            <a:lstStyle>
              <a:defPPr>
                <a:defRPr lang="es-CO"/>
              </a:defPPr>
              <a:lvl1pPr algn="ctr" fontAlgn="base">
                <a:spcBef>
                  <a:spcPct val="0"/>
                </a:spcBef>
                <a:spcAft>
                  <a:spcPct val="0"/>
                </a:spcAft>
                <a:defRPr sz="3600" b="1" kern="0" spc="50">
                  <a:ln w="11430"/>
                  <a:effectLst>
                    <a:outerShdw blurRad="76200" dist="50800" dir="5400000" algn="tl" rotWithShape="0">
                      <a:srgbClr val="000000">
                        <a:alpha val="65000"/>
                      </a:srgbClr>
                    </a:outerShdw>
                  </a:effectLst>
                  <a:latin typeface="Arial Narrow" pitchFamily="34" charset="0"/>
                </a:defRPr>
              </a:lvl1pPr>
            </a:lstStyle>
            <a:p>
              <a:r>
                <a:rPr lang="es-MX" dirty="0"/>
                <a:t>9</a:t>
              </a:r>
              <a:endParaRPr lang="es-ES" dirty="0"/>
            </a:p>
          </p:txBody>
        </p:sp>
      </p:grpSp>
      <p:grpSp>
        <p:nvGrpSpPr>
          <p:cNvPr id="78" name="Group 27">
            <a:extLst>
              <a:ext uri="{FF2B5EF4-FFF2-40B4-BE49-F238E27FC236}">
                <a16:creationId xmlns:a16="http://schemas.microsoft.com/office/drawing/2014/main" id="{EA44D6EF-39ED-42E3-91FF-57AAD3498326}"/>
              </a:ext>
            </a:extLst>
          </p:cNvPr>
          <p:cNvGrpSpPr>
            <a:grpSpLocks/>
          </p:cNvGrpSpPr>
          <p:nvPr/>
        </p:nvGrpSpPr>
        <p:grpSpPr bwMode="auto">
          <a:xfrm>
            <a:off x="7612338" y="2369877"/>
            <a:ext cx="1223963" cy="608013"/>
            <a:chOff x="3328" y="2029"/>
            <a:chExt cx="771" cy="383"/>
          </a:xfrm>
          <a:solidFill>
            <a:schemeClr val="bg1">
              <a:lumMod val="85000"/>
            </a:schemeClr>
          </a:solidFill>
        </p:grpSpPr>
        <p:sp>
          <p:nvSpPr>
            <p:cNvPr id="79" name="Text Box 28">
              <a:extLst>
                <a:ext uri="{FF2B5EF4-FFF2-40B4-BE49-F238E27FC236}">
                  <a16:creationId xmlns:a16="http://schemas.microsoft.com/office/drawing/2014/main" id="{51C3B071-AFDB-4751-83B0-FD15F824D14D}"/>
                </a:ext>
              </a:extLst>
            </p:cNvPr>
            <p:cNvSpPr txBox="1">
              <a:spLocks noChangeArrowheads="1"/>
            </p:cNvSpPr>
            <p:nvPr/>
          </p:nvSpPr>
          <p:spPr bwMode="auto">
            <a:xfrm>
              <a:off x="3328" y="2029"/>
              <a:ext cx="336" cy="383"/>
            </a:xfrm>
            <a:prstGeom prst="rect">
              <a:avLst/>
            </a:prstGeom>
            <a:solidFill>
              <a:schemeClr val="bg1">
                <a:lumMod val="65000"/>
              </a:schemeClr>
            </a:solidFill>
            <a:ln w="9525" cap="flat" cmpd="sng" algn="ctr">
              <a:solidFill>
                <a:schemeClr val="tx1"/>
              </a:solidFill>
              <a:prstDash val="solid"/>
              <a:headEnd/>
              <a:tailEnd/>
            </a:ln>
            <a:effectLst>
              <a:outerShdw blurRad="63500" dist="25400" dir="5400000" rotWithShape="0">
                <a:srgbClr val="000000">
                  <a:alpha val="43137"/>
                </a:srgbClr>
              </a:outerShdw>
            </a:effectLst>
          </p:spPr>
          <p:txBody>
            <a:bodyPr wrap="none" anchor="ctr">
              <a:scene3d>
                <a:camera prst="orthographicFront"/>
                <a:lightRig rig="soft" dir="tl">
                  <a:rot lat="0" lon="0" rev="0"/>
                </a:lightRig>
              </a:scene3d>
              <a:sp3d contourW="25400" prstMaterial="matte">
                <a:bevelT w="25400" h="55880" prst="artDeco"/>
                <a:contourClr>
                  <a:schemeClr val="accent2">
                    <a:tint val="20000"/>
                  </a:schemeClr>
                </a:contourClr>
              </a:sp3d>
            </a:bodyPr>
            <a:lstStyle>
              <a:defPPr>
                <a:defRPr lang="es-CO"/>
              </a:defPPr>
              <a:lvl1pPr algn="ctr" fontAlgn="base">
                <a:spcBef>
                  <a:spcPct val="0"/>
                </a:spcBef>
                <a:spcAft>
                  <a:spcPct val="0"/>
                </a:spcAft>
                <a:defRPr sz="3600" b="1" kern="0" spc="50">
                  <a:ln w="11430"/>
                  <a:effectLst>
                    <a:outerShdw blurRad="76200" dist="50800" dir="5400000" algn="tl" rotWithShape="0">
                      <a:srgbClr val="000000">
                        <a:alpha val="65000"/>
                      </a:srgbClr>
                    </a:outerShdw>
                  </a:effectLst>
                  <a:latin typeface="Arial Narrow" pitchFamily="34" charset="0"/>
                </a:defRPr>
              </a:lvl1pPr>
            </a:lstStyle>
            <a:p>
              <a:r>
                <a:rPr lang="es-MX" dirty="0"/>
                <a:t>7</a:t>
              </a:r>
              <a:endParaRPr lang="es-ES" dirty="0"/>
            </a:p>
          </p:txBody>
        </p:sp>
        <p:sp>
          <p:nvSpPr>
            <p:cNvPr id="80" name="Text Box 29">
              <a:extLst>
                <a:ext uri="{FF2B5EF4-FFF2-40B4-BE49-F238E27FC236}">
                  <a16:creationId xmlns:a16="http://schemas.microsoft.com/office/drawing/2014/main" id="{AF9B9CE7-1ED3-4E77-9F4E-84692BF58772}"/>
                </a:ext>
              </a:extLst>
            </p:cNvPr>
            <p:cNvSpPr txBox="1">
              <a:spLocks noChangeArrowheads="1"/>
            </p:cNvSpPr>
            <p:nvPr/>
          </p:nvSpPr>
          <p:spPr bwMode="auto">
            <a:xfrm>
              <a:off x="3763" y="2029"/>
              <a:ext cx="336" cy="383"/>
            </a:xfrm>
            <a:prstGeom prst="rect">
              <a:avLst/>
            </a:prstGeom>
            <a:solidFill>
              <a:schemeClr val="bg1">
                <a:lumMod val="65000"/>
              </a:schemeClr>
            </a:solidFill>
            <a:ln w="9525" cap="flat" cmpd="sng" algn="ctr">
              <a:solidFill>
                <a:schemeClr val="tx1"/>
              </a:solidFill>
              <a:prstDash val="solid"/>
              <a:headEnd/>
              <a:tailEnd/>
            </a:ln>
            <a:effectLst>
              <a:outerShdw blurRad="63500" dist="25400" dir="5400000" rotWithShape="0">
                <a:srgbClr val="000000">
                  <a:alpha val="43137"/>
                </a:srgbClr>
              </a:outerShdw>
            </a:effectLst>
          </p:spPr>
          <p:txBody>
            <a:bodyPr wrap="none" anchor="ctr">
              <a:scene3d>
                <a:camera prst="orthographicFront"/>
                <a:lightRig rig="soft" dir="tl">
                  <a:rot lat="0" lon="0" rev="0"/>
                </a:lightRig>
              </a:scene3d>
              <a:sp3d contourW="25400" prstMaterial="matte">
                <a:bevelT w="25400" h="55880" prst="artDeco"/>
                <a:contourClr>
                  <a:schemeClr val="accent2">
                    <a:tint val="20000"/>
                  </a:schemeClr>
                </a:contourClr>
              </a:sp3d>
            </a:bodyPr>
            <a:lstStyle>
              <a:defPPr>
                <a:defRPr lang="es-CO"/>
              </a:defPPr>
              <a:lvl1pPr algn="ctr" fontAlgn="base">
                <a:spcBef>
                  <a:spcPct val="0"/>
                </a:spcBef>
                <a:spcAft>
                  <a:spcPct val="0"/>
                </a:spcAft>
                <a:defRPr sz="3600" b="1" kern="0" spc="50">
                  <a:ln w="11430"/>
                  <a:effectLst>
                    <a:outerShdw blurRad="76200" dist="50800" dir="5400000" algn="tl" rotWithShape="0">
                      <a:srgbClr val="000000">
                        <a:alpha val="65000"/>
                      </a:srgbClr>
                    </a:outerShdw>
                  </a:effectLst>
                  <a:latin typeface="Arial Narrow" pitchFamily="34" charset="0"/>
                </a:defRPr>
              </a:lvl1pPr>
            </a:lstStyle>
            <a:p>
              <a:r>
                <a:rPr lang="es-MX" dirty="0"/>
                <a:t>9</a:t>
              </a:r>
              <a:endParaRPr lang="es-ES" dirty="0"/>
            </a:p>
          </p:txBody>
        </p:sp>
      </p:grpSp>
      <p:grpSp>
        <p:nvGrpSpPr>
          <p:cNvPr id="81" name="Group 30">
            <a:extLst>
              <a:ext uri="{FF2B5EF4-FFF2-40B4-BE49-F238E27FC236}">
                <a16:creationId xmlns:a16="http://schemas.microsoft.com/office/drawing/2014/main" id="{649DF3A6-6661-4FF6-91D2-135472860F1A}"/>
              </a:ext>
            </a:extLst>
          </p:cNvPr>
          <p:cNvGrpSpPr>
            <a:grpSpLocks/>
          </p:cNvGrpSpPr>
          <p:nvPr/>
        </p:nvGrpSpPr>
        <p:grpSpPr bwMode="auto">
          <a:xfrm>
            <a:off x="8290649" y="2368838"/>
            <a:ext cx="1231901" cy="608013"/>
            <a:chOff x="3323" y="1604"/>
            <a:chExt cx="776" cy="383"/>
          </a:xfrm>
          <a:solidFill>
            <a:schemeClr val="bg1">
              <a:lumMod val="85000"/>
            </a:schemeClr>
          </a:solidFill>
        </p:grpSpPr>
        <p:sp>
          <p:nvSpPr>
            <p:cNvPr id="82" name="Text Box 31">
              <a:extLst>
                <a:ext uri="{FF2B5EF4-FFF2-40B4-BE49-F238E27FC236}">
                  <a16:creationId xmlns:a16="http://schemas.microsoft.com/office/drawing/2014/main" id="{5269B1A8-B7A3-4EC8-841B-92B353AFE9B8}"/>
                </a:ext>
              </a:extLst>
            </p:cNvPr>
            <p:cNvSpPr txBox="1">
              <a:spLocks noChangeArrowheads="1"/>
            </p:cNvSpPr>
            <p:nvPr/>
          </p:nvSpPr>
          <p:spPr bwMode="auto">
            <a:xfrm>
              <a:off x="3323" y="1604"/>
              <a:ext cx="336" cy="383"/>
            </a:xfrm>
            <a:prstGeom prst="rect">
              <a:avLst/>
            </a:prstGeom>
            <a:solidFill>
              <a:schemeClr val="bg1">
                <a:lumMod val="65000"/>
              </a:schemeClr>
            </a:solidFill>
            <a:ln w="9525" cap="flat" cmpd="sng" algn="ctr">
              <a:solidFill>
                <a:schemeClr val="tx1"/>
              </a:solidFill>
              <a:prstDash val="solid"/>
              <a:headEnd/>
              <a:tailEnd/>
            </a:ln>
            <a:effectLst>
              <a:outerShdw blurRad="63500" dist="25400" dir="5400000" rotWithShape="0">
                <a:srgbClr val="000000">
                  <a:alpha val="43137"/>
                </a:srgbClr>
              </a:outerShdw>
            </a:effectLst>
          </p:spPr>
          <p:txBody>
            <a:bodyPr wrap="none" anchor="ctr">
              <a:scene3d>
                <a:camera prst="orthographicFront"/>
                <a:lightRig rig="soft" dir="tl">
                  <a:rot lat="0" lon="0" rev="0"/>
                </a:lightRig>
              </a:scene3d>
              <a:sp3d contourW="25400" prstMaterial="matte">
                <a:bevelT w="25400" h="55880" prst="artDeco"/>
                <a:contourClr>
                  <a:schemeClr val="accent2">
                    <a:tint val="20000"/>
                  </a:schemeClr>
                </a:contourClr>
              </a:sp3d>
            </a:bodyPr>
            <a:lstStyle>
              <a:defPPr>
                <a:defRPr lang="es-CO"/>
              </a:defPPr>
              <a:lvl1pPr algn="ctr" fontAlgn="base">
                <a:spcBef>
                  <a:spcPct val="0"/>
                </a:spcBef>
                <a:spcAft>
                  <a:spcPct val="0"/>
                </a:spcAft>
                <a:defRPr sz="3600" b="1" kern="0" spc="50">
                  <a:ln w="11430"/>
                  <a:effectLst>
                    <a:outerShdw blurRad="76200" dist="50800" dir="5400000" algn="tl" rotWithShape="0">
                      <a:srgbClr val="000000">
                        <a:alpha val="65000"/>
                      </a:srgbClr>
                    </a:outerShdw>
                  </a:effectLst>
                  <a:latin typeface="Arial Narrow" pitchFamily="34" charset="0"/>
                </a:defRPr>
              </a:lvl1pPr>
            </a:lstStyle>
            <a:p>
              <a:r>
                <a:rPr lang="es-MX" dirty="0"/>
                <a:t>6</a:t>
              </a:r>
              <a:endParaRPr lang="es-ES" dirty="0"/>
            </a:p>
          </p:txBody>
        </p:sp>
        <p:sp>
          <p:nvSpPr>
            <p:cNvPr id="83" name="Text Box 32">
              <a:extLst>
                <a:ext uri="{FF2B5EF4-FFF2-40B4-BE49-F238E27FC236}">
                  <a16:creationId xmlns:a16="http://schemas.microsoft.com/office/drawing/2014/main" id="{3EAB956D-DBDE-4077-B0F3-57EB851278EB}"/>
                </a:ext>
              </a:extLst>
            </p:cNvPr>
            <p:cNvSpPr txBox="1">
              <a:spLocks noChangeArrowheads="1"/>
            </p:cNvSpPr>
            <p:nvPr/>
          </p:nvSpPr>
          <p:spPr bwMode="auto">
            <a:xfrm>
              <a:off x="3763" y="1604"/>
              <a:ext cx="336" cy="383"/>
            </a:xfrm>
            <a:prstGeom prst="rect">
              <a:avLst/>
            </a:prstGeom>
            <a:solidFill>
              <a:schemeClr val="bg1">
                <a:lumMod val="65000"/>
              </a:schemeClr>
            </a:solidFill>
            <a:ln w="9525" cap="flat" cmpd="sng" algn="ctr">
              <a:solidFill>
                <a:schemeClr val="tx1"/>
              </a:solidFill>
              <a:prstDash val="solid"/>
              <a:headEnd/>
              <a:tailEnd/>
            </a:ln>
            <a:effectLst>
              <a:outerShdw blurRad="63500" dist="25400" dir="5400000" rotWithShape="0">
                <a:srgbClr val="000000">
                  <a:alpha val="43137"/>
                </a:srgbClr>
              </a:outerShdw>
            </a:effectLst>
          </p:spPr>
          <p:txBody>
            <a:bodyPr wrap="none" anchor="ctr">
              <a:scene3d>
                <a:camera prst="orthographicFront"/>
                <a:lightRig rig="soft" dir="tl">
                  <a:rot lat="0" lon="0" rev="0"/>
                </a:lightRig>
              </a:scene3d>
              <a:sp3d contourW="25400" prstMaterial="matte">
                <a:bevelT w="25400" h="55880" prst="artDeco"/>
                <a:contourClr>
                  <a:schemeClr val="accent2">
                    <a:tint val="20000"/>
                  </a:schemeClr>
                </a:contourClr>
              </a:sp3d>
            </a:bodyPr>
            <a:lstStyle>
              <a:defPPr>
                <a:defRPr lang="es-CO"/>
              </a:defPPr>
              <a:lvl1pPr algn="ctr" fontAlgn="base">
                <a:spcBef>
                  <a:spcPct val="0"/>
                </a:spcBef>
                <a:spcAft>
                  <a:spcPct val="0"/>
                </a:spcAft>
                <a:defRPr sz="3600" b="1" kern="0" spc="50">
                  <a:ln w="11430"/>
                  <a:effectLst>
                    <a:outerShdw blurRad="76200" dist="50800" dir="5400000" algn="tl" rotWithShape="0">
                      <a:srgbClr val="000000">
                        <a:alpha val="65000"/>
                      </a:srgbClr>
                    </a:outerShdw>
                  </a:effectLst>
                  <a:latin typeface="Arial Narrow" pitchFamily="34" charset="0"/>
                </a:defRPr>
              </a:lvl1pPr>
            </a:lstStyle>
            <a:p>
              <a:r>
                <a:rPr lang="es-MX" dirty="0"/>
                <a:t>9</a:t>
              </a:r>
              <a:endParaRPr lang="es-ES" dirty="0"/>
            </a:p>
          </p:txBody>
        </p:sp>
      </p:grpSp>
      <p:grpSp>
        <p:nvGrpSpPr>
          <p:cNvPr id="84" name="Group 37">
            <a:extLst>
              <a:ext uri="{FF2B5EF4-FFF2-40B4-BE49-F238E27FC236}">
                <a16:creationId xmlns:a16="http://schemas.microsoft.com/office/drawing/2014/main" id="{8016331B-3788-451F-8143-5908CD48A73C}"/>
              </a:ext>
            </a:extLst>
          </p:cNvPr>
          <p:cNvGrpSpPr>
            <a:grpSpLocks/>
          </p:cNvGrpSpPr>
          <p:nvPr/>
        </p:nvGrpSpPr>
        <p:grpSpPr bwMode="auto">
          <a:xfrm>
            <a:off x="5818336" y="976536"/>
            <a:ext cx="4495800" cy="874713"/>
            <a:chOff x="2736" y="1623"/>
            <a:chExt cx="2832" cy="551"/>
          </a:xfrm>
          <a:solidFill>
            <a:schemeClr val="bg1">
              <a:lumMod val="85000"/>
            </a:schemeClr>
          </a:solidFill>
        </p:grpSpPr>
        <p:sp>
          <p:nvSpPr>
            <p:cNvPr id="85" name="Rectangle 38">
              <a:extLst>
                <a:ext uri="{FF2B5EF4-FFF2-40B4-BE49-F238E27FC236}">
                  <a16:creationId xmlns:a16="http://schemas.microsoft.com/office/drawing/2014/main" id="{51A27913-FB4D-4BB3-A7C1-5D22E58DA036}"/>
                </a:ext>
              </a:extLst>
            </p:cNvPr>
            <p:cNvSpPr>
              <a:spLocks noChangeArrowheads="1"/>
            </p:cNvSpPr>
            <p:nvPr/>
          </p:nvSpPr>
          <p:spPr bwMode="auto">
            <a:xfrm>
              <a:off x="3415" y="1623"/>
              <a:ext cx="431" cy="432"/>
            </a:xfrm>
            <a:prstGeom prst="rect">
              <a:avLst/>
            </a:prstGeom>
            <a:grpFill/>
            <a:ln w="38100">
              <a:solidFill>
                <a:schemeClr val="tx1"/>
              </a:solidFill>
              <a:miter lim="800000"/>
              <a:headEnd/>
              <a:tailEnd/>
            </a:ln>
          </p:spPr>
          <p:txBody>
            <a:bodyPr wrap="none" anchor="ctr"/>
            <a:lstStyle/>
            <a:p>
              <a:endParaRPr lang="es-ES" sz="3200">
                <a:latin typeface="Arial Narrow" pitchFamily="34" charset="0"/>
              </a:endParaRPr>
            </a:p>
          </p:txBody>
        </p:sp>
        <p:sp>
          <p:nvSpPr>
            <p:cNvPr id="86" name="Rectangle 39">
              <a:extLst>
                <a:ext uri="{FF2B5EF4-FFF2-40B4-BE49-F238E27FC236}">
                  <a16:creationId xmlns:a16="http://schemas.microsoft.com/office/drawing/2014/main" id="{F374B7FD-A92F-4F07-80ED-5A686A02825E}"/>
                </a:ext>
              </a:extLst>
            </p:cNvPr>
            <p:cNvSpPr>
              <a:spLocks noChangeArrowheads="1"/>
            </p:cNvSpPr>
            <p:nvPr/>
          </p:nvSpPr>
          <p:spPr bwMode="auto">
            <a:xfrm>
              <a:off x="3846" y="1623"/>
              <a:ext cx="430" cy="432"/>
            </a:xfrm>
            <a:prstGeom prst="rect">
              <a:avLst/>
            </a:prstGeom>
            <a:grpFill/>
            <a:ln w="38100">
              <a:solidFill>
                <a:schemeClr val="tx1"/>
              </a:solidFill>
              <a:miter lim="800000"/>
              <a:headEnd/>
              <a:tailEnd/>
            </a:ln>
          </p:spPr>
          <p:txBody>
            <a:bodyPr wrap="none" anchor="ctr"/>
            <a:lstStyle/>
            <a:p>
              <a:endParaRPr lang="es-ES" sz="3200">
                <a:latin typeface="Arial Narrow" pitchFamily="34" charset="0"/>
              </a:endParaRPr>
            </a:p>
          </p:txBody>
        </p:sp>
        <p:sp>
          <p:nvSpPr>
            <p:cNvPr id="87" name="Rectangle 40">
              <a:extLst>
                <a:ext uri="{FF2B5EF4-FFF2-40B4-BE49-F238E27FC236}">
                  <a16:creationId xmlns:a16="http://schemas.microsoft.com/office/drawing/2014/main" id="{36E2EAFE-461C-44A9-852A-CF40DBD38C38}"/>
                </a:ext>
              </a:extLst>
            </p:cNvPr>
            <p:cNvSpPr>
              <a:spLocks noChangeArrowheads="1"/>
            </p:cNvSpPr>
            <p:nvPr/>
          </p:nvSpPr>
          <p:spPr bwMode="auto">
            <a:xfrm>
              <a:off x="4276" y="1623"/>
              <a:ext cx="431" cy="432"/>
            </a:xfrm>
            <a:prstGeom prst="rect">
              <a:avLst/>
            </a:prstGeom>
            <a:grpFill/>
            <a:ln w="38100">
              <a:solidFill>
                <a:schemeClr val="tx1"/>
              </a:solidFill>
              <a:miter lim="800000"/>
              <a:headEnd/>
              <a:tailEnd/>
            </a:ln>
          </p:spPr>
          <p:txBody>
            <a:bodyPr wrap="none" anchor="ctr"/>
            <a:lstStyle/>
            <a:p>
              <a:endParaRPr lang="es-ES" sz="3200">
                <a:latin typeface="Arial Narrow" pitchFamily="34" charset="0"/>
              </a:endParaRPr>
            </a:p>
          </p:txBody>
        </p:sp>
        <p:sp>
          <p:nvSpPr>
            <p:cNvPr id="88" name="Rectangle 41">
              <a:extLst>
                <a:ext uri="{FF2B5EF4-FFF2-40B4-BE49-F238E27FC236}">
                  <a16:creationId xmlns:a16="http://schemas.microsoft.com/office/drawing/2014/main" id="{D20C603E-F380-4DAC-926B-E67695DF013D}"/>
                </a:ext>
              </a:extLst>
            </p:cNvPr>
            <p:cNvSpPr>
              <a:spLocks noChangeArrowheads="1"/>
            </p:cNvSpPr>
            <p:nvPr/>
          </p:nvSpPr>
          <p:spPr bwMode="auto">
            <a:xfrm>
              <a:off x="4707" y="1623"/>
              <a:ext cx="430" cy="432"/>
            </a:xfrm>
            <a:prstGeom prst="rect">
              <a:avLst/>
            </a:prstGeom>
            <a:grpFill/>
            <a:ln w="38100">
              <a:solidFill>
                <a:schemeClr val="tx1"/>
              </a:solidFill>
              <a:miter lim="800000"/>
              <a:headEnd/>
              <a:tailEnd/>
            </a:ln>
          </p:spPr>
          <p:txBody>
            <a:bodyPr wrap="none" anchor="ctr"/>
            <a:lstStyle/>
            <a:p>
              <a:endParaRPr lang="es-ES" sz="3200">
                <a:latin typeface="Arial Narrow" pitchFamily="34" charset="0"/>
              </a:endParaRPr>
            </a:p>
          </p:txBody>
        </p:sp>
        <p:sp>
          <p:nvSpPr>
            <p:cNvPr id="89" name="Rectangle 42">
              <a:extLst>
                <a:ext uri="{FF2B5EF4-FFF2-40B4-BE49-F238E27FC236}">
                  <a16:creationId xmlns:a16="http://schemas.microsoft.com/office/drawing/2014/main" id="{9DCF2563-B569-4D30-8360-7EAA879A8244}"/>
                </a:ext>
              </a:extLst>
            </p:cNvPr>
            <p:cNvSpPr>
              <a:spLocks noChangeArrowheads="1"/>
            </p:cNvSpPr>
            <p:nvPr/>
          </p:nvSpPr>
          <p:spPr bwMode="auto">
            <a:xfrm>
              <a:off x="5137" y="1623"/>
              <a:ext cx="431" cy="432"/>
            </a:xfrm>
            <a:prstGeom prst="rect">
              <a:avLst/>
            </a:prstGeom>
            <a:grpFill/>
            <a:ln w="38100">
              <a:solidFill>
                <a:schemeClr val="tx1"/>
              </a:solidFill>
              <a:miter lim="800000"/>
              <a:headEnd/>
              <a:tailEnd/>
            </a:ln>
          </p:spPr>
          <p:txBody>
            <a:bodyPr wrap="none" anchor="ctr"/>
            <a:lstStyle/>
            <a:p>
              <a:endParaRPr lang="es-ES" sz="3200">
                <a:latin typeface="Arial Narrow" pitchFamily="34" charset="0"/>
              </a:endParaRPr>
            </a:p>
          </p:txBody>
        </p:sp>
        <p:sp>
          <p:nvSpPr>
            <p:cNvPr id="90" name="Text Box 43">
              <a:extLst>
                <a:ext uri="{FF2B5EF4-FFF2-40B4-BE49-F238E27FC236}">
                  <a16:creationId xmlns:a16="http://schemas.microsoft.com/office/drawing/2014/main" id="{1D28A09A-7682-4B52-9D42-16424918D794}"/>
                </a:ext>
              </a:extLst>
            </p:cNvPr>
            <p:cNvSpPr txBox="1">
              <a:spLocks noChangeArrowheads="1"/>
            </p:cNvSpPr>
            <p:nvPr/>
          </p:nvSpPr>
          <p:spPr bwMode="auto">
            <a:xfrm>
              <a:off x="2736" y="1651"/>
              <a:ext cx="715" cy="523"/>
            </a:xfrm>
            <a:prstGeom prst="rect">
              <a:avLst/>
            </a:prstGeom>
            <a:noFill/>
            <a:ln w="9525">
              <a:noFill/>
              <a:miter lim="800000"/>
              <a:headEnd/>
              <a:tailEnd/>
            </a:ln>
          </p:spPr>
          <p:txBody>
            <a:bodyPr>
              <a:spAutoFit/>
            </a:bodyPr>
            <a:lstStyle/>
            <a:p>
              <a:pPr algn="l">
                <a:spcBef>
                  <a:spcPct val="50000"/>
                </a:spcBef>
              </a:pPr>
              <a:r>
                <a:rPr lang="es-MX" sz="3200" b="1" dirty="0">
                  <a:latin typeface="Arial Narrow" pitchFamily="34" charset="0"/>
                </a:rPr>
                <a:t>VEC</a:t>
              </a:r>
              <a:br>
                <a:rPr lang="es-MX" sz="3200" b="1" dirty="0">
                  <a:latin typeface="Arial Narrow" pitchFamily="34" charset="0"/>
                </a:rPr>
              </a:br>
              <a:r>
                <a:rPr lang="es-MX" sz="1600" b="1" dirty="0">
                  <a:latin typeface="Arial Narrow" pitchFamily="34" charset="0"/>
                </a:rPr>
                <a:t>1er. Pasón</a:t>
              </a:r>
              <a:endParaRPr lang="es-ES" sz="3200" b="1" dirty="0">
                <a:latin typeface="Arial Narrow" pitchFamily="34" charset="0"/>
              </a:endParaRPr>
            </a:p>
          </p:txBody>
        </p:sp>
        <p:sp>
          <p:nvSpPr>
            <p:cNvPr id="91" name="Rectangle 45">
              <a:extLst>
                <a:ext uri="{FF2B5EF4-FFF2-40B4-BE49-F238E27FC236}">
                  <a16:creationId xmlns:a16="http://schemas.microsoft.com/office/drawing/2014/main" id="{DA569615-0899-475C-92B5-AAC63A96B081}"/>
                </a:ext>
              </a:extLst>
            </p:cNvPr>
            <p:cNvSpPr>
              <a:spLocks noChangeArrowheads="1"/>
            </p:cNvSpPr>
            <p:nvPr/>
          </p:nvSpPr>
          <p:spPr bwMode="auto">
            <a:xfrm>
              <a:off x="5166" y="1644"/>
              <a:ext cx="361" cy="384"/>
            </a:xfrm>
            <a:prstGeom prst="rect">
              <a:avLst/>
            </a:prstGeom>
            <a:grpFill/>
            <a:ln w="9525" cap="flat" cmpd="sng" algn="ctr">
              <a:solidFill>
                <a:schemeClr val="tx1"/>
              </a:solidFill>
              <a:prstDash val="solid"/>
              <a:headEnd/>
              <a:tailEnd/>
            </a:ln>
            <a:effectLst>
              <a:outerShdw blurRad="63500" dist="25400" dir="5400000" rotWithShape="0">
                <a:srgbClr val="000000">
                  <a:alpha val="43137"/>
                </a:srgbClr>
              </a:outerShdw>
            </a:effectLst>
          </p:spPr>
          <p:txBody>
            <a:bodyPr wrap="none" anchor="ct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fontAlgn="base">
                <a:spcBef>
                  <a:spcPct val="0"/>
                </a:spcBef>
                <a:spcAft>
                  <a:spcPct val="0"/>
                </a:spcAft>
              </a:pPr>
              <a:r>
                <a:rPr lang="es-MX" sz="3600" b="1" kern="0" spc="50" dirty="0">
                  <a:ln w="11430"/>
                  <a:effectLst>
                    <a:outerShdw blurRad="76200" dist="50800" dir="5400000" algn="tl" rotWithShape="0">
                      <a:srgbClr val="000000">
                        <a:alpha val="65000"/>
                      </a:srgbClr>
                    </a:outerShdw>
                  </a:effectLst>
                  <a:latin typeface="Arial Narrow" pitchFamily="34" charset="0"/>
                </a:rPr>
                <a:t>10</a:t>
              </a:r>
              <a:endParaRPr lang="es-ES" sz="3600" b="1" kern="0" spc="50" dirty="0">
                <a:ln w="11430"/>
                <a:effectLst>
                  <a:outerShdw blurRad="76200" dist="50800" dir="5400000" algn="tl" rotWithShape="0">
                    <a:srgbClr val="000000">
                      <a:alpha val="65000"/>
                    </a:srgbClr>
                  </a:outerShdw>
                </a:effectLst>
                <a:latin typeface="Arial Narrow" pitchFamily="34" charset="0"/>
              </a:endParaRPr>
            </a:p>
          </p:txBody>
        </p:sp>
        <p:sp>
          <p:nvSpPr>
            <p:cNvPr id="92" name="Rectangle 46">
              <a:extLst>
                <a:ext uri="{FF2B5EF4-FFF2-40B4-BE49-F238E27FC236}">
                  <a16:creationId xmlns:a16="http://schemas.microsoft.com/office/drawing/2014/main" id="{9F12E98E-0244-42C5-B43A-900581860561}"/>
                </a:ext>
              </a:extLst>
            </p:cNvPr>
            <p:cNvSpPr>
              <a:spLocks noChangeArrowheads="1"/>
            </p:cNvSpPr>
            <p:nvPr/>
          </p:nvSpPr>
          <p:spPr bwMode="auto">
            <a:xfrm>
              <a:off x="4740" y="1644"/>
              <a:ext cx="361" cy="384"/>
            </a:xfrm>
            <a:prstGeom prst="rect">
              <a:avLst/>
            </a:prstGeom>
            <a:solidFill>
              <a:schemeClr val="bg1">
                <a:lumMod val="65000"/>
              </a:schemeClr>
            </a:solidFill>
            <a:ln w="9525" cap="flat" cmpd="sng" algn="ctr">
              <a:solidFill>
                <a:schemeClr val="tx1"/>
              </a:solidFill>
              <a:prstDash val="solid"/>
              <a:headEnd/>
              <a:tailEnd/>
            </a:ln>
            <a:effectLst>
              <a:outerShdw blurRad="63500" dist="25400" dir="5400000" rotWithShape="0">
                <a:srgbClr val="000000">
                  <a:alpha val="43137"/>
                </a:srgbClr>
              </a:outerShdw>
            </a:effectLst>
          </p:spPr>
          <p:txBody>
            <a:bodyPr wrap="none" anchor="ct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fontAlgn="base">
                <a:spcBef>
                  <a:spcPct val="0"/>
                </a:spcBef>
                <a:spcAft>
                  <a:spcPct val="0"/>
                </a:spcAft>
              </a:pPr>
              <a:r>
                <a:rPr lang="es-MX" sz="3600" b="1" kern="0" spc="50" dirty="0">
                  <a:ln w="11430"/>
                  <a:effectLst>
                    <a:outerShdw blurRad="76200" dist="50800" dir="5400000" algn="tl" rotWithShape="0">
                      <a:srgbClr val="000000">
                        <a:alpha val="65000"/>
                      </a:srgbClr>
                    </a:outerShdw>
                  </a:effectLst>
                  <a:latin typeface="Arial Narrow" pitchFamily="34" charset="0"/>
                </a:rPr>
                <a:t>6</a:t>
              </a:r>
              <a:endParaRPr lang="es-ES" sz="3600" b="1" kern="0" spc="50" dirty="0">
                <a:ln w="11430"/>
                <a:effectLst>
                  <a:outerShdw blurRad="76200" dist="50800" dir="5400000" algn="tl" rotWithShape="0">
                    <a:srgbClr val="000000">
                      <a:alpha val="65000"/>
                    </a:srgbClr>
                  </a:outerShdw>
                </a:effectLst>
                <a:latin typeface="Arial Narrow" pitchFamily="34" charset="0"/>
              </a:endParaRPr>
            </a:p>
          </p:txBody>
        </p:sp>
        <p:sp>
          <p:nvSpPr>
            <p:cNvPr id="93" name="Rectangle 47">
              <a:extLst>
                <a:ext uri="{FF2B5EF4-FFF2-40B4-BE49-F238E27FC236}">
                  <a16:creationId xmlns:a16="http://schemas.microsoft.com/office/drawing/2014/main" id="{56F7422E-E185-4BBA-8D35-3D408C758069}"/>
                </a:ext>
              </a:extLst>
            </p:cNvPr>
            <p:cNvSpPr>
              <a:spLocks noChangeArrowheads="1"/>
            </p:cNvSpPr>
            <p:nvPr/>
          </p:nvSpPr>
          <p:spPr bwMode="auto">
            <a:xfrm>
              <a:off x="4308" y="1644"/>
              <a:ext cx="361" cy="384"/>
            </a:xfrm>
            <a:prstGeom prst="rect">
              <a:avLst/>
            </a:prstGeom>
            <a:solidFill>
              <a:schemeClr val="bg1">
                <a:lumMod val="65000"/>
              </a:schemeClr>
            </a:solidFill>
            <a:ln w="9525" cap="flat" cmpd="sng" algn="ctr">
              <a:solidFill>
                <a:schemeClr val="tx1"/>
              </a:solidFill>
              <a:prstDash val="solid"/>
              <a:headEnd/>
              <a:tailEnd/>
            </a:ln>
            <a:effectLst>
              <a:outerShdw blurRad="63500" dist="25400" dir="5400000" rotWithShape="0">
                <a:srgbClr val="000000">
                  <a:alpha val="43137"/>
                </a:srgbClr>
              </a:outerShdw>
            </a:effectLst>
          </p:spPr>
          <p:txBody>
            <a:bodyPr wrap="none" anchor="ct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fontAlgn="base">
                <a:spcBef>
                  <a:spcPct val="0"/>
                </a:spcBef>
                <a:spcAft>
                  <a:spcPct val="0"/>
                </a:spcAft>
              </a:pPr>
              <a:r>
                <a:rPr lang="es-MX" sz="3600" b="1" kern="0" spc="50" dirty="0">
                  <a:ln w="11430"/>
                  <a:effectLst>
                    <a:outerShdw blurRad="76200" dist="50800" dir="5400000" algn="tl" rotWithShape="0">
                      <a:srgbClr val="000000">
                        <a:alpha val="65000"/>
                      </a:srgbClr>
                    </a:outerShdw>
                  </a:effectLst>
                  <a:latin typeface="Arial Narrow" pitchFamily="34" charset="0"/>
                </a:rPr>
                <a:t>7</a:t>
              </a:r>
              <a:endParaRPr lang="es-ES" sz="3600" b="1" kern="0" spc="50" dirty="0">
                <a:ln w="11430"/>
                <a:effectLst>
                  <a:outerShdw blurRad="76200" dist="50800" dir="5400000" algn="tl" rotWithShape="0">
                    <a:srgbClr val="000000">
                      <a:alpha val="65000"/>
                    </a:srgbClr>
                  </a:outerShdw>
                </a:effectLst>
                <a:latin typeface="Arial Narrow" pitchFamily="34" charset="0"/>
              </a:endParaRPr>
            </a:p>
          </p:txBody>
        </p:sp>
        <p:sp>
          <p:nvSpPr>
            <p:cNvPr id="94" name="Rectangle 48">
              <a:extLst>
                <a:ext uri="{FF2B5EF4-FFF2-40B4-BE49-F238E27FC236}">
                  <a16:creationId xmlns:a16="http://schemas.microsoft.com/office/drawing/2014/main" id="{27729BAA-7350-4C9D-9274-7375C39E7198}"/>
                </a:ext>
              </a:extLst>
            </p:cNvPr>
            <p:cNvSpPr>
              <a:spLocks noChangeArrowheads="1"/>
            </p:cNvSpPr>
            <p:nvPr/>
          </p:nvSpPr>
          <p:spPr bwMode="auto">
            <a:xfrm>
              <a:off x="3876" y="1644"/>
              <a:ext cx="361" cy="384"/>
            </a:xfrm>
            <a:prstGeom prst="rect">
              <a:avLst/>
            </a:prstGeom>
            <a:solidFill>
              <a:schemeClr val="bg1">
                <a:lumMod val="65000"/>
              </a:schemeClr>
            </a:solidFill>
            <a:ln w="9525" cap="flat" cmpd="sng" algn="ctr">
              <a:solidFill>
                <a:schemeClr val="tx1"/>
              </a:solidFill>
              <a:prstDash val="solid"/>
              <a:headEnd/>
              <a:tailEnd/>
            </a:ln>
            <a:effectLst>
              <a:outerShdw blurRad="63500" dist="25400" dir="5400000" rotWithShape="0">
                <a:srgbClr val="000000">
                  <a:alpha val="43137"/>
                </a:srgbClr>
              </a:outerShdw>
            </a:effectLst>
          </p:spPr>
          <p:txBody>
            <a:bodyPr wrap="none" anchor="ct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fontAlgn="base">
                <a:spcBef>
                  <a:spcPct val="0"/>
                </a:spcBef>
                <a:spcAft>
                  <a:spcPct val="0"/>
                </a:spcAft>
              </a:pPr>
              <a:r>
                <a:rPr lang="es-MX" sz="3600" b="1" kern="0" spc="50" dirty="0">
                  <a:ln w="11430"/>
                  <a:effectLst>
                    <a:outerShdw blurRad="76200" dist="50800" dir="5400000" algn="tl" rotWithShape="0">
                      <a:srgbClr val="000000">
                        <a:alpha val="65000"/>
                      </a:srgbClr>
                    </a:outerShdw>
                  </a:effectLst>
                  <a:latin typeface="Arial Narrow" pitchFamily="34" charset="0"/>
                </a:rPr>
                <a:t>8</a:t>
              </a:r>
              <a:endParaRPr lang="es-ES" sz="3600" b="1" kern="0" spc="50" dirty="0">
                <a:ln w="11430"/>
                <a:effectLst>
                  <a:outerShdw blurRad="76200" dist="50800" dir="5400000" algn="tl" rotWithShape="0">
                    <a:srgbClr val="000000">
                      <a:alpha val="65000"/>
                    </a:srgbClr>
                  </a:outerShdw>
                </a:effectLst>
                <a:latin typeface="Arial Narrow" pitchFamily="34" charset="0"/>
              </a:endParaRPr>
            </a:p>
          </p:txBody>
        </p:sp>
        <p:sp>
          <p:nvSpPr>
            <p:cNvPr id="95" name="Rectangle 49">
              <a:extLst>
                <a:ext uri="{FF2B5EF4-FFF2-40B4-BE49-F238E27FC236}">
                  <a16:creationId xmlns:a16="http://schemas.microsoft.com/office/drawing/2014/main" id="{73A4DCB7-67A1-445F-8ACD-EA4BF37B2DC6}"/>
                </a:ext>
              </a:extLst>
            </p:cNvPr>
            <p:cNvSpPr>
              <a:spLocks noChangeArrowheads="1"/>
            </p:cNvSpPr>
            <p:nvPr/>
          </p:nvSpPr>
          <p:spPr bwMode="auto">
            <a:xfrm>
              <a:off x="3448" y="1644"/>
              <a:ext cx="361" cy="384"/>
            </a:xfrm>
            <a:prstGeom prst="rect">
              <a:avLst/>
            </a:prstGeom>
            <a:solidFill>
              <a:schemeClr val="bg1">
                <a:lumMod val="65000"/>
              </a:schemeClr>
            </a:solidFill>
            <a:ln w="9525" cap="flat" cmpd="sng" algn="ctr">
              <a:solidFill>
                <a:schemeClr val="tx1"/>
              </a:solidFill>
              <a:prstDash val="solid"/>
              <a:headEnd/>
              <a:tailEnd/>
            </a:ln>
            <a:effectLst>
              <a:outerShdw blurRad="63500" dist="25400" dir="5400000" rotWithShape="0">
                <a:srgbClr val="000000">
                  <a:alpha val="43137"/>
                </a:srgbClr>
              </a:outerShdw>
            </a:effectLst>
          </p:spPr>
          <p:txBody>
            <a:bodyPr wrap="none" anchor="ct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fontAlgn="base">
                <a:spcBef>
                  <a:spcPct val="0"/>
                </a:spcBef>
                <a:spcAft>
                  <a:spcPct val="0"/>
                </a:spcAft>
              </a:pPr>
              <a:r>
                <a:rPr lang="es-MX" sz="3600" b="1" kern="0" spc="50" dirty="0">
                  <a:ln w="11430"/>
                  <a:effectLst>
                    <a:outerShdw blurRad="76200" dist="50800" dir="5400000" algn="tl" rotWithShape="0">
                      <a:srgbClr val="000000">
                        <a:alpha val="65000"/>
                      </a:srgbClr>
                    </a:outerShdw>
                  </a:effectLst>
                  <a:latin typeface="Arial Narrow" pitchFamily="34" charset="0"/>
                </a:rPr>
                <a:t>9</a:t>
              </a:r>
              <a:endParaRPr lang="es-ES" sz="3600" b="1" kern="0" spc="50" dirty="0">
                <a:ln w="11430"/>
                <a:effectLst>
                  <a:outerShdw blurRad="76200" dist="50800" dir="5400000" algn="tl" rotWithShape="0">
                    <a:srgbClr val="000000">
                      <a:alpha val="65000"/>
                    </a:srgbClr>
                  </a:outerShdw>
                </a:effectLst>
                <a:latin typeface="Arial Narrow" pitchFamily="34" charset="0"/>
              </a:endParaRPr>
            </a:p>
          </p:txBody>
        </p:sp>
      </p:grpSp>
      <p:grpSp>
        <p:nvGrpSpPr>
          <p:cNvPr id="96" name="Group 37">
            <a:extLst>
              <a:ext uri="{FF2B5EF4-FFF2-40B4-BE49-F238E27FC236}">
                <a16:creationId xmlns:a16="http://schemas.microsoft.com/office/drawing/2014/main" id="{8180B7F9-6CE6-4E72-A754-7DED2E4ACE46}"/>
              </a:ext>
            </a:extLst>
          </p:cNvPr>
          <p:cNvGrpSpPr>
            <a:grpSpLocks/>
          </p:cNvGrpSpPr>
          <p:nvPr/>
        </p:nvGrpSpPr>
        <p:grpSpPr bwMode="auto">
          <a:xfrm>
            <a:off x="3705374" y="5361050"/>
            <a:ext cx="4495800" cy="1162051"/>
            <a:chOff x="2736" y="1623"/>
            <a:chExt cx="2832" cy="732"/>
          </a:xfrm>
          <a:solidFill>
            <a:schemeClr val="bg1">
              <a:lumMod val="85000"/>
            </a:schemeClr>
          </a:solidFill>
        </p:grpSpPr>
        <p:sp>
          <p:nvSpPr>
            <p:cNvPr id="97" name="Rectangle 38">
              <a:extLst>
                <a:ext uri="{FF2B5EF4-FFF2-40B4-BE49-F238E27FC236}">
                  <a16:creationId xmlns:a16="http://schemas.microsoft.com/office/drawing/2014/main" id="{25F02E44-B95A-40B9-BE8E-DB17407F696E}"/>
                </a:ext>
              </a:extLst>
            </p:cNvPr>
            <p:cNvSpPr>
              <a:spLocks noChangeArrowheads="1"/>
            </p:cNvSpPr>
            <p:nvPr/>
          </p:nvSpPr>
          <p:spPr bwMode="auto">
            <a:xfrm>
              <a:off x="3415" y="1623"/>
              <a:ext cx="431" cy="432"/>
            </a:xfrm>
            <a:prstGeom prst="rect">
              <a:avLst/>
            </a:prstGeom>
            <a:grpFill/>
            <a:ln w="38100">
              <a:solidFill>
                <a:schemeClr val="tx1"/>
              </a:solidFill>
              <a:miter lim="800000"/>
              <a:headEnd/>
              <a:tailEnd/>
            </a:ln>
          </p:spPr>
          <p:txBody>
            <a:bodyPr wrap="none" anchor="ctr"/>
            <a:lstStyle/>
            <a:p>
              <a:endParaRPr lang="es-ES" sz="3200">
                <a:latin typeface="Arial Narrow" pitchFamily="34" charset="0"/>
              </a:endParaRPr>
            </a:p>
          </p:txBody>
        </p:sp>
        <p:sp>
          <p:nvSpPr>
            <p:cNvPr id="98" name="Rectangle 39">
              <a:extLst>
                <a:ext uri="{FF2B5EF4-FFF2-40B4-BE49-F238E27FC236}">
                  <a16:creationId xmlns:a16="http://schemas.microsoft.com/office/drawing/2014/main" id="{48767F02-FF0C-4F60-81E3-14F44DC3EC90}"/>
                </a:ext>
              </a:extLst>
            </p:cNvPr>
            <p:cNvSpPr>
              <a:spLocks noChangeArrowheads="1"/>
            </p:cNvSpPr>
            <p:nvPr/>
          </p:nvSpPr>
          <p:spPr bwMode="auto">
            <a:xfrm>
              <a:off x="3846" y="1623"/>
              <a:ext cx="430" cy="432"/>
            </a:xfrm>
            <a:prstGeom prst="rect">
              <a:avLst/>
            </a:prstGeom>
            <a:grpFill/>
            <a:ln w="38100">
              <a:solidFill>
                <a:schemeClr val="tx1"/>
              </a:solidFill>
              <a:miter lim="800000"/>
              <a:headEnd/>
              <a:tailEnd/>
            </a:ln>
          </p:spPr>
          <p:txBody>
            <a:bodyPr wrap="none" anchor="ctr"/>
            <a:lstStyle/>
            <a:p>
              <a:endParaRPr lang="es-ES" sz="3200">
                <a:latin typeface="Arial Narrow" pitchFamily="34" charset="0"/>
              </a:endParaRPr>
            </a:p>
          </p:txBody>
        </p:sp>
        <p:sp>
          <p:nvSpPr>
            <p:cNvPr id="99" name="Rectangle 40">
              <a:extLst>
                <a:ext uri="{FF2B5EF4-FFF2-40B4-BE49-F238E27FC236}">
                  <a16:creationId xmlns:a16="http://schemas.microsoft.com/office/drawing/2014/main" id="{5C155236-F467-4D8C-8933-EAE9AC5633D5}"/>
                </a:ext>
              </a:extLst>
            </p:cNvPr>
            <p:cNvSpPr>
              <a:spLocks noChangeArrowheads="1"/>
            </p:cNvSpPr>
            <p:nvPr/>
          </p:nvSpPr>
          <p:spPr bwMode="auto">
            <a:xfrm>
              <a:off x="4276" y="1623"/>
              <a:ext cx="431" cy="432"/>
            </a:xfrm>
            <a:prstGeom prst="rect">
              <a:avLst/>
            </a:prstGeom>
            <a:grpFill/>
            <a:ln w="38100">
              <a:solidFill>
                <a:schemeClr val="tx1"/>
              </a:solidFill>
              <a:miter lim="800000"/>
              <a:headEnd/>
              <a:tailEnd/>
            </a:ln>
          </p:spPr>
          <p:txBody>
            <a:bodyPr wrap="none" anchor="ctr"/>
            <a:lstStyle/>
            <a:p>
              <a:endParaRPr lang="es-ES" sz="3200">
                <a:latin typeface="Arial Narrow" pitchFamily="34" charset="0"/>
              </a:endParaRPr>
            </a:p>
          </p:txBody>
        </p:sp>
        <p:sp>
          <p:nvSpPr>
            <p:cNvPr id="100" name="Rectangle 41">
              <a:extLst>
                <a:ext uri="{FF2B5EF4-FFF2-40B4-BE49-F238E27FC236}">
                  <a16:creationId xmlns:a16="http://schemas.microsoft.com/office/drawing/2014/main" id="{6314E415-C9B2-4EF1-9FC6-C3D788B2566D}"/>
                </a:ext>
              </a:extLst>
            </p:cNvPr>
            <p:cNvSpPr>
              <a:spLocks noChangeArrowheads="1"/>
            </p:cNvSpPr>
            <p:nvPr/>
          </p:nvSpPr>
          <p:spPr bwMode="auto">
            <a:xfrm>
              <a:off x="4707" y="1623"/>
              <a:ext cx="430" cy="432"/>
            </a:xfrm>
            <a:prstGeom prst="rect">
              <a:avLst/>
            </a:prstGeom>
            <a:grpFill/>
            <a:ln w="38100">
              <a:solidFill>
                <a:schemeClr val="tx1"/>
              </a:solidFill>
              <a:miter lim="800000"/>
              <a:headEnd/>
              <a:tailEnd/>
            </a:ln>
          </p:spPr>
          <p:txBody>
            <a:bodyPr wrap="none" anchor="ctr"/>
            <a:lstStyle/>
            <a:p>
              <a:endParaRPr lang="es-ES" sz="3200">
                <a:latin typeface="Arial Narrow" pitchFamily="34" charset="0"/>
              </a:endParaRPr>
            </a:p>
          </p:txBody>
        </p:sp>
        <p:sp>
          <p:nvSpPr>
            <p:cNvPr id="101" name="Rectangle 42">
              <a:extLst>
                <a:ext uri="{FF2B5EF4-FFF2-40B4-BE49-F238E27FC236}">
                  <a16:creationId xmlns:a16="http://schemas.microsoft.com/office/drawing/2014/main" id="{3B9A9C57-F191-4AAB-9A23-2B95EBE050A9}"/>
                </a:ext>
              </a:extLst>
            </p:cNvPr>
            <p:cNvSpPr>
              <a:spLocks noChangeArrowheads="1"/>
            </p:cNvSpPr>
            <p:nvPr/>
          </p:nvSpPr>
          <p:spPr bwMode="auto">
            <a:xfrm>
              <a:off x="5137" y="1623"/>
              <a:ext cx="431" cy="432"/>
            </a:xfrm>
            <a:prstGeom prst="rect">
              <a:avLst/>
            </a:prstGeom>
            <a:grpFill/>
            <a:ln w="38100">
              <a:solidFill>
                <a:schemeClr val="tx1"/>
              </a:solidFill>
              <a:miter lim="800000"/>
              <a:headEnd/>
              <a:tailEnd/>
            </a:ln>
          </p:spPr>
          <p:txBody>
            <a:bodyPr wrap="none" anchor="ctr"/>
            <a:lstStyle/>
            <a:p>
              <a:endParaRPr lang="es-ES" sz="3200">
                <a:latin typeface="Arial Narrow" pitchFamily="34" charset="0"/>
              </a:endParaRPr>
            </a:p>
          </p:txBody>
        </p:sp>
        <p:sp>
          <p:nvSpPr>
            <p:cNvPr id="102" name="Text Box 43">
              <a:extLst>
                <a:ext uri="{FF2B5EF4-FFF2-40B4-BE49-F238E27FC236}">
                  <a16:creationId xmlns:a16="http://schemas.microsoft.com/office/drawing/2014/main" id="{5D499289-9017-4CD9-AC85-768D837075B5}"/>
                </a:ext>
              </a:extLst>
            </p:cNvPr>
            <p:cNvSpPr txBox="1">
              <a:spLocks noChangeArrowheads="1"/>
            </p:cNvSpPr>
            <p:nvPr/>
          </p:nvSpPr>
          <p:spPr bwMode="auto">
            <a:xfrm>
              <a:off x="2736" y="1651"/>
              <a:ext cx="715" cy="365"/>
            </a:xfrm>
            <a:prstGeom prst="rect">
              <a:avLst/>
            </a:prstGeom>
            <a:noFill/>
            <a:ln w="9525">
              <a:noFill/>
              <a:miter lim="800000"/>
              <a:headEnd/>
              <a:tailEnd/>
            </a:ln>
          </p:spPr>
          <p:txBody>
            <a:bodyPr>
              <a:spAutoFit/>
            </a:bodyPr>
            <a:lstStyle/>
            <a:p>
              <a:pPr algn="l">
                <a:spcBef>
                  <a:spcPct val="50000"/>
                </a:spcBef>
              </a:pPr>
              <a:r>
                <a:rPr lang="es-MX" sz="3200" b="1">
                  <a:latin typeface="Arial Narrow" pitchFamily="34" charset="0"/>
                </a:rPr>
                <a:t>VEC</a:t>
              </a:r>
              <a:endParaRPr lang="es-ES" sz="3200" b="1">
                <a:latin typeface="Arial Narrow" pitchFamily="34" charset="0"/>
              </a:endParaRPr>
            </a:p>
          </p:txBody>
        </p:sp>
        <p:sp>
          <p:nvSpPr>
            <p:cNvPr id="103" name="Text Box 44">
              <a:extLst>
                <a:ext uri="{FF2B5EF4-FFF2-40B4-BE49-F238E27FC236}">
                  <a16:creationId xmlns:a16="http://schemas.microsoft.com/office/drawing/2014/main" id="{2B89C7BE-5191-4599-9A47-578608B432BA}"/>
                </a:ext>
              </a:extLst>
            </p:cNvPr>
            <p:cNvSpPr txBox="1">
              <a:spLocks noChangeArrowheads="1"/>
            </p:cNvSpPr>
            <p:nvPr/>
          </p:nvSpPr>
          <p:spPr bwMode="auto">
            <a:xfrm>
              <a:off x="3451" y="2064"/>
              <a:ext cx="2114" cy="291"/>
            </a:xfrm>
            <a:prstGeom prst="rect">
              <a:avLst/>
            </a:prstGeom>
            <a:noFill/>
            <a:ln w="9525">
              <a:noFill/>
              <a:miter lim="800000"/>
              <a:headEnd/>
              <a:tailEnd/>
            </a:ln>
          </p:spPr>
          <p:txBody>
            <a:bodyPr>
              <a:spAutoFit/>
            </a:bodyPr>
            <a:lstStyle/>
            <a:p>
              <a:pPr algn="l">
                <a:spcBef>
                  <a:spcPct val="50000"/>
                </a:spcBef>
              </a:pPr>
              <a:r>
                <a:rPr lang="es-MX" sz="2400" dirty="0">
                  <a:latin typeface="Arial Narrow" pitchFamily="34" charset="0"/>
                </a:rPr>
                <a:t>  0       1        2        3        4</a:t>
              </a:r>
              <a:endParaRPr lang="es-ES" sz="2400" dirty="0">
                <a:latin typeface="Arial Narrow" pitchFamily="34" charset="0"/>
              </a:endParaRPr>
            </a:p>
          </p:txBody>
        </p:sp>
        <p:sp>
          <p:nvSpPr>
            <p:cNvPr id="104" name="Rectangle 45">
              <a:extLst>
                <a:ext uri="{FF2B5EF4-FFF2-40B4-BE49-F238E27FC236}">
                  <a16:creationId xmlns:a16="http://schemas.microsoft.com/office/drawing/2014/main" id="{81525372-735F-4E5C-BA6E-9856B53C7808}"/>
                </a:ext>
              </a:extLst>
            </p:cNvPr>
            <p:cNvSpPr>
              <a:spLocks noChangeArrowheads="1"/>
            </p:cNvSpPr>
            <p:nvPr/>
          </p:nvSpPr>
          <p:spPr bwMode="auto">
            <a:xfrm>
              <a:off x="5166" y="1644"/>
              <a:ext cx="361" cy="384"/>
            </a:xfrm>
            <a:prstGeom prst="rect">
              <a:avLst/>
            </a:prstGeom>
            <a:grpFill/>
            <a:ln w="9525" cap="flat" cmpd="sng" algn="ctr">
              <a:solidFill>
                <a:schemeClr val="tx1"/>
              </a:solidFill>
              <a:prstDash val="solid"/>
              <a:headEnd/>
              <a:tailEnd/>
            </a:ln>
            <a:effectLst>
              <a:outerShdw blurRad="63500" dist="25400" dir="5400000" rotWithShape="0">
                <a:srgbClr val="000000">
                  <a:alpha val="43137"/>
                </a:srgbClr>
              </a:outerShdw>
            </a:effectLst>
          </p:spPr>
          <p:txBody>
            <a:bodyPr wrap="none" anchor="ct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fontAlgn="base">
                <a:spcBef>
                  <a:spcPct val="0"/>
                </a:spcBef>
                <a:spcAft>
                  <a:spcPct val="0"/>
                </a:spcAft>
              </a:pPr>
              <a:r>
                <a:rPr lang="es-MX" sz="3600" b="1" kern="0" spc="50" dirty="0">
                  <a:ln w="11430"/>
                  <a:effectLst>
                    <a:outerShdw blurRad="76200" dist="50800" dir="5400000" algn="tl" rotWithShape="0">
                      <a:srgbClr val="000000">
                        <a:alpha val="65000"/>
                      </a:srgbClr>
                    </a:outerShdw>
                  </a:effectLst>
                  <a:latin typeface="Arial Narrow" pitchFamily="34" charset="0"/>
                </a:rPr>
                <a:t>10</a:t>
              </a:r>
              <a:endParaRPr lang="es-ES" sz="3600" b="1" kern="0" spc="50" dirty="0">
                <a:ln w="11430"/>
                <a:effectLst>
                  <a:outerShdw blurRad="76200" dist="50800" dir="5400000" algn="tl" rotWithShape="0">
                    <a:srgbClr val="000000">
                      <a:alpha val="65000"/>
                    </a:srgbClr>
                  </a:outerShdw>
                </a:effectLst>
                <a:latin typeface="Arial Narrow" pitchFamily="34" charset="0"/>
              </a:endParaRPr>
            </a:p>
          </p:txBody>
        </p:sp>
        <p:sp>
          <p:nvSpPr>
            <p:cNvPr id="105" name="Rectangle 46">
              <a:extLst>
                <a:ext uri="{FF2B5EF4-FFF2-40B4-BE49-F238E27FC236}">
                  <a16:creationId xmlns:a16="http://schemas.microsoft.com/office/drawing/2014/main" id="{6AE998C0-E21A-4140-95B3-D11519AC5ECA}"/>
                </a:ext>
              </a:extLst>
            </p:cNvPr>
            <p:cNvSpPr>
              <a:spLocks noChangeArrowheads="1"/>
            </p:cNvSpPr>
            <p:nvPr/>
          </p:nvSpPr>
          <p:spPr bwMode="auto">
            <a:xfrm>
              <a:off x="4740" y="1644"/>
              <a:ext cx="361" cy="384"/>
            </a:xfrm>
            <a:prstGeom prst="rect">
              <a:avLst/>
            </a:prstGeom>
            <a:grpFill/>
            <a:ln w="9525" cap="flat" cmpd="sng" algn="ctr">
              <a:solidFill>
                <a:schemeClr val="tx1"/>
              </a:solidFill>
              <a:prstDash val="solid"/>
              <a:headEnd/>
              <a:tailEnd/>
            </a:ln>
            <a:effectLst>
              <a:outerShdw blurRad="63500" dist="25400" dir="5400000" rotWithShape="0">
                <a:srgbClr val="000000">
                  <a:alpha val="43137"/>
                </a:srgbClr>
              </a:outerShdw>
            </a:effectLst>
          </p:spPr>
          <p:txBody>
            <a:bodyPr wrap="none" anchor="ct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fontAlgn="base">
                <a:spcBef>
                  <a:spcPct val="0"/>
                </a:spcBef>
                <a:spcAft>
                  <a:spcPct val="0"/>
                </a:spcAft>
              </a:pPr>
              <a:r>
                <a:rPr lang="es-MX" sz="3600" b="1" kern="0" spc="50" dirty="0">
                  <a:ln w="11430"/>
                  <a:effectLst>
                    <a:outerShdw blurRad="76200" dist="50800" dir="5400000" algn="tl" rotWithShape="0">
                      <a:srgbClr val="000000">
                        <a:alpha val="65000"/>
                      </a:srgbClr>
                    </a:outerShdw>
                  </a:effectLst>
                  <a:latin typeface="Arial Narrow" pitchFamily="34" charset="0"/>
                </a:rPr>
                <a:t>9</a:t>
              </a:r>
              <a:endParaRPr lang="es-ES" sz="3600" b="1" kern="0" spc="50" dirty="0">
                <a:ln w="11430"/>
                <a:effectLst>
                  <a:outerShdw blurRad="76200" dist="50800" dir="5400000" algn="tl" rotWithShape="0">
                    <a:srgbClr val="000000">
                      <a:alpha val="65000"/>
                    </a:srgbClr>
                  </a:outerShdw>
                </a:effectLst>
                <a:latin typeface="Arial Narrow" pitchFamily="34" charset="0"/>
              </a:endParaRPr>
            </a:p>
          </p:txBody>
        </p:sp>
        <p:sp>
          <p:nvSpPr>
            <p:cNvPr id="106" name="Rectangle 47">
              <a:extLst>
                <a:ext uri="{FF2B5EF4-FFF2-40B4-BE49-F238E27FC236}">
                  <a16:creationId xmlns:a16="http://schemas.microsoft.com/office/drawing/2014/main" id="{96857D48-9A19-481D-AB6B-08514A5E6D7F}"/>
                </a:ext>
              </a:extLst>
            </p:cNvPr>
            <p:cNvSpPr>
              <a:spLocks noChangeArrowheads="1"/>
            </p:cNvSpPr>
            <p:nvPr/>
          </p:nvSpPr>
          <p:spPr bwMode="auto">
            <a:xfrm>
              <a:off x="4308" y="1644"/>
              <a:ext cx="361" cy="384"/>
            </a:xfrm>
            <a:prstGeom prst="rect">
              <a:avLst/>
            </a:prstGeom>
            <a:solidFill>
              <a:schemeClr val="bg1">
                <a:lumMod val="65000"/>
              </a:schemeClr>
            </a:solidFill>
            <a:ln w="9525" cap="flat" cmpd="sng" algn="ctr">
              <a:solidFill>
                <a:schemeClr val="tx1"/>
              </a:solidFill>
              <a:prstDash val="solid"/>
              <a:headEnd/>
              <a:tailEnd/>
            </a:ln>
            <a:effectLst>
              <a:outerShdw blurRad="63500" dist="25400" dir="5400000" rotWithShape="0">
                <a:srgbClr val="000000">
                  <a:alpha val="43137"/>
                </a:srgbClr>
              </a:outerShdw>
            </a:effectLst>
          </p:spPr>
          <p:txBody>
            <a:bodyPr wrap="none" anchor="ct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fontAlgn="base">
                <a:spcBef>
                  <a:spcPct val="0"/>
                </a:spcBef>
                <a:spcAft>
                  <a:spcPct val="0"/>
                </a:spcAft>
              </a:pPr>
              <a:r>
                <a:rPr lang="es-MX" sz="3600" b="1" kern="0" spc="50" dirty="0">
                  <a:ln w="11430"/>
                  <a:effectLst>
                    <a:outerShdw blurRad="76200" dist="50800" dir="5400000" algn="tl" rotWithShape="0">
                      <a:srgbClr val="000000">
                        <a:alpha val="65000"/>
                      </a:srgbClr>
                    </a:outerShdw>
                  </a:effectLst>
                  <a:latin typeface="Arial Narrow" pitchFamily="34" charset="0"/>
                </a:rPr>
                <a:t>6</a:t>
              </a:r>
              <a:endParaRPr lang="es-ES" sz="3600" b="1" kern="0" spc="50" dirty="0">
                <a:ln w="11430"/>
                <a:effectLst>
                  <a:outerShdw blurRad="76200" dist="50800" dir="5400000" algn="tl" rotWithShape="0">
                    <a:srgbClr val="000000">
                      <a:alpha val="65000"/>
                    </a:srgbClr>
                  </a:outerShdw>
                </a:effectLst>
                <a:latin typeface="Arial Narrow" pitchFamily="34" charset="0"/>
              </a:endParaRPr>
            </a:p>
          </p:txBody>
        </p:sp>
        <p:sp>
          <p:nvSpPr>
            <p:cNvPr id="107" name="Rectangle 48">
              <a:extLst>
                <a:ext uri="{FF2B5EF4-FFF2-40B4-BE49-F238E27FC236}">
                  <a16:creationId xmlns:a16="http://schemas.microsoft.com/office/drawing/2014/main" id="{31648CF6-3D1C-414F-8FE5-AADEE81D9E92}"/>
                </a:ext>
              </a:extLst>
            </p:cNvPr>
            <p:cNvSpPr>
              <a:spLocks noChangeArrowheads="1"/>
            </p:cNvSpPr>
            <p:nvPr/>
          </p:nvSpPr>
          <p:spPr bwMode="auto">
            <a:xfrm>
              <a:off x="3876" y="1644"/>
              <a:ext cx="361" cy="384"/>
            </a:xfrm>
            <a:prstGeom prst="rect">
              <a:avLst/>
            </a:prstGeom>
            <a:solidFill>
              <a:schemeClr val="bg1">
                <a:lumMod val="65000"/>
              </a:schemeClr>
            </a:solidFill>
            <a:ln w="9525" cap="flat" cmpd="sng" algn="ctr">
              <a:solidFill>
                <a:schemeClr val="tx1"/>
              </a:solidFill>
              <a:prstDash val="solid"/>
              <a:headEnd/>
              <a:tailEnd/>
            </a:ln>
            <a:effectLst>
              <a:outerShdw blurRad="63500" dist="25400" dir="5400000" rotWithShape="0">
                <a:srgbClr val="000000">
                  <a:alpha val="43137"/>
                </a:srgbClr>
              </a:outerShdw>
            </a:effectLst>
          </p:spPr>
          <p:txBody>
            <a:bodyPr wrap="none" anchor="ct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fontAlgn="base">
                <a:spcBef>
                  <a:spcPct val="0"/>
                </a:spcBef>
                <a:spcAft>
                  <a:spcPct val="0"/>
                </a:spcAft>
              </a:pPr>
              <a:r>
                <a:rPr lang="es-MX" sz="3600" b="1" kern="0" spc="50" dirty="0">
                  <a:ln w="11430"/>
                  <a:effectLst>
                    <a:outerShdw blurRad="76200" dist="50800" dir="5400000" algn="tl" rotWithShape="0">
                      <a:srgbClr val="000000">
                        <a:alpha val="65000"/>
                      </a:srgbClr>
                    </a:outerShdw>
                  </a:effectLst>
                  <a:latin typeface="Arial Narrow" pitchFamily="34" charset="0"/>
                </a:rPr>
                <a:t>7</a:t>
              </a:r>
              <a:endParaRPr lang="es-ES" sz="3600" b="1" kern="0" spc="50" dirty="0">
                <a:ln w="11430"/>
                <a:effectLst>
                  <a:outerShdw blurRad="76200" dist="50800" dir="5400000" algn="tl" rotWithShape="0">
                    <a:srgbClr val="000000">
                      <a:alpha val="65000"/>
                    </a:srgbClr>
                  </a:outerShdw>
                </a:effectLst>
                <a:latin typeface="Arial Narrow" pitchFamily="34" charset="0"/>
              </a:endParaRPr>
            </a:p>
          </p:txBody>
        </p:sp>
        <p:sp>
          <p:nvSpPr>
            <p:cNvPr id="108" name="Rectangle 49">
              <a:extLst>
                <a:ext uri="{FF2B5EF4-FFF2-40B4-BE49-F238E27FC236}">
                  <a16:creationId xmlns:a16="http://schemas.microsoft.com/office/drawing/2014/main" id="{F8FC139B-DD2A-4294-850C-C806D01F2664}"/>
                </a:ext>
              </a:extLst>
            </p:cNvPr>
            <p:cNvSpPr>
              <a:spLocks noChangeArrowheads="1"/>
            </p:cNvSpPr>
            <p:nvPr/>
          </p:nvSpPr>
          <p:spPr bwMode="auto">
            <a:xfrm>
              <a:off x="3448" y="1644"/>
              <a:ext cx="361" cy="384"/>
            </a:xfrm>
            <a:prstGeom prst="rect">
              <a:avLst/>
            </a:prstGeom>
            <a:solidFill>
              <a:schemeClr val="bg1">
                <a:lumMod val="65000"/>
              </a:schemeClr>
            </a:solidFill>
            <a:ln w="9525" cap="flat" cmpd="sng" algn="ctr">
              <a:solidFill>
                <a:schemeClr val="tx1"/>
              </a:solidFill>
              <a:prstDash val="solid"/>
              <a:headEnd/>
              <a:tailEnd/>
            </a:ln>
            <a:effectLst>
              <a:outerShdw blurRad="63500" dist="25400" dir="5400000" rotWithShape="0">
                <a:srgbClr val="000000">
                  <a:alpha val="43137"/>
                </a:srgbClr>
              </a:outerShdw>
            </a:effectLst>
          </p:spPr>
          <p:txBody>
            <a:bodyPr wrap="none" anchor="ct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fontAlgn="base">
                <a:spcBef>
                  <a:spcPct val="0"/>
                </a:spcBef>
                <a:spcAft>
                  <a:spcPct val="0"/>
                </a:spcAft>
              </a:pPr>
              <a:r>
                <a:rPr lang="es-MX" sz="3600" b="1" kern="0" spc="50" dirty="0">
                  <a:ln w="11430"/>
                  <a:effectLst>
                    <a:outerShdw blurRad="76200" dist="50800" dir="5400000" algn="tl" rotWithShape="0">
                      <a:srgbClr val="000000">
                        <a:alpha val="65000"/>
                      </a:srgbClr>
                    </a:outerShdw>
                  </a:effectLst>
                  <a:latin typeface="Arial Narrow" pitchFamily="34" charset="0"/>
                </a:rPr>
                <a:t>8</a:t>
              </a:r>
              <a:endParaRPr lang="es-ES" sz="3600" b="1" kern="0" spc="50" dirty="0">
                <a:ln w="11430"/>
                <a:effectLst>
                  <a:outerShdw blurRad="76200" dist="50800" dir="5400000" algn="tl" rotWithShape="0">
                    <a:srgbClr val="000000">
                      <a:alpha val="65000"/>
                    </a:srgbClr>
                  </a:outerShdw>
                </a:effectLst>
                <a:latin typeface="Arial Narrow" pitchFamily="34" charset="0"/>
              </a:endParaRPr>
            </a:p>
          </p:txBody>
        </p:sp>
      </p:grpSp>
    </p:spTree>
    <p:extLst>
      <p:ext uri="{BB962C8B-B14F-4D97-AF65-F5344CB8AC3E}">
        <p14:creationId xmlns:p14="http://schemas.microsoft.com/office/powerpoint/2010/main" val="13360982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1000"/>
                            </p:stCondLst>
                            <p:childTnLst>
                              <p:par>
                                <p:cTn id="5" presetID="1" presetClass="entr" presetSubtype="0" fill="hold" nodeType="afterEffect">
                                  <p:stCondLst>
                                    <p:cond delay="250"/>
                                  </p:stCondLst>
                                  <p:childTnLst>
                                    <p:set>
                                      <p:cBhvr>
                                        <p:cTn id="6" dur="1" fill="hold">
                                          <p:stCondLst>
                                            <p:cond delay="499"/>
                                          </p:stCondLst>
                                        </p:cTn>
                                        <p:tgtEl>
                                          <p:spTgt spid="84"/>
                                        </p:tgtEl>
                                        <p:attrNameLst>
                                          <p:attrName>style.visibility</p:attrName>
                                        </p:attrNameLst>
                                      </p:cBhvr>
                                      <p:to>
                                        <p:strVal val="visible"/>
                                      </p:to>
                                    </p:set>
                                  </p:childTnLst>
                                </p:cTn>
                              </p:par>
                            </p:childTnLst>
                          </p:cTn>
                        </p:par>
                        <p:par>
                          <p:cTn id="7" fill="hold">
                            <p:stCondLst>
                              <p:cond delay="1750"/>
                            </p:stCondLst>
                            <p:childTnLst>
                              <p:par>
                                <p:cTn id="8" presetID="1" presetClass="entr" presetSubtype="0" fill="hold" nodeType="afterEffect">
                                  <p:stCondLst>
                                    <p:cond delay="250"/>
                                  </p:stCondLst>
                                  <p:childTnLst>
                                    <p:set>
                                      <p:cBhvr>
                                        <p:cTn id="9" dur="1" fill="hold">
                                          <p:stCondLst>
                                            <p:cond delay="499"/>
                                          </p:stCondLst>
                                        </p:cTn>
                                        <p:tgtEl>
                                          <p:spTgt spid="54"/>
                                        </p:tgtEl>
                                        <p:attrNameLst>
                                          <p:attrName>style.visibility</p:attrName>
                                        </p:attrNameLst>
                                      </p:cBhvr>
                                      <p:to>
                                        <p:strVal val="visible"/>
                                      </p:to>
                                    </p:set>
                                  </p:childTnLst>
                                </p:cTn>
                              </p:par>
                            </p:childTnLst>
                          </p:cTn>
                        </p:par>
                        <p:par>
                          <p:cTn id="10" fill="hold">
                            <p:stCondLst>
                              <p:cond delay="2500"/>
                            </p:stCondLst>
                            <p:childTnLst>
                              <p:par>
                                <p:cTn id="11" presetID="2" presetClass="entr" presetSubtype="8" fill="hold" grpId="0" nodeType="afterEffect">
                                  <p:stCondLst>
                                    <p:cond delay="250"/>
                                  </p:stCondLst>
                                  <p:childTnLst>
                                    <p:set>
                                      <p:cBhvr>
                                        <p:cTn id="12" dur="1" fill="hold">
                                          <p:stCondLst>
                                            <p:cond delay="0"/>
                                          </p:stCondLst>
                                        </p:cTn>
                                        <p:tgtEl>
                                          <p:spTgt spid="67"/>
                                        </p:tgtEl>
                                        <p:attrNameLst>
                                          <p:attrName>style.visibility</p:attrName>
                                        </p:attrNameLst>
                                      </p:cBhvr>
                                      <p:to>
                                        <p:strVal val="visible"/>
                                      </p:to>
                                    </p:set>
                                    <p:anim calcmode="lin" valueType="num">
                                      <p:cBhvr additive="base">
                                        <p:cTn id="13" dur="500" fill="hold"/>
                                        <p:tgtEl>
                                          <p:spTgt spid="67"/>
                                        </p:tgtEl>
                                        <p:attrNameLst>
                                          <p:attrName>ppt_x</p:attrName>
                                        </p:attrNameLst>
                                      </p:cBhvr>
                                      <p:tavLst>
                                        <p:tav tm="0">
                                          <p:val>
                                            <p:strVal val="0-#ppt_w/2"/>
                                          </p:val>
                                        </p:tav>
                                        <p:tav tm="100000">
                                          <p:val>
                                            <p:strVal val="#ppt_x"/>
                                          </p:val>
                                        </p:tav>
                                      </p:tavLst>
                                    </p:anim>
                                    <p:anim calcmode="lin" valueType="num">
                                      <p:cBhvr additive="base">
                                        <p:cTn id="14" dur="500" fill="hold"/>
                                        <p:tgtEl>
                                          <p:spTgt spid="67"/>
                                        </p:tgtEl>
                                        <p:attrNameLst>
                                          <p:attrName>ppt_y</p:attrName>
                                        </p:attrNameLst>
                                      </p:cBhvr>
                                      <p:tavLst>
                                        <p:tav tm="0">
                                          <p:val>
                                            <p:strVal val="#ppt_y"/>
                                          </p:val>
                                        </p:tav>
                                        <p:tav tm="100000">
                                          <p:val>
                                            <p:strVal val="#ppt_y"/>
                                          </p:val>
                                        </p:tav>
                                      </p:tavLst>
                                    </p:anim>
                                  </p:childTnLst>
                                </p:cTn>
                              </p:par>
                            </p:childTnLst>
                          </p:cTn>
                        </p:par>
                        <p:par>
                          <p:cTn id="15" fill="hold">
                            <p:stCondLst>
                              <p:cond delay="3250"/>
                            </p:stCondLst>
                            <p:childTnLst>
                              <p:par>
                                <p:cTn id="16" presetID="23" presetClass="entr" presetSubtype="16" fill="hold" nodeType="afterEffect">
                                  <p:stCondLst>
                                    <p:cond delay="0"/>
                                  </p:stCondLst>
                                  <p:childTnLst>
                                    <p:set>
                                      <p:cBhvr>
                                        <p:cTn id="17" dur="1" fill="hold">
                                          <p:stCondLst>
                                            <p:cond delay="0"/>
                                          </p:stCondLst>
                                        </p:cTn>
                                        <p:tgtEl>
                                          <p:spTgt spid="68"/>
                                        </p:tgtEl>
                                        <p:attrNameLst>
                                          <p:attrName>style.visibility</p:attrName>
                                        </p:attrNameLst>
                                      </p:cBhvr>
                                      <p:to>
                                        <p:strVal val="visible"/>
                                      </p:to>
                                    </p:set>
                                    <p:anim calcmode="lin" valueType="num">
                                      <p:cBhvr>
                                        <p:cTn id="18" dur="500" fill="hold"/>
                                        <p:tgtEl>
                                          <p:spTgt spid="68"/>
                                        </p:tgtEl>
                                        <p:attrNameLst>
                                          <p:attrName>ppt_w</p:attrName>
                                        </p:attrNameLst>
                                      </p:cBhvr>
                                      <p:tavLst>
                                        <p:tav tm="0">
                                          <p:val>
                                            <p:fltVal val="0"/>
                                          </p:val>
                                        </p:tav>
                                        <p:tav tm="100000">
                                          <p:val>
                                            <p:strVal val="#ppt_w"/>
                                          </p:val>
                                        </p:tav>
                                      </p:tavLst>
                                    </p:anim>
                                    <p:anim calcmode="lin" valueType="num">
                                      <p:cBhvr>
                                        <p:cTn id="19" dur="500" fill="hold"/>
                                        <p:tgtEl>
                                          <p:spTgt spid="68"/>
                                        </p:tgtEl>
                                        <p:attrNameLst>
                                          <p:attrName>ppt_h</p:attrName>
                                        </p:attrNameLst>
                                      </p:cBhvr>
                                      <p:tavLst>
                                        <p:tav tm="0">
                                          <p:val>
                                            <p:fltVal val="0"/>
                                          </p:val>
                                        </p:tav>
                                        <p:tav tm="100000">
                                          <p:val>
                                            <p:strVal val="#ppt_h"/>
                                          </p:val>
                                        </p:tav>
                                      </p:tavLst>
                                    </p:anim>
                                  </p:childTnLst>
                                  <p:subTnLst>
                                    <p:set>
                                      <p:cBhvr override="childStyle">
                                        <p:cTn dur="1" fill="hold" display="0" masterRel="nextClick" afterEffect="1"/>
                                        <p:tgtEl>
                                          <p:spTgt spid="68"/>
                                        </p:tgtEl>
                                        <p:attrNameLst>
                                          <p:attrName>style.visibility</p:attrName>
                                        </p:attrNameLst>
                                      </p:cBhvr>
                                      <p:to>
                                        <p:strVal val="hidden"/>
                                      </p:to>
                                    </p:set>
                                  </p:subTnLst>
                                </p:cTn>
                              </p:par>
                            </p:childTnLst>
                          </p:cTn>
                        </p:par>
                      </p:childTnLst>
                    </p:cTn>
                  </p:par>
                  <p:par>
                    <p:cTn id="20" fill="hold">
                      <p:stCondLst>
                        <p:cond delay="indefinite"/>
                      </p:stCondLst>
                      <p:childTnLst>
                        <p:par>
                          <p:cTn id="21" fill="hold">
                            <p:stCondLst>
                              <p:cond delay="0"/>
                            </p:stCondLst>
                            <p:childTnLst>
                              <p:par>
                                <p:cTn id="22" presetID="19" presetClass="entr" presetSubtype="10" fill="hold" nodeType="clickEffect">
                                  <p:stCondLst>
                                    <p:cond delay="0"/>
                                  </p:stCondLst>
                                  <p:childTnLst>
                                    <p:set>
                                      <p:cBhvr>
                                        <p:cTn id="23" dur="1" fill="hold">
                                          <p:stCondLst>
                                            <p:cond delay="0"/>
                                          </p:stCondLst>
                                        </p:cTn>
                                        <p:tgtEl>
                                          <p:spTgt spid="75"/>
                                        </p:tgtEl>
                                        <p:attrNameLst>
                                          <p:attrName>style.visibility</p:attrName>
                                        </p:attrNameLst>
                                      </p:cBhvr>
                                      <p:to>
                                        <p:strVal val="visible"/>
                                      </p:to>
                                    </p:set>
                                    <p:anim calcmode="lin" valueType="num">
                                      <p:cBhvr>
                                        <p:cTn id="24" dur="5000" fill="hold"/>
                                        <p:tgtEl>
                                          <p:spTgt spid="75"/>
                                        </p:tgtEl>
                                        <p:attrNameLst>
                                          <p:attrName>ppt_w</p:attrName>
                                        </p:attrNameLst>
                                      </p:cBhvr>
                                      <p:tavLst>
                                        <p:tav tm="0" fmla="#ppt_w*sin(2.5*pi*$)">
                                          <p:val>
                                            <p:fltVal val="0"/>
                                          </p:val>
                                        </p:tav>
                                        <p:tav tm="100000">
                                          <p:val>
                                            <p:fltVal val="1"/>
                                          </p:val>
                                        </p:tav>
                                      </p:tavLst>
                                    </p:anim>
                                    <p:anim calcmode="lin" valueType="num">
                                      <p:cBhvr>
                                        <p:cTn id="25" dur="5000" fill="hold"/>
                                        <p:tgtEl>
                                          <p:spTgt spid="75"/>
                                        </p:tgtEl>
                                        <p:attrNameLst>
                                          <p:attrName>ppt_h</p:attrName>
                                        </p:attrNameLst>
                                      </p:cBhvr>
                                      <p:tavLst>
                                        <p:tav tm="0">
                                          <p:val>
                                            <p:strVal val="#ppt_h"/>
                                          </p:val>
                                        </p:tav>
                                        <p:tav tm="100000">
                                          <p:val>
                                            <p:strVal val="#ppt_h"/>
                                          </p:val>
                                        </p:tav>
                                      </p:tavLst>
                                    </p:anim>
                                  </p:childTnLst>
                                </p:cTn>
                              </p:par>
                            </p:childTnLst>
                          </p:cTn>
                        </p:par>
                      </p:childTnLst>
                    </p:cTn>
                  </p:par>
                  <p:par>
                    <p:cTn id="26" fill="hold">
                      <p:stCondLst>
                        <p:cond delay="indefinite"/>
                      </p:stCondLst>
                      <p:childTnLst>
                        <p:par>
                          <p:cTn id="27" fill="hold">
                            <p:stCondLst>
                              <p:cond delay="0"/>
                            </p:stCondLst>
                            <p:childTnLst>
                              <p:par>
                                <p:cTn id="28" presetID="2" presetClass="entr" presetSubtype="8" fill="hold" grpId="0" nodeType="clickEffect">
                                  <p:stCondLst>
                                    <p:cond delay="0"/>
                                  </p:stCondLst>
                                  <p:childTnLst>
                                    <p:set>
                                      <p:cBhvr>
                                        <p:cTn id="29" dur="1" fill="hold">
                                          <p:stCondLst>
                                            <p:cond delay="0"/>
                                          </p:stCondLst>
                                        </p:cTn>
                                        <p:tgtEl>
                                          <p:spTgt spid="69"/>
                                        </p:tgtEl>
                                        <p:attrNameLst>
                                          <p:attrName>style.visibility</p:attrName>
                                        </p:attrNameLst>
                                      </p:cBhvr>
                                      <p:to>
                                        <p:strVal val="visible"/>
                                      </p:to>
                                    </p:set>
                                    <p:anim calcmode="lin" valueType="num">
                                      <p:cBhvr additive="base">
                                        <p:cTn id="30" dur="500" fill="hold"/>
                                        <p:tgtEl>
                                          <p:spTgt spid="69"/>
                                        </p:tgtEl>
                                        <p:attrNameLst>
                                          <p:attrName>ppt_x</p:attrName>
                                        </p:attrNameLst>
                                      </p:cBhvr>
                                      <p:tavLst>
                                        <p:tav tm="0">
                                          <p:val>
                                            <p:strVal val="0-#ppt_w/2"/>
                                          </p:val>
                                        </p:tav>
                                        <p:tav tm="100000">
                                          <p:val>
                                            <p:strVal val="#ppt_x"/>
                                          </p:val>
                                        </p:tav>
                                      </p:tavLst>
                                    </p:anim>
                                    <p:anim calcmode="lin" valueType="num">
                                      <p:cBhvr additive="base">
                                        <p:cTn id="31" dur="500" fill="hold"/>
                                        <p:tgtEl>
                                          <p:spTgt spid="69"/>
                                        </p:tgtEl>
                                        <p:attrNameLst>
                                          <p:attrName>ppt_y</p:attrName>
                                        </p:attrNameLst>
                                      </p:cBhvr>
                                      <p:tavLst>
                                        <p:tav tm="0">
                                          <p:val>
                                            <p:strVal val="#ppt_y"/>
                                          </p:val>
                                        </p:tav>
                                        <p:tav tm="100000">
                                          <p:val>
                                            <p:strVal val="#ppt_y"/>
                                          </p:val>
                                        </p:tav>
                                      </p:tavLst>
                                    </p:anim>
                                  </p:childTnLst>
                                </p:cTn>
                              </p:par>
                            </p:childTnLst>
                          </p:cTn>
                        </p:par>
                        <p:par>
                          <p:cTn id="32" fill="hold">
                            <p:stCondLst>
                              <p:cond delay="500"/>
                            </p:stCondLst>
                            <p:childTnLst>
                              <p:par>
                                <p:cTn id="33" presetID="23" presetClass="entr" presetSubtype="16" fill="hold" nodeType="afterEffect">
                                  <p:stCondLst>
                                    <p:cond delay="0"/>
                                  </p:stCondLst>
                                  <p:childTnLst>
                                    <p:set>
                                      <p:cBhvr>
                                        <p:cTn id="34" dur="1" fill="hold">
                                          <p:stCondLst>
                                            <p:cond delay="0"/>
                                          </p:stCondLst>
                                        </p:cTn>
                                        <p:tgtEl>
                                          <p:spTgt spid="70"/>
                                        </p:tgtEl>
                                        <p:attrNameLst>
                                          <p:attrName>style.visibility</p:attrName>
                                        </p:attrNameLst>
                                      </p:cBhvr>
                                      <p:to>
                                        <p:strVal val="visible"/>
                                      </p:to>
                                    </p:set>
                                    <p:anim calcmode="lin" valueType="num">
                                      <p:cBhvr>
                                        <p:cTn id="35" dur="500" fill="hold"/>
                                        <p:tgtEl>
                                          <p:spTgt spid="70"/>
                                        </p:tgtEl>
                                        <p:attrNameLst>
                                          <p:attrName>ppt_w</p:attrName>
                                        </p:attrNameLst>
                                      </p:cBhvr>
                                      <p:tavLst>
                                        <p:tav tm="0">
                                          <p:val>
                                            <p:fltVal val="0"/>
                                          </p:val>
                                        </p:tav>
                                        <p:tav tm="100000">
                                          <p:val>
                                            <p:strVal val="#ppt_w"/>
                                          </p:val>
                                        </p:tav>
                                      </p:tavLst>
                                    </p:anim>
                                    <p:anim calcmode="lin" valueType="num">
                                      <p:cBhvr>
                                        <p:cTn id="36" dur="500" fill="hold"/>
                                        <p:tgtEl>
                                          <p:spTgt spid="70"/>
                                        </p:tgtEl>
                                        <p:attrNameLst>
                                          <p:attrName>ppt_h</p:attrName>
                                        </p:attrNameLst>
                                      </p:cBhvr>
                                      <p:tavLst>
                                        <p:tav tm="0">
                                          <p:val>
                                            <p:fltVal val="0"/>
                                          </p:val>
                                        </p:tav>
                                        <p:tav tm="100000">
                                          <p:val>
                                            <p:strVal val="#ppt_h"/>
                                          </p:val>
                                        </p:tav>
                                      </p:tavLst>
                                    </p:anim>
                                  </p:childTnLst>
                                  <p:subTnLst>
                                    <p:set>
                                      <p:cBhvr override="childStyle">
                                        <p:cTn dur="1" fill="hold" display="0" masterRel="nextClick" afterEffect="1"/>
                                        <p:tgtEl>
                                          <p:spTgt spid="70"/>
                                        </p:tgtEl>
                                        <p:attrNameLst>
                                          <p:attrName>style.visibility</p:attrName>
                                        </p:attrNameLst>
                                      </p:cBhvr>
                                      <p:to>
                                        <p:strVal val="hidden"/>
                                      </p:to>
                                    </p:set>
                                  </p:subTnLst>
                                </p:cTn>
                              </p:par>
                            </p:childTnLst>
                          </p:cTn>
                        </p:par>
                      </p:childTnLst>
                    </p:cTn>
                  </p:par>
                  <p:par>
                    <p:cTn id="37" fill="hold">
                      <p:stCondLst>
                        <p:cond delay="indefinite"/>
                      </p:stCondLst>
                      <p:childTnLst>
                        <p:par>
                          <p:cTn id="38" fill="hold">
                            <p:stCondLst>
                              <p:cond delay="0"/>
                            </p:stCondLst>
                            <p:childTnLst>
                              <p:par>
                                <p:cTn id="39" presetID="19" presetClass="entr" presetSubtype="10" fill="hold" nodeType="clickEffect">
                                  <p:stCondLst>
                                    <p:cond delay="0"/>
                                  </p:stCondLst>
                                  <p:childTnLst>
                                    <p:set>
                                      <p:cBhvr>
                                        <p:cTn id="40" dur="1" fill="hold">
                                          <p:stCondLst>
                                            <p:cond delay="0"/>
                                          </p:stCondLst>
                                        </p:cTn>
                                        <p:tgtEl>
                                          <p:spTgt spid="78"/>
                                        </p:tgtEl>
                                        <p:attrNameLst>
                                          <p:attrName>style.visibility</p:attrName>
                                        </p:attrNameLst>
                                      </p:cBhvr>
                                      <p:to>
                                        <p:strVal val="visible"/>
                                      </p:to>
                                    </p:set>
                                    <p:anim calcmode="lin" valueType="num">
                                      <p:cBhvr>
                                        <p:cTn id="41" dur="5000" fill="hold"/>
                                        <p:tgtEl>
                                          <p:spTgt spid="78"/>
                                        </p:tgtEl>
                                        <p:attrNameLst>
                                          <p:attrName>ppt_w</p:attrName>
                                        </p:attrNameLst>
                                      </p:cBhvr>
                                      <p:tavLst>
                                        <p:tav tm="0" fmla="#ppt_w*sin(2.5*pi*$)">
                                          <p:val>
                                            <p:fltVal val="0"/>
                                          </p:val>
                                        </p:tav>
                                        <p:tav tm="100000">
                                          <p:val>
                                            <p:fltVal val="1"/>
                                          </p:val>
                                        </p:tav>
                                      </p:tavLst>
                                    </p:anim>
                                    <p:anim calcmode="lin" valueType="num">
                                      <p:cBhvr>
                                        <p:cTn id="42" dur="5000" fill="hold"/>
                                        <p:tgtEl>
                                          <p:spTgt spid="78"/>
                                        </p:tgtEl>
                                        <p:attrNameLst>
                                          <p:attrName>ppt_h</p:attrName>
                                        </p:attrNameLst>
                                      </p:cBhvr>
                                      <p:tavLst>
                                        <p:tav tm="0">
                                          <p:val>
                                            <p:strVal val="#ppt_h"/>
                                          </p:val>
                                        </p:tav>
                                        <p:tav tm="100000">
                                          <p:val>
                                            <p:strVal val="#ppt_h"/>
                                          </p:val>
                                        </p:tav>
                                      </p:tavLst>
                                    </p:anim>
                                  </p:childTnLst>
                                </p:cTn>
                              </p:par>
                            </p:childTnLst>
                          </p:cTn>
                        </p:par>
                      </p:childTnLst>
                    </p:cTn>
                  </p:par>
                  <p:par>
                    <p:cTn id="43" fill="hold">
                      <p:stCondLst>
                        <p:cond delay="indefinite"/>
                      </p:stCondLst>
                      <p:childTnLst>
                        <p:par>
                          <p:cTn id="44" fill="hold">
                            <p:stCondLst>
                              <p:cond delay="0"/>
                            </p:stCondLst>
                            <p:childTnLst>
                              <p:par>
                                <p:cTn id="45" presetID="2" presetClass="entr" presetSubtype="8" fill="hold" grpId="0" nodeType="clickEffect">
                                  <p:stCondLst>
                                    <p:cond delay="0"/>
                                  </p:stCondLst>
                                  <p:childTnLst>
                                    <p:set>
                                      <p:cBhvr>
                                        <p:cTn id="46" dur="1" fill="hold">
                                          <p:stCondLst>
                                            <p:cond delay="0"/>
                                          </p:stCondLst>
                                        </p:cTn>
                                        <p:tgtEl>
                                          <p:spTgt spid="71"/>
                                        </p:tgtEl>
                                        <p:attrNameLst>
                                          <p:attrName>style.visibility</p:attrName>
                                        </p:attrNameLst>
                                      </p:cBhvr>
                                      <p:to>
                                        <p:strVal val="visible"/>
                                      </p:to>
                                    </p:set>
                                    <p:anim calcmode="lin" valueType="num">
                                      <p:cBhvr additive="base">
                                        <p:cTn id="47" dur="500" fill="hold"/>
                                        <p:tgtEl>
                                          <p:spTgt spid="71"/>
                                        </p:tgtEl>
                                        <p:attrNameLst>
                                          <p:attrName>ppt_x</p:attrName>
                                        </p:attrNameLst>
                                      </p:cBhvr>
                                      <p:tavLst>
                                        <p:tav tm="0">
                                          <p:val>
                                            <p:strVal val="0-#ppt_w/2"/>
                                          </p:val>
                                        </p:tav>
                                        <p:tav tm="100000">
                                          <p:val>
                                            <p:strVal val="#ppt_x"/>
                                          </p:val>
                                        </p:tav>
                                      </p:tavLst>
                                    </p:anim>
                                    <p:anim calcmode="lin" valueType="num">
                                      <p:cBhvr additive="base">
                                        <p:cTn id="48" dur="500" fill="hold"/>
                                        <p:tgtEl>
                                          <p:spTgt spid="71"/>
                                        </p:tgtEl>
                                        <p:attrNameLst>
                                          <p:attrName>ppt_y</p:attrName>
                                        </p:attrNameLst>
                                      </p:cBhvr>
                                      <p:tavLst>
                                        <p:tav tm="0">
                                          <p:val>
                                            <p:strVal val="#ppt_y"/>
                                          </p:val>
                                        </p:tav>
                                        <p:tav tm="100000">
                                          <p:val>
                                            <p:strVal val="#ppt_y"/>
                                          </p:val>
                                        </p:tav>
                                      </p:tavLst>
                                    </p:anim>
                                  </p:childTnLst>
                                </p:cTn>
                              </p:par>
                            </p:childTnLst>
                          </p:cTn>
                        </p:par>
                        <p:par>
                          <p:cTn id="49" fill="hold">
                            <p:stCondLst>
                              <p:cond delay="500"/>
                            </p:stCondLst>
                            <p:childTnLst>
                              <p:par>
                                <p:cTn id="50" presetID="23" presetClass="entr" presetSubtype="16" fill="hold" nodeType="afterEffect">
                                  <p:stCondLst>
                                    <p:cond delay="0"/>
                                  </p:stCondLst>
                                  <p:childTnLst>
                                    <p:set>
                                      <p:cBhvr>
                                        <p:cTn id="51" dur="1" fill="hold">
                                          <p:stCondLst>
                                            <p:cond delay="0"/>
                                          </p:stCondLst>
                                        </p:cTn>
                                        <p:tgtEl>
                                          <p:spTgt spid="72"/>
                                        </p:tgtEl>
                                        <p:attrNameLst>
                                          <p:attrName>style.visibility</p:attrName>
                                        </p:attrNameLst>
                                      </p:cBhvr>
                                      <p:to>
                                        <p:strVal val="visible"/>
                                      </p:to>
                                    </p:set>
                                    <p:anim calcmode="lin" valueType="num">
                                      <p:cBhvr>
                                        <p:cTn id="52" dur="500" fill="hold"/>
                                        <p:tgtEl>
                                          <p:spTgt spid="72"/>
                                        </p:tgtEl>
                                        <p:attrNameLst>
                                          <p:attrName>ppt_w</p:attrName>
                                        </p:attrNameLst>
                                      </p:cBhvr>
                                      <p:tavLst>
                                        <p:tav tm="0">
                                          <p:val>
                                            <p:fltVal val="0"/>
                                          </p:val>
                                        </p:tav>
                                        <p:tav tm="100000">
                                          <p:val>
                                            <p:strVal val="#ppt_w"/>
                                          </p:val>
                                        </p:tav>
                                      </p:tavLst>
                                    </p:anim>
                                    <p:anim calcmode="lin" valueType="num">
                                      <p:cBhvr>
                                        <p:cTn id="53" dur="500" fill="hold"/>
                                        <p:tgtEl>
                                          <p:spTgt spid="72"/>
                                        </p:tgtEl>
                                        <p:attrNameLst>
                                          <p:attrName>ppt_h</p:attrName>
                                        </p:attrNameLst>
                                      </p:cBhvr>
                                      <p:tavLst>
                                        <p:tav tm="0">
                                          <p:val>
                                            <p:fltVal val="0"/>
                                          </p:val>
                                        </p:tav>
                                        <p:tav tm="100000">
                                          <p:val>
                                            <p:strVal val="#ppt_h"/>
                                          </p:val>
                                        </p:tav>
                                      </p:tavLst>
                                    </p:anim>
                                  </p:childTnLst>
                                  <p:subTnLst>
                                    <p:set>
                                      <p:cBhvr override="childStyle">
                                        <p:cTn dur="1" fill="hold" display="0" masterRel="nextClick" afterEffect="1"/>
                                        <p:tgtEl>
                                          <p:spTgt spid="72"/>
                                        </p:tgtEl>
                                        <p:attrNameLst>
                                          <p:attrName>style.visibility</p:attrName>
                                        </p:attrNameLst>
                                      </p:cBhvr>
                                      <p:to>
                                        <p:strVal val="hidden"/>
                                      </p:to>
                                    </p:set>
                                  </p:subTnLst>
                                </p:cTn>
                              </p:par>
                            </p:childTnLst>
                          </p:cTn>
                        </p:par>
                      </p:childTnLst>
                    </p:cTn>
                  </p:par>
                  <p:par>
                    <p:cTn id="54" fill="hold">
                      <p:stCondLst>
                        <p:cond delay="indefinite"/>
                      </p:stCondLst>
                      <p:childTnLst>
                        <p:par>
                          <p:cTn id="55" fill="hold">
                            <p:stCondLst>
                              <p:cond delay="0"/>
                            </p:stCondLst>
                            <p:childTnLst>
                              <p:par>
                                <p:cTn id="56" presetID="19" presetClass="entr" presetSubtype="10" fill="hold" nodeType="clickEffect">
                                  <p:stCondLst>
                                    <p:cond delay="0"/>
                                  </p:stCondLst>
                                  <p:childTnLst>
                                    <p:set>
                                      <p:cBhvr>
                                        <p:cTn id="57" dur="1" fill="hold">
                                          <p:stCondLst>
                                            <p:cond delay="0"/>
                                          </p:stCondLst>
                                        </p:cTn>
                                        <p:tgtEl>
                                          <p:spTgt spid="81"/>
                                        </p:tgtEl>
                                        <p:attrNameLst>
                                          <p:attrName>style.visibility</p:attrName>
                                        </p:attrNameLst>
                                      </p:cBhvr>
                                      <p:to>
                                        <p:strVal val="visible"/>
                                      </p:to>
                                    </p:set>
                                    <p:anim calcmode="lin" valueType="num">
                                      <p:cBhvr>
                                        <p:cTn id="58" dur="5000" fill="hold"/>
                                        <p:tgtEl>
                                          <p:spTgt spid="81"/>
                                        </p:tgtEl>
                                        <p:attrNameLst>
                                          <p:attrName>ppt_w</p:attrName>
                                        </p:attrNameLst>
                                      </p:cBhvr>
                                      <p:tavLst>
                                        <p:tav tm="0" fmla="#ppt_w*sin(2.5*pi*$)">
                                          <p:val>
                                            <p:fltVal val="0"/>
                                          </p:val>
                                        </p:tav>
                                        <p:tav tm="100000">
                                          <p:val>
                                            <p:fltVal val="1"/>
                                          </p:val>
                                        </p:tav>
                                      </p:tavLst>
                                    </p:anim>
                                    <p:anim calcmode="lin" valueType="num">
                                      <p:cBhvr>
                                        <p:cTn id="59" dur="5000" fill="hold"/>
                                        <p:tgtEl>
                                          <p:spTgt spid="81"/>
                                        </p:tgtEl>
                                        <p:attrNameLst>
                                          <p:attrName>ppt_h</p:attrName>
                                        </p:attrNameLst>
                                      </p:cBhvr>
                                      <p:tavLst>
                                        <p:tav tm="0">
                                          <p:val>
                                            <p:strVal val="#ppt_h"/>
                                          </p:val>
                                        </p:tav>
                                        <p:tav tm="100000">
                                          <p:val>
                                            <p:strVal val="#ppt_h"/>
                                          </p:val>
                                        </p:tav>
                                      </p:tavLst>
                                    </p:anim>
                                  </p:childTnLst>
                                </p:cTn>
                              </p:par>
                            </p:childTnLst>
                          </p:cTn>
                        </p:par>
                      </p:childTnLst>
                    </p:cTn>
                  </p:par>
                  <p:par>
                    <p:cTn id="60" fill="hold">
                      <p:stCondLst>
                        <p:cond delay="indefinite"/>
                      </p:stCondLst>
                      <p:childTnLst>
                        <p:par>
                          <p:cTn id="61" fill="hold">
                            <p:stCondLst>
                              <p:cond delay="0"/>
                            </p:stCondLst>
                            <p:childTnLst>
                              <p:par>
                                <p:cTn id="62" presetID="2" presetClass="entr" presetSubtype="8" fill="hold" grpId="0" nodeType="clickEffect">
                                  <p:stCondLst>
                                    <p:cond delay="0"/>
                                  </p:stCondLst>
                                  <p:childTnLst>
                                    <p:set>
                                      <p:cBhvr>
                                        <p:cTn id="63" dur="1" fill="hold">
                                          <p:stCondLst>
                                            <p:cond delay="0"/>
                                          </p:stCondLst>
                                        </p:cTn>
                                        <p:tgtEl>
                                          <p:spTgt spid="73"/>
                                        </p:tgtEl>
                                        <p:attrNameLst>
                                          <p:attrName>style.visibility</p:attrName>
                                        </p:attrNameLst>
                                      </p:cBhvr>
                                      <p:to>
                                        <p:strVal val="visible"/>
                                      </p:to>
                                    </p:set>
                                    <p:anim calcmode="lin" valueType="num">
                                      <p:cBhvr additive="base">
                                        <p:cTn id="64" dur="500" fill="hold"/>
                                        <p:tgtEl>
                                          <p:spTgt spid="73"/>
                                        </p:tgtEl>
                                        <p:attrNameLst>
                                          <p:attrName>ppt_x</p:attrName>
                                        </p:attrNameLst>
                                      </p:cBhvr>
                                      <p:tavLst>
                                        <p:tav tm="0">
                                          <p:val>
                                            <p:strVal val="0-#ppt_w/2"/>
                                          </p:val>
                                        </p:tav>
                                        <p:tav tm="100000">
                                          <p:val>
                                            <p:strVal val="#ppt_x"/>
                                          </p:val>
                                        </p:tav>
                                      </p:tavLst>
                                    </p:anim>
                                    <p:anim calcmode="lin" valueType="num">
                                      <p:cBhvr additive="base">
                                        <p:cTn id="65" dur="500" fill="hold"/>
                                        <p:tgtEl>
                                          <p:spTgt spid="73"/>
                                        </p:tgtEl>
                                        <p:attrNameLst>
                                          <p:attrName>ppt_y</p:attrName>
                                        </p:attrNameLst>
                                      </p:cBhvr>
                                      <p:tavLst>
                                        <p:tav tm="0">
                                          <p:val>
                                            <p:strVal val="#ppt_y"/>
                                          </p:val>
                                        </p:tav>
                                        <p:tav tm="100000">
                                          <p:val>
                                            <p:strVal val="#ppt_y"/>
                                          </p:val>
                                        </p:tav>
                                      </p:tavLst>
                                    </p:anim>
                                  </p:childTnLst>
                                </p:cTn>
                              </p:par>
                            </p:childTnLst>
                          </p:cTn>
                        </p:par>
                        <p:par>
                          <p:cTn id="66" fill="hold">
                            <p:stCondLst>
                              <p:cond delay="500"/>
                            </p:stCondLst>
                            <p:childTnLst>
                              <p:par>
                                <p:cTn id="67" presetID="22" presetClass="entr" presetSubtype="1" fill="hold" grpId="0" nodeType="afterEffect">
                                  <p:stCondLst>
                                    <p:cond delay="0"/>
                                  </p:stCondLst>
                                  <p:childTnLst>
                                    <p:set>
                                      <p:cBhvr>
                                        <p:cTn id="68" dur="1" fill="hold">
                                          <p:stCondLst>
                                            <p:cond delay="0"/>
                                          </p:stCondLst>
                                        </p:cTn>
                                        <p:tgtEl>
                                          <p:spTgt spid="7"/>
                                        </p:tgtEl>
                                        <p:attrNameLst>
                                          <p:attrName>style.visibility</p:attrName>
                                        </p:attrNameLst>
                                      </p:cBhvr>
                                      <p:to>
                                        <p:strVal val="visible"/>
                                      </p:to>
                                    </p:set>
                                    <p:animEffect transition="in" filter="wipe(up)">
                                      <p:cBhvr>
                                        <p:cTn id="69" dur="1000"/>
                                        <p:tgtEl>
                                          <p:spTgt spid="7"/>
                                        </p:tgtEl>
                                      </p:cBhvr>
                                    </p:animEffect>
                                  </p:childTnLst>
                                </p:cTn>
                              </p:par>
                            </p:childTnLst>
                          </p:cTn>
                        </p:par>
                        <p:par>
                          <p:cTn id="70" fill="hold">
                            <p:stCondLst>
                              <p:cond delay="1500"/>
                            </p:stCondLst>
                            <p:childTnLst>
                              <p:par>
                                <p:cTn id="71" presetID="23" presetClass="entr" presetSubtype="16" fill="hold" nodeType="afterEffect">
                                  <p:stCondLst>
                                    <p:cond delay="0"/>
                                  </p:stCondLst>
                                  <p:childTnLst>
                                    <p:set>
                                      <p:cBhvr>
                                        <p:cTn id="72" dur="1" fill="hold">
                                          <p:stCondLst>
                                            <p:cond delay="0"/>
                                          </p:stCondLst>
                                        </p:cTn>
                                        <p:tgtEl>
                                          <p:spTgt spid="74"/>
                                        </p:tgtEl>
                                        <p:attrNameLst>
                                          <p:attrName>style.visibility</p:attrName>
                                        </p:attrNameLst>
                                      </p:cBhvr>
                                      <p:to>
                                        <p:strVal val="visible"/>
                                      </p:to>
                                    </p:set>
                                    <p:anim calcmode="lin" valueType="num">
                                      <p:cBhvr>
                                        <p:cTn id="73" dur="500" fill="hold"/>
                                        <p:tgtEl>
                                          <p:spTgt spid="74"/>
                                        </p:tgtEl>
                                        <p:attrNameLst>
                                          <p:attrName>ppt_w</p:attrName>
                                        </p:attrNameLst>
                                      </p:cBhvr>
                                      <p:tavLst>
                                        <p:tav tm="0">
                                          <p:val>
                                            <p:fltVal val="0"/>
                                          </p:val>
                                        </p:tav>
                                        <p:tav tm="100000">
                                          <p:val>
                                            <p:strVal val="#ppt_w"/>
                                          </p:val>
                                        </p:tav>
                                      </p:tavLst>
                                    </p:anim>
                                    <p:anim calcmode="lin" valueType="num">
                                      <p:cBhvr>
                                        <p:cTn id="74" dur="500" fill="hold"/>
                                        <p:tgtEl>
                                          <p:spTgt spid="74"/>
                                        </p:tgtEl>
                                        <p:attrNameLst>
                                          <p:attrName>ppt_h</p:attrName>
                                        </p:attrNameLst>
                                      </p:cBhvr>
                                      <p:tavLst>
                                        <p:tav tm="0">
                                          <p:val>
                                            <p:fltVal val="0"/>
                                          </p:val>
                                        </p:tav>
                                        <p:tav tm="100000">
                                          <p:val>
                                            <p:strVal val="#ppt_h"/>
                                          </p:val>
                                        </p:tav>
                                      </p:tavLst>
                                    </p:anim>
                                  </p:childTnLst>
                                  <p:subTnLst>
                                    <p:set>
                                      <p:cBhvr override="childStyle">
                                        <p:cTn dur="1" fill="hold" display="0" masterRel="nextClick" afterEffect="1"/>
                                        <p:tgtEl>
                                          <p:spTgt spid="74"/>
                                        </p:tgtEl>
                                        <p:attrNameLst>
                                          <p:attrName>style.visibility</p:attrName>
                                        </p:attrNameLst>
                                      </p:cBhvr>
                                      <p:to>
                                        <p:strVal val="hidden"/>
                                      </p:to>
                                    </p:set>
                                  </p:subTnLst>
                                </p:cTn>
                              </p:par>
                            </p:childTnLst>
                          </p:cTn>
                        </p:par>
                        <p:par>
                          <p:cTn id="75" fill="hold">
                            <p:stCondLst>
                              <p:cond delay="2000"/>
                            </p:stCondLst>
                            <p:childTnLst>
                              <p:par>
                                <p:cTn id="76" presetID="1" presetClass="entr" presetSubtype="0" fill="hold" nodeType="afterEffect">
                                  <p:stCondLst>
                                    <p:cond delay="0"/>
                                  </p:stCondLst>
                                  <p:childTnLst>
                                    <p:set>
                                      <p:cBhvr>
                                        <p:cTn id="77" dur="1" fill="hold">
                                          <p:stCondLst>
                                            <p:cond delay="499"/>
                                          </p:stCondLst>
                                        </p:cTn>
                                        <p:tgtEl>
                                          <p:spTgt spid="9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67" grpId="0" animBg="1" autoUpdateAnimBg="0"/>
      <p:bldP spid="69" grpId="0" animBg="1" autoUpdateAnimBg="0"/>
      <p:bldP spid="71" grpId="0" animBg="1" autoUpdateAnimBg="0"/>
      <p:bldP spid="73" grpId="0" animBg="1" autoUpdateAnimBg="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uadroTexto 6">
            <a:extLst>
              <a:ext uri="{FF2B5EF4-FFF2-40B4-BE49-F238E27FC236}">
                <a16:creationId xmlns:a16="http://schemas.microsoft.com/office/drawing/2014/main" id="{B3245438-2EFA-4DBF-85CF-60E0A78BBF68}"/>
              </a:ext>
            </a:extLst>
          </p:cNvPr>
          <p:cNvSpPr txBox="1"/>
          <p:nvPr/>
        </p:nvSpPr>
        <p:spPr>
          <a:xfrm>
            <a:off x="989994" y="4436791"/>
            <a:ext cx="10782906" cy="974085"/>
          </a:xfrm>
          <a:prstGeom prst="rect">
            <a:avLst/>
          </a:prstGeom>
          <a:solidFill>
            <a:schemeClr val="accent5">
              <a:lumMod val="20000"/>
              <a:lumOff val="80000"/>
            </a:schemeClr>
          </a:solidFill>
          <a:scene3d>
            <a:camera prst="orthographicFront"/>
            <a:lightRig rig="flat" dir="t"/>
          </a:scene3d>
          <a:sp3d/>
        </p:spPr>
        <p:style>
          <a:lnRef idx="0">
            <a:scrgbClr r="0" g="0" b="0"/>
          </a:lnRef>
          <a:fillRef idx="0">
            <a:scrgbClr r="0" g="0" b="0"/>
          </a:fillRef>
          <a:effectRef idx="0">
            <a:scrgbClr r="0" g="0" b="0"/>
          </a:effectRef>
          <a:fontRef idx="minor">
            <a:schemeClr val="dk1"/>
          </a:fontRef>
        </p:style>
        <p:txBody>
          <a:bodyPr spcFirstLastPara="0" vert="horz" wrap="square" lIns="121920" tIns="121920" rIns="121920" bIns="121920" numCol="1" spcCol="1270" anchor="ctr" anchorCtr="0">
            <a:noAutofit/>
          </a:bodyPr>
          <a:lstStyle/>
          <a:p>
            <a:r>
              <a:rPr lang="es-MX" sz="2800" dirty="0"/>
              <a:t>En este tercer pasón el vector resultante es el siguiente: (recuerde que inició con los valores 10, 9, 8, 7 y 6)</a:t>
            </a:r>
            <a:endParaRPr lang="es-ES" sz="2800" dirty="0"/>
          </a:p>
        </p:txBody>
      </p:sp>
      <p:sp>
        <p:nvSpPr>
          <p:cNvPr id="2" name="Título 1"/>
          <p:cNvSpPr>
            <a:spLocks noGrp="1"/>
          </p:cNvSpPr>
          <p:nvPr>
            <p:ph type="title"/>
          </p:nvPr>
        </p:nvSpPr>
        <p:spPr>
          <a:xfrm>
            <a:off x="989994" y="0"/>
            <a:ext cx="11369040" cy="914400"/>
          </a:xfrm>
        </p:spPr>
        <p:txBody>
          <a:bodyPr>
            <a:noAutofit/>
          </a:bodyPr>
          <a:lstStyle/>
          <a:p>
            <a:pPr algn="ctr"/>
            <a:r>
              <a:rPr lang="es-CO" sz="3800" b="1" dirty="0">
                <a:latin typeface="Bahnschrift Light SemiCondensed" panose="020B0502040204020203" pitchFamily="34" charset="0"/>
              </a:rPr>
              <a:t>“MÉTODOS DE ORDENAMIENTO BURBUJA C++”</a:t>
            </a:r>
          </a:p>
        </p:txBody>
      </p:sp>
      <p:grpSp>
        <p:nvGrpSpPr>
          <p:cNvPr id="109" name="Group 2">
            <a:extLst>
              <a:ext uri="{FF2B5EF4-FFF2-40B4-BE49-F238E27FC236}">
                <a16:creationId xmlns:a16="http://schemas.microsoft.com/office/drawing/2014/main" id="{3C589BEA-5243-4288-A016-A3A904FCA7CD}"/>
              </a:ext>
            </a:extLst>
          </p:cNvPr>
          <p:cNvGrpSpPr>
            <a:grpSpLocks/>
          </p:cNvGrpSpPr>
          <p:nvPr/>
        </p:nvGrpSpPr>
        <p:grpSpPr bwMode="auto">
          <a:xfrm>
            <a:off x="5523645" y="3192014"/>
            <a:ext cx="4495800" cy="1157288"/>
            <a:chOff x="2736" y="1623"/>
            <a:chExt cx="2832" cy="729"/>
          </a:xfrm>
          <a:solidFill>
            <a:schemeClr val="bg1">
              <a:lumMod val="85000"/>
            </a:schemeClr>
          </a:solidFill>
        </p:grpSpPr>
        <p:sp>
          <p:nvSpPr>
            <p:cNvPr id="110" name="Rectangle 3">
              <a:extLst>
                <a:ext uri="{FF2B5EF4-FFF2-40B4-BE49-F238E27FC236}">
                  <a16:creationId xmlns:a16="http://schemas.microsoft.com/office/drawing/2014/main" id="{6D34B87F-54E4-4CBE-8800-15FD18756FDA}"/>
                </a:ext>
              </a:extLst>
            </p:cNvPr>
            <p:cNvSpPr>
              <a:spLocks noChangeArrowheads="1"/>
            </p:cNvSpPr>
            <p:nvPr/>
          </p:nvSpPr>
          <p:spPr bwMode="auto">
            <a:xfrm>
              <a:off x="3415" y="1623"/>
              <a:ext cx="431" cy="432"/>
            </a:xfrm>
            <a:prstGeom prst="rect">
              <a:avLst/>
            </a:prstGeom>
            <a:grpFill/>
            <a:ln w="38100">
              <a:solidFill>
                <a:schemeClr val="tx1"/>
              </a:solidFill>
              <a:miter lim="800000"/>
              <a:headEnd/>
              <a:tailEnd/>
            </a:ln>
          </p:spPr>
          <p:txBody>
            <a:bodyPr wrap="none" anchor="ctr"/>
            <a:lstStyle/>
            <a:p>
              <a:endParaRPr lang="es-ES" sz="3200">
                <a:latin typeface="Arial Narrow" pitchFamily="34" charset="0"/>
              </a:endParaRPr>
            </a:p>
          </p:txBody>
        </p:sp>
        <p:sp>
          <p:nvSpPr>
            <p:cNvPr id="111" name="Rectangle 4">
              <a:extLst>
                <a:ext uri="{FF2B5EF4-FFF2-40B4-BE49-F238E27FC236}">
                  <a16:creationId xmlns:a16="http://schemas.microsoft.com/office/drawing/2014/main" id="{AFB9C6C3-535F-404F-88A2-153FE7868F4E}"/>
                </a:ext>
              </a:extLst>
            </p:cNvPr>
            <p:cNvSpPr>
              <a:spLocks noChangeArrowheads="1"/>
            </p:cNvSpPr>
            <p:nvPr/>
          </p:nvSpPr>
          <p:spPr bwMode="auto">
            <a:xfrm>
              <a:off x="3846" y="1623"/>
              <a:ext cx="430" cy="432"/>
            </a:xfrm>
            <a:prstGeom prst="rect">
              <a:avLst/>
            </a:prstGeom>
            <a:grpFill/>
            <a:ln w="38100">
              <a:solidFill>
                <a:schemeClr val="tx1"/>
              </a:solidFill>
              <a:miter lim="800000"/>
              <a:headEnd/>
              <a:tailEnd/>
            </a:ln>
          </p:spPr>
          <p:txBody>
            <a:bodyPr wrap="none" anchor="ctr"/>
            <a:lstStyle/>
            <a:p>
              <a:endParaRPr lang="es-ES" sz="3200">
                <a:latin typeface="Arial Narrow" pitchFamily="34" charset="0"/>
              </a:endParaRPr>
            </a:p>
          </p:txBody>
        </p:sp>
        <p:sp>
          <p:nvSpPr>
            <p:cNvPr id="112" name="Rectangle 5">
              <a:extLst>
                <a:ext uri="{FF2B5EF4-FFF2-40B4-BE49-F238E27FC236}">
                  <a16:creationId xmlns:a16="http://schemas.microsoft.com/office/drawing/2014/main" id="{3524DCEA-0801-44D8-A8F5-21C3EEC508C5}"/>
                </a:ext>
              </a:extLst>
            </p:cNvPr>
            <p:cNvSpPr>
              <a:spLocks noChangeArrowheads="1"/>
            </p:cNvSpPr>
            <p:nvPr/>
          </p:nvSpPr>
          <p:spPr bwMode="auto">
            <a:xfrm>
              <a:off x="4276" y="1623"/>
              <a:ext cx="431" cy="432"/>
            </a:xfrm>
            <a:prstGeom prst="rect">
              <a:avLst/>
            </a:prstGeom>
            <a:grpFill/>
            <a:ln w="38100">
              <a:solidFill>
                <a:schemeClr val="tx1"/>
              </a:solidFill>
              <a:miter lim="800000"/>
              <a:headEnd/>
              <a:tailEnd/>
            </a:ln>
          </p:spPr>
          <p:txBody>
            <a:bodyPr wrap="none" anchor="ctr"/>
            <a:lstStyle/>
            <a:p>
              <a:endParaRPr lang="es-ES" sz="3200">
                <a:latin typeface="Arial Narrow" pitchFamily="34" charset="0"/>
              </a:endParaRPr>
            </a:p>
          </p:txBody>
        </p:sp>
        <p:sp>
          <p:nvSpPr>
            <p:cNvPr id="113" name="Rectangle 6">
              <a:extLst>
                <a:ext uri="{FF2B5EF4-FFF2-40B4-BE49-F238E27FC236}">
                  <a16:creationId xmlns:a16="http://schemas.microsoft.com/office/drawing/2014/main" id="{B688A425-CC96-4974-8070-3329A66B5CDB}"/>
                </a:ext>
              </a:extLst>
            </p:cNvPr>
            <p:cNvSpPr>
              <a:spLocks noChangeArrowheads="1"/>
            </p:cNvSpPr>
            <p:nvPr/>
          </p:nvSpPr>
          <p:spPr bwMode="auto">
            <a:xfrm>
              <a:off x="4707" y="1623"/>
              <a:ext cx="430" cy="432"/>
            </a:xfrm>
            <a:prstGeom prst="rect">
              <a:avLst/>
            </a:prstGeom>
            <a:grpFill/>
            <a:ln w="38100">
              <a:solidFill>
                <a:schemeClr val="tx1"/>
              </a:solidFill>
              <a:miter lim="800000"/>
              <a:headEnd/>
              <a:tailEnd/>
            </a:ln>
          </p:spPr>
          <p:txBody>
            <a:bodyPr wrap="none" anchor="ctr"/>
            <a:lstStyle/>
            <a:p>
              <a:endParaRPr lang="es-ES" sz="3200">
                <a:latin typeface="Arial Narrow" pitchFamily="34" charset="0"/>
              </a:endParaRPr>
            </a:p>
          </p:txBody>
        </p:sp>
        <p:sp>
          <p:nvSpPr>
            <p:cNvPr id="114" name="Rectangle 7">
              <a:extLst>
                <a:ext uri="{FF2B5EF4-FFF2-40B4-BE49-F238E27FC236}">
                  <a16:creationId xmlns:a16="http://schemas.microsoft.com/office/drawing/2014/main" id="{2E77B27F-6DA6-4510-9F0E-8B4EF7F20F1B}"/>
                </a:ext>
              </a:extLst>
            </p:cNvPr>
            <p:cNvSpPr>
              <a:spLocks noChangeArrowheads="1"/>
            </p:cNvSpPr>
            <p:nvPr/>
          </p:nvSpPr>
          <p:spPr bwMode="auto">
            <a:xfrm>
              <a:off x="5137" y="1623"/>
              <a:ext cx="431" cy="432"/>
            </a:xfrm>
            <a:prstGeom prst="rect">
              <a:avLst/>
            </a:prstGeom>
            <a:grpFill/>
            <a:ln w="38100">
              <a:solidFill>
                <a:schemeClr val="tx1"/>
              </a:solidFill>
              <a:miter lim="800000"/>
              <a:headEnd/>
              <a:tailEnd/>
            </a:ln>
          </p:spPr>
          <p:txBody>
            <a:bodyPr wrap="none" anchor="ctr"/>
            <a:lstStyle/>
            <a:p>
              <a:endParaRPr lang="es-ES" sz="3200">
                <a:latin typeface="Arial Narrow" pitchFamily="34" charset="0"/>
              </a:endParaRPr>
            </a:p>
          </p:txBody>
        </p:sp>
        <p:sp>
          <p:nvSpPr>
            <p:cNvPr id="115" name="Text Box 8">
              <a:extLst>
                <a:ext uri="{FF2B5EF4-FFF2-40B4-BE49-F238E27FC236}">
                  <a16:creationId xmlns:a16="http://schemas.microsoft.com/office/drawing/2014/main" id="{5AE5AD0B-29F0-4DD4-8282-43A7C349C549}"/>
                </a:ext>
              </a:extLst>
            </p:cNvPr>
            <p:cNvSpPr txBox="1">
              <a:spLocks noChangeArrowheads="1"/>
            </p:cNvSpPr>
            <p:nvPr/>
          </p:nvSpPr>
          <p:spPr bwMode="auto">
            <a:xfrm>
              <a:off x="2736" y="1651"/>
              <a:ext cx="715" cy="365"/>
            </a:xfrm>
            <a:prstGeom prst="rect">
              <a:avLst/>
            </a:prstGeom>
            <a:noFill/>
            <a:ln w="9525">
              <a:noFill/>
              <a:miter lim="800000"/>
              <a:headEnd/>
              <a:tailEnd/>
            </a:ln>
          </p:spPr>
          <p:txBody>
            <a:bodyPr>
              <a:spAutoFit/>
            </a:bodyPr>
            <a:lstStyle/>
            <a:p>
              <a:pPr algn="l">
                <a:spcBef>
                  <a:spcPct val="50000"/>
                </a:spcBef>
              </a:pPr>
              <a:r>
                <a:rPr lang="es-MX" sz="3200" b="1" dirty="0">
                  <a:latin typeface="Arial Narrow" pitchFamily="34" charset="0"/>
                </a:rPr>
                <a:t>VEC</a:t>
              </a:r>
              <a:endParaRPr lang="es-ES" sz="3200" b="1" dirty="0">
                <a:latin typeface="Arial Narrow" pitchFamily="34" charset="0"/>
              </a:endParaRPr>
            </a:p>
          </p:txBody>
        </p:sp>
        <p:sp>
          <p:nvSpPr>
            <p:cNvPr id="116" name="Text Box 9">
              <a:extLst>
                <a:ext uri="{FF2B5EF4-FFF2-40B4-BE49-F238E27FC236}">
                  <a16:creationId xmlns:a16="http://schemas.microsoft.com/office/drawing/2014/main" id="{A92CBFBA-F9C7-4CFB-99AC-CF3D60B71287}"/>
                </a:ext>
              </a:extLst>
            </p:cNvPr>
            <p:cNvSpPr txBox="1">
              <a:spLocks noChangeArrowheads="1"/>
            </p:cNvSpPr>
            <p:nvPr/>
          </p:nvSpPr>
          <p:spPr bwMode="auto">
            <a:xfrm>
              <a:off x="3451" y="2064"/>
              <a:ext cx="2114" cy="288"/>
            </a:xfrm>
            <a:prstGeom prst="rect">
              <a:avLst/>
            </a:prstGeom>
            <a:noFill/>
            <a:ln w="9525">
              <a:noFill/>
              <a:miter lim="800000"/>
              <a:headEnd/>
              <a:tailEnd/>
            </a:ln>
          </p:spPr>
          <p:txBody>
            <a:bodyPr>
              <a:spAutoFit/>
            </a:bodyPr>
            <a:lstStyle/>
            <a:p>
              <a:pPr algn="l">
                <a:spcBef>
                  <a:spcPct val="50000"/>
                </a:spcBef>
              </a:pPr>
              <a:r>
                <a:rPr lang="es-MX" sz="2400" dirty="0">
                  <a:latin typeface="Arial Narrow" pitchFamily="34" charset="0"/>
                </a:rPr>
                <a:t>  0        1        2        3       4 </a:t>
              </a:r>
              <a:endParaRPr lang="es-ES" sz="2400" dirty="0">
                <a:latin typeface="Arial Narrow" pitchFamily="34" charset="0"/>
              </a:endParaRPr>
            </a:p>
          </p:txBody>
        </p:sp>
        <p:sp>
          <p:nvSpPr>
            <p:cNvPr id="117" name="Rectangle 10">
              <a:extLst>
                <a:ext uri="{FF2B5EF4-FFF2-40B4-BE49-F238E27FC236}">
                  <a16:creationId xmlns:a16="http://schemas.microsoft.com/office/drawing/2014/main" id="{ED1A5578-D3F7-4FC7-A4B8-FD96B2490B03}"/>
                </a:ext>
              </a:extLst>
            </p:cNvPr>
            <p:cNvSpPr>
              <a:spLocks noChangeArrowheads="1"/>
            </p:cNvSpPr>
            <p:nvPr/>
          </p:nvSpPr>
          <p:spPr bwMode="auto">
            <a:xfrm>
              <a:off x="5184" y="1651"/>
              <a:ext cx="336" cy="384"/>
            </a:xfrm>
            <a:prstGeom prst="rect">
              <a:avLst/>
            </a:prstGeom>
            <a:solidFill>
              <a:schemeClr val="bg1">
                <a:lumMod val="65000"/>
              </a:schemeClr>
            </a:solidFill>
            <a:ln w="9525" cap="flat" cmpd="sng" algn="ctr">
              <a:solidFill>
                <a:schemeClr val="tx1"/>
              </a:solidFill>
              <a:prstDash val="solid"/>
              <a:headEnd/>
              <a:tailEnd/>
            </a:ln>
            <a:effectLst>
              <a:outerShdw blurRad="63500" dist="25400" dir="5400000" rotWithShape="0">
                <a:srgbClr val="000000">
                  <a:alpha val="43137"/>
                </a:srgbClr>
              </a:outerShdw>
            </a:effectLst>
          </p:spPr>
          <p:txBody>
            <a:bodyPr wrap="none" anchor="ct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fontAlgn="base">
                <a:spcBef>
                  <a:spcPct val="0"/>
                </a:spcBef>
                <a:spcAft>
                  <a:spcPct val="0"/>
                </a:spcAft>
              </a:pPr>
              <a:r>
                <a:rPr lang="es-MX" sz="3600" b="1" kern="0" spc="50" dirty="0">
                  <a:ln w="11430"/>
                  <a:effectLst>
                    <a:outerShdw blurRad="76200" dist="50800" dir="5400000" algn="tl" rotWithShape="0">
                      <a:srgbClr val="000000">
                        <a:alpha val="65000"/>
                      </a:srgbClr>
                    </a:outerShdw>
                  </a:effectLst>
                  <a:latin typeface="Arial Narrow" pitchFamily="34" charset="0"/>
                </a:rPr>
                <a:t>10</a:t>
              </a:r>
              <a:endParaRPr lang="es-ES" sz="3600" b="1" kern="0" spc="50" dirty="0">
                <a:ln w="11430"/>
                <a:effectLst>
                  <a:outerShdw blurRad="76200" dist="50800" dir="5400000" algn="tl" rotWithShape="0">
                    <a:srgbClr val="000000">
                      <a:alpha val="65000"/>
                    </a:srgbClr>
                  </a:outerShdw>
                </a:effectLst>
                <a:latin typeface="Arial Narrow" pitchFamily="34" charset="0"/>
              </a:endParaRPr>
            </a:p>
          </p:txBody>
        </p:sp>
        <p:sp>
          <p:nvSpPr>
            <p:cNvPr id="118" name="Rectangle 11">
              <a:extLst>
                <a:ext uri="{FF2B5EF4-FFF2-40B4-BE49-F238E27FC236}">
                  <a16:creationId xmlns:a16="http://schemas.microsoft.com/office/drawing/2014/main" id="{24D8E2EC-310F-442A-871D-283E49A85053}"/>
                </a:ext>
              </a:extLst>
            </p:cNvPr>
            <p:cNvSpPr>
              <a:spLocks noChangeArrowheads="1"/>
            </p:cNvSpPr>
            <p:nvPr/>
          </p:nvSpPr>
          <p:spPr bwMode="auto">
            <a:xfrm>
              <a:off x="4752" y="1642"/>
              <a:ext cx="336" cy="384"/>
            </a:xfrm>
            <a:prstGeom prst="rect">
              <a:avLst/>
            </a:prstGeom>
            <a:solidFill>
              <a:schemeClr val="bg1">
                <a:lumMod val="65000"/>
              </a:schemeClr>
            </a:solidFill>
            <a:ln w="9525" cap="flat" cmpd="sng" algn="ctr">
              <a:solidFill>
                <a:schemeClr val="tx1"/>
              </a:solidFill>
              <a:prstDash val="solid"/>
              <a:headEnd/>
              <a:tailEnd/>
            </a:ln>
            <a:effectLst>
              <a:outerShdw blurRad="63500" dist="25400" dir="5400000" rotWithShape="0">
                <a:srgbClr val="000000">
                  <a:alpha val="43137"/>
                </a:srgbClr>
              </a:outerShdw>
            </a:effectLst>
          </p:spPr>
          <p:txBody>
            <a:bodyPr wrap="none" anchor="ct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fontAlgn="base">
                <a:spcBef>
                  <a:spcPct val="0"/>
                </a:spcBef>
                <a:spcAft>
                  <a:spcPct val="0"/>
                </a:spcAft>
              </a:pPr>
              <a:r>
                <a:rPr lang="es-MX" sz="3600" b="1" kern="0" spc="50" dirty="0">
                  <a:ln w="11430"/>
                  <a:effectLst>
                    <a:outerShdw blurRad="76200" dist="50800" dir="5400000" algn="tl" rotWithShape="0">
                      <a:srgbClr val="000000">
                        <a:alpha val="65000"/>
                      </a:srgbClr>
                    </a:outerShdw>
                  </a:effectLst>
                  <a:latin typeface="Arial Narrow" pitchFamily="34" charset="0"/>
                </a:rPr>
                <a:t>9</a:t>
              </a:r>
              <a:endParaRPr lang="es-ES" sz="3600" b="1" kern="0" spc="50" dirty="0">
                <a:ln w="11430"/>
                <a:effectLst>
                  <a:outerShdw blurRad="76200" dist="50800" dir="5400000" algn="tl" rotWithShape="0">
                    <a:srgbClr val="000000">
                      <a:alpha val="65000"/>
                    </a:srgbClr>
                  </a:outerShdw>
                </a:effectLst>
                <a:latin typeface="Arial Narrow" pitchFamily="34" charset="0"/>
              </a:endParaRPr>
            </a:p>
          </p:txBody>
        </p:sp>
        <p:sp>
          <p:nvSpPr>
            <p:cNvPr id="119" name="Rectangle 12">
              <a:extLst>
                <a:ext uri="{FF2B5EF4-FFF2-40B4-BE49-F238E27FC236}">
                  <a16:creationId xmlns:a16="http://schemas.microsoft.com/office/drawing/2014/main" id="{829E4960-1AF8-43B0-ABD3-AB7FF082DDFF}"/>
                </a:ext>
              </a:extLst>
            </p:cNvPr>
            <p:cNvSpPr>
              <a:spLocks noChangeArrowheads="1"/>
            </p:cNvSpPr>
            <p:nvPr/>
          </p:nvSpPr>
          <p:spPr bwMode="auto">
            <a:xfrm>
              <a:off x="4320" y="1642"/>
              <a:ext cx="336" cy="384"/>
            </a:xfrm>
            <a:prstGeom prst="rect">
              <a:avLst/>
            </a:prstGeom>
            <a:solidFill>
              <a:schemeClr val="bg1">
                <a:lumMod val="65000"/>
              </a:schemeClr>
            </a:solidFill>
            <a:ln w="9525" cap="flat" cmpd="sng" algn="ctr">
              <a:solidFill>
                <a:schemeClr val="tx1"/>
              </a:solidFill>
              <a:prstDash val="solid"/>
              <a:headEnd/>
              <a:tailEnd/>
            </a:ln>
            <a:effectLst>
              <a:outerShdw blurRad="63500" dist="25400" dir="5400000" rotWithShape="0">
                <a:srgbClr val="000000">
                  <a:alpha val="43137"/>
                </a:srgbClr>
              </a:outerShdw>
            </a:effectLst>
          </p:spPr>
          <p:txBody>
            <a:bodyPr wrap="none" anchor="ct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fontAlgn="base">
                <a:spcBef>
                  <a:spcPct val="0"/>
                </a:spcBef>
                <a:spcAft>
                  <a:spcPct val="0"/>
                </a:spcAft>
              </a:pPr>
              <a:r>
                <a:rPr lang="es-MX" sz="3600" b="1" kern="0" spc="50" dirty="0">
                  <a:ln w="11430"/>
                  <a:effectLst>
                    <a:outerShdw blurRad="76200" dist="50800" dir="5400000" algn="tl" rotWithShape="0">
                      <a:srgbClr val="000000">
                        <a:alpha val="65000"/>
                      </a:srgbClr>
                    </a:outerShdw>
                  </a:effectLst>
                  <a:latin typeface="Arial Narrow" pitchFamily="34" charset="0"/>
                </a:rPr>
                <a:t>6</a:t>
              </a:r>
              <a:endParaRPr lang="es-ES" sz="3600" b="1" kern="0" spc="50" dirty="0">
                <a:ln w="11430"/>
                <a:effectLst>
                  <a:outerShdw blurRad="76200" dist="50800" dir="5400000" algn="tl" rotWithShape="0">
                    <a:srgbClr val="000000">
                      <a:alpha val="65000"/>
                    </a:srgbClr>
                  </a:outerShdw>
                </a:effectLst>
                <a:latin typeface="Arial Narrow" pitchFamily="34" charset="0"/>
              </a:endParaRPr>
            </a:p>
          </p:txBody>
        </p:sp>
        <p:sp>
          <p:nvSpPr>
            <p:cNvPr id="120" name="Rectangle 13">
              <a:extLst>
                <a:ext uri="{FF2B5EF4-FFF2-40B4-BE49-F238E27FC236}">
                  <a16:creationId xmlns:a16="http://schemas.microsoft.com/office/drawing/2014/main" id="{7B65D8DC-14A3-4BDF-B6DD-494AD8472DE7}"/>
                </a:ext>
              </a:extLst>
            </p:cNvPr>
            <p:cNvSpPr>
              <a:spLocks noChangeArrowheads="1"/>
            </p:cNvSpPr>
            <p:nvPr/>
          </p:nvSpPr>
          <p:spPr bwMode="auto">
            <a:xfrm>
              <a:off x="3888" y="1642"/>
              <a:ext cx="336" cy="384"/>
            </a:xfrm>
            <a:prstGeom prst="rect">
              <a:avLst/>
            </a:prstGeom>
            <a:solidFill>
              <a:schemeClr val="bg1">
                <a:lumMod val="65000"/>
              </a:schemeClr>
            </a:solidFill>
            <a:ln w="9525" cap="flat" cmpd="sng" algn="ctr">
              <a:solidFill>
                <a:schemeClr val="tx1"/>
              </a:solidFill>
              <a:prstDash val="solid"/>
              <a:headEnd/>
              <a:tailEnd/>
            </a:ln>
            <a:effectLst>
              <a:outerShdw blurRad="63500" dist="25400" dir="5400000" rotWithShape="0">
                <a:srgbClr val="000000">
                  <a:alpha val="43137"/>
                </a:srgbClr>
              </a:outerShdw>
            </a:effectLst>
          </p:spPr>
          <p:txBody>
            <a:bodyPr wrap="none" anchor="ct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fontAlgn="base">
                <a:spcBef>
                  <a:spcPct val="0"/>
                </a:spcBef>
                <a:spcAft>
                  <a:spcPct val="0"/>
                </a:spcAft>
              </a:pPr>
              <a:r>
                <a:rPr lang="es-MX" sz="3600" b="1" kern="0" spc="50" dirty="0">
                  <a:ln w="11430"/>
                  <a:effectLst>
                    <a:outerShdw blurRad="76200" dist="50800" dir="5400000" algn="tl" rotWithShape="0">
                      <a:srgbClr val="000000">
                        <a:alpha val="65000"/>
                      </a:srgbClr>
                    </a:outerShdw>
                  </a:effectLst>
                  <a:latin typeface="Arial Narrow" pitchFamily="34" charset="0"/>
                </a:rPr>
                <a:t>7</a:t>
              </a:r>
              <a:endParaRPr lang="es-ES" sz="3600" b="1" kern="0" spc="50" dirty="0">
                <a:ln w="11430"/>
                <a:effectLst>
                  <a:outerShdw blurRad="76200" dist="50800" dir="5400000" algn="tl" rotWithShape="0">
                    <a:srgbClr val="000000">
                      <a:alpha val="65000"/>
                    </a:srgbClr>
                  </a:outerShdw>
                </a:effectLst>
                <a:latin typeface="Arial Narrow" pitchFamily="34" charset="0"/>
              </a:endParaRPr>
            </a:p>
          </p:txBody>
        </p:sp>
        <p:sp>
          <p:nvSpPr>
            <p:cNvPr id="121" name="Rectangle 14">
              <a:extLst>
                <a:ext uri="{FF2B5EF4-FFF2-40B4-BE49-F238E27FC236}">
                  <a16:creationId xmlns:a16="http://schemas.microsoft.com/office/drawing/2014/main" id="{8888473E-FBD8-4AC8-B73F-043A496CF419}"/>
                </a:ext>
              </a:extLst>
            </p:cNvPr>
            <p:cNvSpPr>
              <a:spLocks noChangeArrowheads="1"/>
            </p:cNvSpPr>
            <p:nvPr/>
          </p:nvSpPr>
          <p:spPr bwMode="auto">
            <a:xfrm>
              <a:off x="3456" y="1642"/>
              <a:ext cx="336" cy="384"/>
            </a:xfrm>
            <a:prstGeom prst="rect">
              <a:avLst/>
            </a:prstGeom>
            <a:solidFill>
              <a:schemeClr val="bg1">
                <a:lumMod val="65000"/>
              </a:schemeClr>
            </a:solidFill>
            <a:ln w="9525" cap="flat" cmpd="sng" algn="ctr">
              <a:solidFill>
                <a:schemeClr val="tx1"/>
              </a:solidFill>
              <a:prstDash val="solid"/>
              <a:headEnd/>
              <a:tailEnd/>
            </a:ln>
            <a:effectLst>
              <a:outerShdw blurRad="63500" dist="25400" dir="5400000" rotWithShape="0">
                <a:srgbClr val="000000">
                  <a:alpha val="43137"/>
                </a:srgbClr>
              </a:outerShdw>
            </a:effectLst>
          </p:spPr>
          <p:txBody>
            <a:bodyPr wrap="none" anchor="ct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fontAlgn="base">
                <a:spcBef>
                  <a:spcPct val="0"/>
                </a:spcBef>
                <a:spcAft>
                  <a:spcPct val="0"/>
                </a:spcAft>
              </a:pPr>
              <a:r>
                <a:rPr lang="es-MX" sz="3600" b="1" kern="0" spc="50" dirty="0">
                  <a:ln w="11430"/>
                  <a:effectLst>
                    <a:outerShdw blurRad="76200" dist="50800" dir="5400000" algn="tl" rotWithShape="0">
                      <a:srgbClr val="000000">
                        <a:alpha val="65000"/>
                      </a:srgbClr>
                    </a:outerShdw>
                  </a:effectLst>
                  <a:latin typeface="Arial Narrow" pitchFamily="34" charset="0"/>
                </a:rPr>
                <a:t>8</a:t>
              </a:r>
              <a:endParaRPr lang="es-ES" sz="3600" b="1" kern="0" spc="50" dirty="0">
                <a:ln w="11430"/>
                <a:effectLst>
                  <a:outerShdw blurRad="76200" dist="50800" dir="5400000" algn="tl" rotWithShape="0">
                    <a:srgbClr val="000000">
                      <a:alpha val="65000"/>
                    </a:srgbClr>
                  </a:outerShdw>
                </a:effectLst>
                <a:latin typeface="Arial Narrow" pitchFamily="34" charset="0"/>
              </a:endParaRPr>
            </a:p>
          </p:txBody>
        </p:sp>
      </p:grpSp>
      <p:sp>
        <p:nvSpPr>
          <p:cNvPr id="122" name="Text Box 16">
            <a:extLst>
              <a:ext uri="{FF2B5EF4-FFF2-40B4-BE49-F238E27FC236}">
                <a16:creationId xmlns:a16="http://schemas.microsoft.com/office/drawing/2014/main" id="{41C45ACC-A73B-4B3B-BEFD-2CDDEE730E98}"/>
              </a:ext>
            </a:extLst>
          </p:cNvPr>
          <p:cNvSpPr txBox="1">
            <a:spLocks noChangeArrowheads="1"/>
          </p:cNvSpPr>
          <p:nvPr/>
        </p:nvSpPr>
        <p:spPr bwMode="auto">
          <a:xfrm>
            <a:off x="2609404" y="3088946"/>
            <a:ext cx="2520280" cy="861774"/>
          </a:xfrm>
          <a:prstGeom prst="rect">
            <a:avLst/>
          </a:prstGeom>
          <a:ln>
            <a:headEnd/>
            <a:tailEnd/>
          </a:ln>
        </p:spPr>
        <p:style>
          <a:lnRef idx="1">
            <a:schemeClr val="accent3"/>
          </a:lnRef>
          <a:fillRef idx="2">
            <a:schemeClr val="accent3"/>
          </a:fillRef>
          <a:effectRef idx="1">
            <a:schemeClr val="accent3"/>
          </a:effectRef>
          <a:fontRef idx="minor">
            <a:schemeClr val="dk1"/>
          </a:fontRef>
        </p:style>
        <p:txBody>
          <a:bodyPr wrap="square">
            <a:spAutoFit/>
          </a:bodyPr>
          <a:lstStyle>
            <a:defPPr>
              <a:defRPr lang="es-CO"/>
            </a:defPPr>
            <a:lvl1pPr algn="just" fontAlgn="base">
              <a:spcBef>
                <a:spcPct val="50000"/>
              </a:spcBef>
              <a:spcAft>
                <a:spcPct val="0"/>
              </a:spcAft>
              <a:defRPr sz="2000">
                <a:solidFill>
                  <a:schemeClr val="dk1"/>
                </a:solidFill>
                <a:latin typeface="Arial Narrow" pitchFamily="34" charset="0"/>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pPr algn="ctr"/>
            <a:r>
              <a:rPr lang="es-MX" b="1" dirty="0" err="1"/>
              <a:t>If</a:t>
            </a:r>
            <a:r>
              <a:rPr lang="es-MX" b="1" dirty="0"/>
              <a:t> (VEC[0] &gt; VEC[1])</a:t>
            </a:r>
          </a:p>
          <a:p>
            <a:pPr algn="ctr"/>
            <a:r>
              <a:rPr lang="es-MX" b="1" dirty="0"/>
              <a:t>Intercambia</a:t>
            </a:r>
          </a:p>
        </p:txBody>
      </p:sp>
      <p:cxnSp>
        <p:nvCxnSpPr>
          <p:cNvPr id="123" name="AutoShape 17">
            <a:extLst>
              <a:ext uri="{FF2B5EF4-FFF2-40B4-BE49-F238E27FC236}">
                <a16:creationId xmlns:a16="http://schemas.microsoft.com/office/drawing/2014/main" id="{205CF064-D8B5-4411-B1FF-A43CD41BEB0E}"/>
              </a:ext>
            </a:extLst>
          </p:cNvPr>
          <p:cNvCxnSpPr>
            <a:cxnSpLocks noChangeShapeType="1"/>
          </p:cNvCxnSpPr>
          <p:nvPr/>
        </p:nvCxnSpPr>
        <p:spPr bwMode="auto">
          <a:xfrm rot="5400000" flipV="1">
            <a:off x="7275451" y="2789583"/>
            <a:ext cx="1588" cy="685800"/>
          </a:xfrm>
          <a:prstGeom prst="bentConnector3">
            <a:avLst>
              <a:gd name="adj1" fmla="val -14400005"/>
            </a:avLst>
          </a:prstGeom>
          <a:noFill/>
          <a:ln w="38100">
            <a:solidFill>
              <a:schemeClr val="tx1"/>
            </a:solidFill>
            <a:miter lim="800000"/>
            <a:headEnd type="triangle" w="med" len="med"/>
            <a:tailEnd type="triangle" w="med" len="med"/>
          </a:ln>
          <a:effectLst>
            <a:prstShdw prst="shdw13" dist="53882" dir="13500000">
              <a:schemeClr val="bg2"/>
            </a:prstShdw>
          </a:effectLst>
        </p:spPr>
      </p:cxnSp>
      <p:sp>
        <p:nvSpPr>
          <p:cNvPr id="124" name="Text Box 18">
            <a:extLst>
              <a:ext uri="{FF2B5EF4-FFF2-40B4-BE49-F238E27FC236}">
                <a16:creationId xmlns:a16="http://schemas.microsoft.com/office/drawing/2014/main" id="{8B993311-8C6B-49B3-BCB3-D7C1549F0AF4}"/>
              </a:ext>
            </a:extLst>
          </p:cNvPr>
          <p:cNvSpPr txBox="1">
            <a:spLocks noChangeArrowheads="1"/>
          </p:cNvSpPr>
          <p:nvPr/>
        </p:nvSpPr>
        <p:spPr bwMode="auto">
          <a:xfrm>
            <a:off x="2605522" y="3097677"/>
            <a:ext cx="2520280" cy="861774"/>
          </a:xfrm>
          <a:prstGeom prst="rect">
            <a:avLst/>
          </a:prstGeom>
          <a:ln>
            <a:headEnd/>
            <a:tailEnd/>
          </a:ln>
        </p:spPr>
        <p:style>
          <a:lnRef idx="1">
            <a:schemeClr val="accent3"/>
          </a:lnRef>
          <a:fillRef idx="2">
            <a:schemeClr val="accent3"/>
          </a:fillRef>
          <a:effectRef idx="1">
            <a:schemeClr val="accent3"/>
          </a:effectRef>
          <a:fontRef idx="minor">
            <a:schemeClr val="dk1"/>
          </a:fontRef>
        </p:style>
        <p:txBody>
          <a:bodyPr wrap="square">
            <a:spAutoFit/>
          </a:bodyPr>
          <a:lstStyle>
            <a:defPPr>
              <a:defRPr lang="es-CO"/>
            </a:defPPr>
            <a:lvl1pPr algn="just" fontAlgn="base">
              <a:spcBef>
                <a:spcPct val="50000"/>
              </a:spcBef>
              <a:spcAft>
                <a:spcPct val="0"/>
              </a:spcAft>
              <a:defRPr sz="2000">
                <a:solidFill>
                  <a:schemeClr val="dk1"/>
                </a:solidFill>
                <a:latin typeface="Arial Narrow" pitchFamily="34" charset="0"/>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pPr algn="ctr"/>
            <a:r>
              <a:rPr lang="es-MX" b="1" dirty="0" err="1"/>
              <a:t>If</a:t>
            </a:r>
            <a:r>
              <a:rPr lang="es-MX" b="1" dirty="0"/>
              <a:t> (VEC[1] &gt; VEC[2])</a:t>
            </a:r>
          </a:p>
          <a:p>
            <a:pPr algn="ctr"/>
            <a:r>
              <a:rPr lang="es-MX" b="1" dirty="0"/>
              <a:t>Intercambia </a:t>
            </a:r>
          </a:p>
        </p:txBody>
      </p:sp>
      <p:cxnSp>
        <p:nvCxnSpPr>
          <p:cNvPr id="125" name="AutoShape 19">
            <a:extLst>
              <a:ext uri="{FF2B5EF4-FFF2-40B4-BE49-F238E27FC236}">
                <a16:creationId xmlns:a16="http://schemas.microsoft.com/office/drawing/2014/main" id="{CD665473-0426-4EEA-88CD-CCE1EB93C016}"/>
              </a:ext>
            </a:extLst>
          </p:cNvPr>
          <p:cNvCxnSpPr>
            <a:cxnSpLocks noChangeShapeType="1"/>
          </p:cNvCxnSpPr>
          <p:nvPr/>
        </p:nvCxnSpPr>
        <p:spPr bwMode="auto">
          <a:xfrm rot="5400000" flipV="1">
            <a:off x="7923151" y="2775296"/>
            <a:ext cx="1587" cy="685800"/>
          </a:xfrm>
          <a:prstGeom prst="bentConnector3">
            <a:avLst>
              <a:gd name="adj1" fmla="val -14400005"/>
            </a:avLst>
          </a:prstGeom>
          <a:noFill/>
          <a:ln w="38100">
            <a:solidFill>
              <a:schemeClr val="tx1"/>
            </a:solidFill>
            <a:miter lim="800000"/>
            <a:headEnd type="triangle" w="med" len="med"/>
            <a:tailEnd type="triangle" w="med" len="med"/>
          </a:ln>
          <a:effectLst>
            <a:prstShdw prst="shdw13" dist="53882" dir="13500000">
              <a:schemeClr val="bg2"/>
            </a:prstShdw>
          </a:effectLst>
        </p:spPr>
      </p:cxnSp>
      <p:sp>
        <p:nvSpPr>
          <p:cNvPr id="126" name="Text Box 20">
            <a:extLst>
              <a:ext uri="{FF2B5EF4-FFF2-40B4-BE49-F238E27FC236}">
                <a16:creationId xmlns:a16="http://schemas.microsoft.com/office/drawing/2014/main" id="{33A71049-AB37-4423-A41B-5C9E4431CDD9}"/>
              </a:ext>
            </a:extLst>
          </p:cNvPr>
          <p:cNvSpPr txBox="1">
            <a:spLocks noChangeArrowheads="1"/>
          </p:cNvSpPr>
          <p:nvPr/>
        </p:nvSpPr>
        <p:spPr bwMode="auto">
          <a:xfrm>
            <a:off x="2603935" y="3082041"/>
            <a:ext cx="2520280" cy="861774"/>
          </a:xfrm>
          <a:prstGeom prst="rect">
            <a:avLst/>
          </a:prstGeom>
          <a:ln>
            <a:headEnd/>
            <a:tailEnd/>
          </a:ln>
        </p:spPr>
        <p:style>
          <a:lnRef idx="1">
            <a:schemeClr val="accent3"/>
          </a:lnRef>
          <a:fillRef idx="2">
            <a:schemeClr val="accent3"/>
          </a:fillRef>
          <a:effectRef idx="1">
            <a:schemeClr val="accent3"/>
          </a:effectRef>
          <a:fontRef idx="minor">
            <a:schemeClr val="dk1"/>
          </a:fontRef>
        </p:style>
        <p:txBody>
          <a:bodyPr wrap="square">
            <a:spAutoFit/>
          </a:bodyPr>
          <a:lstStyle>
            <a:defPPr>
              <a:defRPr lang="es-CO"/>
            </a:defPPr>
            <a:lvl1pPr algn="just" fontAlgn="base">
              <a:spcBef>
                <a:spcPct val="50000"/>
              </a:spcBef>
              <a:spcAft>
                <a:spcPct val="0"/>
              </a:spcAft>
              <a:defRPr sz="2000">
                <a:solidFill>
                  <a:schemeClr val="dk1"/>
                </a:solidFill>
                <a:latin typeface="Arial Narrow" pitchFamily="34" charset="0"/>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pPr algn="ctr"/>
            <a:r>
              <a:rPr lang="es-MX" b="1" dirty="0" err="1"/>
              <a:t>If</a:t>
            </a:r>
            <a:r>
              <a:rPr lang="es-MX" b="1" dirty="0"/>
              <a:t> (VEC[2] &gt; VEC[3])</a:t>
            </a:r>
          </a:p>
          <a:p>
            <a:pPr algn="ctr"/>
            <a:r>
              <a:rPr lang="es-MX" b="1" dirty="0">
                <a:effectLst>
                  <a:outerShdw blurRad="38100" dist="38100" dir="2700000" algn="tl">
                    <a:srgbClr val="000000">
                      <a:alpha val="43137"/>
                    </a:srgbClr>
                  </a:outerShdw>
                </a:effectLst>
              </a:rPr>
              <a:t>NO INTERCAMBIA</a:t>
            </a:r>
          </a:p>
        </p:txBody>
      </p:sp>
      <p:cxnSp>
        <p:nvCxnSpPr>
          <p:cNvPr id="127" name="AutoShape 21">
            <a:extLst>
              <a:ext uri="{FF2B5EF4-FFF2-40B4-BE49-F238E27FC236}">
                <a16:creationId xmlns:a16="http://schemas.microsoft.com/office/drawing/2014/main" id="{5B9D3C27-4498-4062-BE6C-67F324138BB2}"/>
              </a:ext>
            </a:extLst>
          </p:cNvPr>
          <p:cNvCxnSpPr>
            <a:cxnSpLocks noChangeShapeType="1"/>
          </p:cNvCxnSpPr>
          <p:nvPr/>
        </p:nvCxnSpPr>
        <p:spPr bwMode="auto">
          <a:xfrm rot="5400000" flipV="1">
            <a:off x="8608951" y="2775296"/>
            <a:ext cx="1587" cy="685800"/>
          </a:xfrm>
          <a:prstGeom prst="bentConnector3">
            <a:avLst>
              <a:gd name="adj1" fmla="val -14400005"/>
            </a:avLst>
          </a:prstGeom>
          <a:noFill/>
          <a:ln w="38100">
            <a:solidFill>
              <a:schemeClr val="tx1"/>
            </a:solidFill>
            <a:miter lim="800000"/>
            <a:headEnd type="triangle" w="med" len="med"/>
            <a:tailEnd type="triangle" w="med" len="med"/>
          </a:ln>
          <a:effectLst>
            <a:prstShdw prst="shdw13" dist="53882" dir="13500000">
              <a:schemeClr val="bg2"/>
            </a:prstShdw>
          </a:effectLst>
        </p:spPr>
      </p:cxnSp>
      <p:sp>
        <p:nvSpPr>
          <p:cNvPr id="128" name="Text Box 22">
            <a:extLst>
              <a:ext uri="{FF2B5EF4-FFF2-40B4-BE49-F238E27FC236}">
                <a16:creationId xmlns:a16="http://schemas.microsoft.com/office/drawing/2014/main" id="{DAF20973-3BE2-4FE7-956D-71ED552FF609}"/>
              </a:ext>
            </a:extLst>
          </p:cNvPr>
          <p:cNvSpPr txBox="1">
            <a:spLocks noChangeArrowheads="1"/>
          </p:cNvSpPr>
          <p:nvPr/>
        </p:nvSpPr>
        <p:spPr bwMode="auto">
          <a:xfrm>
            <a:off x="2603935" y="3084872"/>
            <a:ext cx="2520280" cy="861774"/>
          </a:xfrm>
          <a:prstGeom prst="rect">
            <a:avLst/>
          </a:prstGeom>
          <a:ln>
            <a:headEnd/>
            <a:tailEnd/>
          </a:ln>
        </p:spPr>
        <p:style>
          <a:lnRef idx="1">
            <a:schemeClr val="accent3"/>
          </a:lnRef>
          <a:fillRef idx="2">
            <a:schemeClr val="accent3"/>
          </a:fillRef>
          <a:effectRef idx="1">
            <a:schemeClr val="accent3"/>
          </a:effectRef>
          <a:fontRef idx="minor">
            <a:schemeClr val="dk1"/>
          </a:fontRef>
        </p:style>
        <p:txBody>
          <a:bodyPr wrap="square">
            <a:spAutoFit/>
          </a:bodyPr>
          <a:lstStyle>
            <a:defPPr>
              <a:defRPr lang="es-CO"/>
            </a:defPPr>
            <a:lvl1pPr algn="just" fontAlgn="base">
              <a:spcBef>
                <a:spcPct val="50000"/>
              </a:spcBef>
              <a:spcAft>
                <a:spcPct val="0"/>
              </a:spcAft>
              <a:defRPr sz="2000">
                <a:latin typeface="Arial Narrow" pitchFamily="34" charset="0"/>
              </a:defRPr>
            </a:lvl1pPr>
          </a:lstStyle>
          <a:p>
            <a:pPr algn="ctr"/>
            <a:r>
              <a:rPr lang="es-MX" b="1" dirty="0" err="1"/>
              <a:t>If</a:t>
            </a:r>
            <a:r>
              <a:rPr lang="es-MX" b="1" dirty="0"/>
              <a:t> (VEC[3] &gt; VEC[4])</a:t>
            </a:r>
          </a:p>
          <a:p>
            <a:pPr algn="ctr"/>
            <a:r>
              <a:rPr lang="es-MX" b="1" dirty="0">
                <a:effectLst>
                  <a:outerShdw blurRad="38100" dist="38100" dir="2700000" algn="tl">
                    <a:srgbClr val="000000">
                      <a:alpha val="43137"/>
                    </a:srgbClr>
                  </a:outerShdw>
                </a:effectLst>
              </a:rPr>
              <a:t>NO INTERCAMBIA;</a:t>
            </a:r>
          </a:p>
        </p:txBody>
      </p:sp>
      <p:cxnSp>
        <p:nvCxnSpPr>
          <p:cNvPr id="129" name="AutoShape 23">
            <a:extLst>
              <a:ext uri="{FF2B5EF4-FFF2-40B4-BE49-F238E27FC236}">
                <a16:creationId xmlns:a16="http://schemas.microsoft.com/office/drawing/2014/main" id="{62E19D98-E32A-4EBC-9925-C0DACD2BD542}"/>
              </a:ext>
            </a:extLst>
          </p:cNvPr>
          <p:cNvCxnSpPr>
            <a:cxnSpLocks noChangeShapeType="1"/>
          </p:cNvCxnSpPr>
          <p:nvPr/>
        </p:nvCxnSpPr>
        <p:spPr bwMode="auto">
          <a:xfrm rot="5400000" flipV="1">
            <a:off x="9294751" y="2773708"/>
            <a:ext cx="1588" cy="685800"/>
          </a:xfrm>
          <a:prstGeom prst="bentConnector3">
            <a:avLst>
              <a:gd name="adj1" fmla="val -14400005"/>
            </a:avLst>
          </a:prstGeom>
          <a:noFill/>
          <a:ln w="38100">
            <a:solidFill>
              <a:schemeClr val="tx1"/>
            </a:solidFill>
            <a:miter lim="800000"/>
            <a:headEnd type="triangle" w="med" len="med"/>
            <a:tailEnd type="triangle" w="med" len="med"/>
          </a:ln>
          <a:effectLst>
            <a:prstShdw prst="shdw13" dist="53882" dir="13500000">
              <a:schemeClr val="bg2"/>
            </a:prstShdw>
          </a:effectLst>
        </p:spPr>
      </p:cxnSp>
      <p:grpSp>
        <p:nvGrpSpPr>
          <p:cNvPr id="130" name="Group 24">
            <a:extLst>
              <a:ext uri="{FF2B5EF4-FFF2-40B4-BE49-F238E27FC236}">
                <a16:creationId xmlns:a16="http://schemas.microsoft.com/office/drawing/2014/main" id="{847F8416-CA69-4E34-B14E-E31DCE3F5D38}"/>
              </a:ext>
            </a:extLst>
          </p:cNvPr>
          <p:cNvGrpSpPr>
            <a:grpSpLocks/>
          </p:cNvGrpSpPr>
          <p:nvPr/>
        </p:nvGrpSpPr>
        <p:grpSpPr bwMode="auto">
          <a:xfrm>
            <a:off x="6668241" y="3218521"/>
            <a:ext cx="1212852" cy="608013"/>
            <a:chOff x="3325" y="1607"/>
            <a:chExt cx="764" cy="383"/>
          </a:xfrm>
          <a:solidFill>
            <a:schemeClr val="bg1">
              <a:lumMod val="85000"/>
            </a:schemeClr>
          </a:solidFill>
        </p:grpSpPr>
        <p:sp>
          <p:nvSpPr>
            <p:cNvPr id="131" name="Text Box 25">
              <a:extLst>
                <a:ext uri="{FF2B5EF4-FFF2-40B4-BE49-F238E27FC236}">
                  <a16:creationId xmlns:a16="http://schemas.microsoft.com/office/drawing/2014/main" id="{18E1AF9B-5F1E-4B14-9E3B-ABF3EE218076}"/>
                </a:ext>
              </a:extLst>
            </p:cNvPr>
            <p:cNvSpPr txBox="1">
              <a:spLocks noChangeArrowheads="1"/>
            </p:cNvSpPr>
            <p:nvPr/>
          </p:nvSpPr>
          <p:spPr bwMode="auto">
            <a:xfrm>
              <a:off x="3325" y="1607"/>
              <a:ext cx="336" cy="383"/>
            </a:xfrm>
            <a:prstGeom prst="rect">
              <a:avLst/>
            </a:prstGeom>
            <a:solidFill>
              <a:schemeClr val="bg1">
                <a:lumMod val="65000"/>
              </a:schemeClr>
            </a:solidFill>
            <a:ln w="9525" cap="flat" cmpd="sng" algn="ctr">
              <a:solidFill>
                <a:schemeClr val="tx1"/>
              </a:solidFill>
              <a:prstDash val="solid"/>
              <a:headEnd/>
              <a:tailEnd/>
            </a:ln>
            <a:effectLst>
              <a:outerShdw blurRad="63500" dist="25400" dir="5400000" rotWithShape="0">
                <a:srgbClr val="000000">
                  <a:alpha val="43137"/>
                </a:srgbClr>
              </a:outerShdw>
            </a:effectLst>
          </p:spPr>
          <p:txBody>
            <a:bodyPr wrap="none" anchor="ctr">
              <a:scene3d>
                <a:camera prst="orthographicFront"/>
                <a:lightRig rig="soft" dir="tl">
                  <a:rot lat="0" lon="0" rev="0"/>
                </a:lightRig>
              </a:scene3d>
              <a:sp3d contourW="25400" prstMaterial="matte">
                <a:bevelT w="25400" h="55880" prst="artDeco"/>
                <a:contourClr>
                  <a:schemeClr val="accent2">
                    <a:tint val="20000"/>
                  </a:schemeClr>
                </a:contourClr>
              </a:sp3d>
            </a:bodyPr>
            <a:lstStyle>
              <a:defPPr>
                <a:defRPr lang="es-CO"/>
              </a:defPPr>
              <a:lvl1pPr algn="ctr" fontAlgn="base">
                <a:spcBef>
                  <a:spcPct val="0"/>
                </a:spcBef>
                <a:spcAft>
                  <a:spcPct val="0"/>
                </a:spcAft>
                <a:defRPr sz="3600" b="1" kern="0" spc="50">
                  <a:ln w="11430"/>
                  <a:effectLst>
                    <a:outerShdw blurRad="76200" dist="50800" dir="5400000" algn="tl" rotWithShape="0">
                      <a:srgbClr val="000000">
                        <a:alpha val="65000"/>
                      </a:srgbClr>
                    </a:outerShdw>
                  </a:effectLst>
                  <a:latin typeface="Arial Narrow" pitchFamily="34" charset="0"/>
                </a:defRPr>
              </a:lvl1pPr>
            </a:lstStyle>
            <a:p>
              <a:r>
                <a:rPr lang="es-MX" dirty="0"/>
                <a:t>7</a:t>
              </a:r>
              <a:endParaRPr lang="es-ES" dirty="0"/>
            </a:p>
          </p:txBody>
        </p:sp>
        <p:sp>
          <p:nvSpPr>
            <p:cNvPr id="132" name="Text Box 26">
              <a:extLst>
                <a:ext uri="{FF2B5EF4-FFF2-40B4-BE49-F238E27FC236}">
                  <a16:creationId xmlns:a16="http://schemas.microsoft.com/office/drawing/2014/main" id="{7B9E35D4-28F9-45A2-BDA9-1A09F3FD8DC1}"/>
                </a:ext>
              </a:extLst>
            </p:cNvPr>
            <p:cNvSpPr txBox="1">
              <a:spLocks noChangeArrowheads="1"/>
            </p:cNvSpPr>
            <p:nvPr/>
          </p:nvSpPr>
          <p:spPr bwMode="auto">
            <a:xfrm>
              <a:off x="3753" y="1607"/>
              <a:ext cx="336" cy="383"/>
            </a:xfrm>
            <a:prstGeom prst="rect">
              <a:avLst/>
            </a:prstGeom>
            <a:solidFill>
              <a:schemeClr val="bg1">
                <a:lumMod val="65000"/>
              </a:schemeClr>
            </a:solidFill>
            <a:ln w="9525" cap="flat" cmpd="sng" algn="ctr">
              <a:solidFill>
                <a:schemeClr val="tx1"/>
              </a:solidFill>
              <a:prstDash val="solid"/>
              <a:headEnd/>
              <a:tailEnd/>
            </a:ln>
            <a:effectLst>
              <a:outerShdw blurRad="63500" dist="25400" dir="5400000" rotWithShape="0">
                <a:srgbClr val="000000">
                  <a:alpha val="43137"/>
                </a:srgbClr>
              </a:outerShdw>
            </a:effectLst>
          </p:spPr>
          <p:txBody>
            <a:bodyPr wrap="none" anchor="ctr">
              <a:scene3d>
                <a:camera prst="orthographicFront"/>
                <a:lightRig rig="soft" dir="tl">
                  <a:rot lat="0" lon="0" rev="0"/>
                </a:lightRig>
              </a:scene3d>
              <a:sp3d contourW="25400" prstMaterial="matte">
                <a:bevelT w="25400" h="55880" prst="artDeco"/>
                <a:contourClr>
                  <a:schemeClr val="accent2">
                    <a:tint val="20000"/>
                  </a:schemeClr>
                </a:contourClr>
              </a:sp3d>
            </a:bodyPr>
            <a:lstStyle>
              <a:defPPr>
                <a:defRPr lang="es-CO"/>
              </a:defPPr>
              <a:lvl1pPr algn="ctr" fontAlgn="base">
                <a:spcBef>
                  <a:spcPct val="0"/>
                </a:spcBef>
                <a:spcAft>
                  <a:spcPct val="0"/>
                </a:spcAft>
                <a:defRPr sz="3600" b="1" kern="0" spc="50">
                  <a:ln w="11430"/>
                  <a:effectLst>
                    <a:outerShdw blurRad="76200" dist="50800" dir="5400000" algn="tl" rotWithShape="0">
                      <a:srgbClr val="000000">
                        <a:alpha val="65000"/>
                      </a:srgbClr>
                    </a:outerShdw>
                  </a:effectLst>
                  <a:latin typeface="Arial Narrow" pitchFamily="34" charset="0"/>
                </a:defRPr>
              </a:lvl1pPr>
            </a:lstStyle>
            <a:p>
              <a:r>
                <a:rPr lang="es-MX" dirty="0"/>
                <a:t>8</a:t>
              </a:r>
              <a:endParaRPr lang="es-ES" dirty="0"/>
            </a:p>
          </p:txBody>
        </p:sp>
      </p:grpSp>
      <p:grpSp>
        <p:nvGrpSpPr>
          <p:cNvPr id="133" name="Group 27">
            <a:extLst>
              <a:ext uri="{FF2B5EF4-FFF2-40B4-BE49-F238E27FC236}">
                <a16:creationId xmlns:a16="http://schemas.microsoft.com/office/drawing/2014/main" id="{0306DDE4-7DEB-46DC-AE0D-839C21EB6542}"/>
              </a:ext>
            </a:extLst>
          </p:cNvPr>
          <p:cNvGrpSpPr>
            <a:grpSpLocks/>
          </p:cNvGrpSpPr>
          <p:nvPr/>
        </p:nvGrpSpPr>
        <p:grpSpPr bwMode="auto">
          <a:xfrm>
            <a:off x="7339745" y="3218450"/>
            <a:ext cx="1238251" cy="614365"/>
            <a:chOff x="3321" y="2124"/>
            <a:chExt cx="780" cy="387"/>
          </a:xfrm>
          <a:solidFill>
            <a:schemeClr val="bg1">
              <a:lumMod val="85000"/>
            </a:schemeClr>
          </a:solidFill>
        </p:grpSpPr>
        <p:sp>
          <p:nvSpPr>
            <p:cNvPr id="134" name="Text Box 28">
              <a:extLst>
                <a:ext uri="{FF2B5EF4-FFF2-40B4-BE49-F238E27FC236}">
                  <a16:creationId xmlns:a16="http://schemas.microsoft.com/office/drawing/2014/main" id="{09E2AB4D-BB37-4303-BA98-C1C6FE87E3CD}"/>
                </a:ext>
              </a:extLst>
            </p:cNvPr>
            <p:cNvSpPr txBox="1">
              <a:spLocks noChangeArrowheads="1"/>
            </p:cNvSpPr>
            <p:nvPr/>
          </p:nvSpPr>
          <p:spPr bwMode="auto">
            <a:xfrm>
              <a:off x="3321" y="2128"/>
              <a:ext cx="336" cy="383"/>
            </a:xfrm>
            <a:prstGeom prst="rect">
              <a:avLst/>
            </a:prstGeom>
            <a:solidFill>
              <a:schemeClr val="bg1">
                <a:lumMod val="65000"/>
              </a:schemeClr>
            </a:solidFill>
            <a:ln w="9525" cap="flat" cmpd="sng" algn="ctr">
              <a:solidFill>
                <a:schemeClr val="tx1"/>
              </a:solidFill>
              <a:prstDash val="solid"/>
              <a:headEnd/>
              <a:tailEnd/>
            </a:ln>
            <a:effectLst>
              <a:outerShdw blurRad="63500" dist="25400" dir="5400000" rotWithShape="0">
                <a:srgbClr val="000000">
                  <a:alpha val="43137"/>
                </a:srgbClr>
              </a:outerShdw>
            </a:effectLst>
          </p:spPr>
          <p:txBody>
            <a:bodyPr wrap="none" anchor="ctr">
              <a:scene3d>
                <a:camera prst="orthographicFront"/>
                <a:lightRig rig="soft" dir="tl">
                  <a:rot lat="0" lon="0" rev="0"/>
                </a:lightRig>
              </a:scene3d>
              <a:sp3d contourW="25400" prstMaterial="matte">
                <a:bevelT w="25400" h="55880" prst="artDeco"/>
                <a:contourClr>
                  <a:schemeClr val="accent2">
                    <a:tint val="20000"/>
                  </a:schemeClr>
                </a:contourClr>
              </a:sp3d>
            </a:bodyPr>
            <a:lstStyle>
              <a:defPPr>
                <a:defRPr lang="es-CO"/>
              </a:defPPr>
              <a:lvl1pPr algn="ctr" fontAlgn="base">
                <a:spcBef>
                  <a:spcPct val="0"/>
                </a:spcBef>
                <a:spcAft>
                  <a:spcPct val="0"/>
                </a:spcAft>
                <a:defRPr sz="3600" b="1" kern="0" spc="50">
                  <a:ln w="11430"/>
                  <a:effectLst>
                    <a:outerShdw blurRad="76200" dist="50800" dir="5400000" algn="tl" rotWithShape="0">
                      <a:srgbClr val="000000">
                        <a:alpha val="65000"/>
                      </a:srgbClr>
                    </a:outerShdw>
                  </a:effectLst>
                  <a:latin typeface="Arial Narrow" pitchFamily="34" charset="0"/>
                </a:defRPr>
              </a:lvl1pPr>
            </a:lstStyle>
            <a:p>
              <a:r>
                <a:rPr lang="es-MX" dirty="0"/>
                <a:t>6</a:t>
              </a:r>
              <a:endParaRPr lang="es-ES" dirty="0"/>
            </a:p>
          </p:txBody>
        </p:sp>
        <p:sp>
          <p:nvSpPr>
            <p:cNvPr id="135" name="Text Box 29">
              <a:extLst>
                <a:ext uri="{FF2B5EF4-FFF2-40B4-BE49-F238E27FC236}">
                  <a16:creationId xmlns:a16="http://schemas.microsoft.com/office/drawing/2014/main" id="{3D49CE99-DC13-4721-BB13-3B9F1B36F19C}"/>
                </a:ext>
              </a:extLst>
            </p:cNvPr>
            <p:cNvSpPr txBox="1">
              <a:spLocks noChangeArrowheads="1"/>
            </p:cNvSpPr>
            <p:nvPr/>
          </p:nvSpPr>
          <p:spPr bwMode="auto">
            <a:xfrm>
              <a:off x="3765" y="2124"/>
              <a:ext cx="336" cy="383"/>
            </a:xfrm>
            <a:prstGeom prst="rect">
              <a:avLst/>
            </a:prstGeom>
            <a:solidFill>
              <a:schemeClr val="bg1">
                <a:lumMod val="65000"/>
              </a:schemeClr>
            </a:solidFill>
            <a:ln w="9525" cap="flat" cmpd="sng" algn="ctr">
              <a:solidFill>
                <a:schemeClr val="tx1"/>
              </a:solidFill>
              <a:prstDash val="solid"/>
              <a:headEnd/>
              <a:tailEnd/>
            </a:ln>
            <a:effectLst>
              <a:outerShdw blurRad="63500" dist="25400" dir="5400000" rotWithShape="0">
                <a:srgbClr val="000000">
                  <a:alpha val="43137"/>
                </a:srgbClr>
              </a:outerShdw>
            </a:effectLst>
          </p:spPr>
          <p:txBody>
            <a:bodyPr wrap="none" anchor="ctr">
              <a:scene3d>
                <a:camera prst="orthographicFront"/>
                <a:lightRig rig="soft" dir="tl">
                  <a:rot lat="0" lon="0" rev="0"/>
                </a:lightRig>
              </a:scene3d>
              <a:sp3d contourW="25400" prstMaterial="matte">
                <a:bevelT w="25400" h="55880" prst="artDeco"/>
                <a:contourClr>
                  <a:schemeClr val="accent2">
                    <a:tint val="20000"/>
                  </a:schemeClr>
                </a:contourClr>
              </a:sp3d>
            </a:bodyPr>
            <a:lstStyle>
              <a:defPPr>
                <a:defRPr lang="es-CO"/>
              </a:defPPr>
              <a:lvl1pPr algn="ctr" fontAlgn="base">
                <a:spcBef>
                  <a:spcPct val="0"/>
                </a:spcBef>
                <a:spcAft>
                  <a:spcPct val="0"/>
                </a:spcAft>
                <a:defRPr sz="3600" b="1" kern="0" spc="50">
                  <a:ln w="11430"/>
                  <a:effectLst>
                    <a:outerShdw blurRad="76200" dist="50800" dir="5400000" algn="tl" rotWithShape="0">
                      <a:srgbClr val="000000">
                        <a:alpha val="65000"/>
                      </a:srgbClr>
                    </a:outerShdw>
                  </a:effectLst>
                  <a:latin typeface="Arial Narrow" pitchFamily="34" charset="0"/>
                </a:defRPr>
              </a:lvl1pPr>
            </a:lstStyle>
            <a:p>
              <a:r>
                <a:rPr lang="es-MX" dirty="0"/>
                <a:t>8</a:t>
              </a:r>
              <a:endParaRPr lang="es-ES" dirty="0"/>
            </a:p>
          </p:txBody>
        </p:sp>
      </p:grpSp>
      <p:grpSp>
        <p:nvGrpSpPr>
          <p:cNvPr id="136" name="Group 37">
            <a:extLst>
              <a:ext uri="{FF2B5EF4-FFF2-40B4-BE49-F238E27FC236}">
                <a16:creationId xmlns:a16="http://schemas.microsoft.com/office/drawing/2014/main" id="{259FC1D1-3181-4B16-9B4F-25483894248F}"/>
              </a:ext>
            </a:extLst>
          </p:cNvPr>
          <p:cNvGrpSpPr>
            <a:grpSpLocks/>
          </p:cNvGrpSpPr>
          <p:nvPr/>
        </p:nvGrpSpPr>
        <p:grpSpPr bwMode="auto">
          <a:xfrm>
            <a:off x="5602436" y="914400"/>
            <a:ext cx="4495800" cy="874713"/>
            <a:chOff x="2736" y="1623"/>
            <a:chExt cx="2832" cy="551"/>
          </a:xfrm>
          <a:solidFill>
            <a:schemeClr val="bg1">
              <a:lumMod val="85000"/>
            </a:schemeClr>
          </a:solidFill>
        </p:grpSpPr>
        <p:sp>
          <p:nvSpPr>
            <p:cNvPr id="137" name="Rectangle 38">
              <a:extLst>
                <a:ext uri="{FF2B5EF4-FFF2-40B4-BE49-F238E27FC236}">
                  <a16:creationId xmlns:a16="http://schemas.microsoft.com/office/drawing/2014/main" id="{EBBBE488-BFB5-4DAA-9518-4B2EC37AFC02}"/>
                </a:ext>
              </a:extLst>
            </p:cNvPr>
            <p:cNvSpPr>
              <a:spLocks noChangeArrowheads="1"/>
            </p:cNvSpPr>
            <p:nvPr/>
          </p:nvSpPr>
          <p:spPr bwMode="auto">
            <a:xfrm>
              <a:off x="3415" y="1623"/>
              <a:ext cx="431" cy="432"/>
            </a:xfrm>
            <a:prstGeom prst="rect">
              <a:avLst/>
            </a:prstGeom>
            <a:grpFill/>
            <a:ln w="38100">
              <a:solidFill>
                <a:schemeClr val="tx1"/>
              </a:solidFill>
              <a:miter lim="800000"/>
              <a:headEnd/>
              <a:tailEnd/>
            </a:ln>
          </p:spPr>
          <p:txBody>
            <a:bodyPr wrap="none" anchor="ctr"/>
            <a:lstStyle/>
            <a:p>
              <a:endParaRPr lang="es-ES" sz="3200">
                <a:latin typeface="Arial Narrow" pitchFamily="34" charset="0"/>
              </a:endParaRPr>
            </a:p>
          </p:txBody>
        </p:sp>
        <p:sp>
          <p:nvSpPr>
            <p:cNvPr id="138" name="Rectangle 39">
              <a:extLst>
                <a:ext uri="{FF2B5EF4-FFF2-40B4-BE49-F238E27FC236}">
                  <a16:creationId xmlns:a16="http://schemas.microsoft.com/office/drawing/2014/main" id="{15A5ADC2-6A4B-4847-B051-56DB64E64AE9}"/>
                </a:ext>
              </a:extLst>
            </p:cNvPr>
            <p:cNvSpPr>
              <a:spLocks noChangeArrowheads="1"/>
            </p:cNvSpPr>
            <p:nvPr/>
          </p:nvSpPr>
          <p:spPr bwMode="auto">
            <a:xfrm>
              <a:off x="3846" y="1623"/>
              <a:ext cx="430" cy="432"/>
            </a:xfrm>
            <a:prstGeom prst="rect">
              <a:avLst/>
            </a:prstGeom>
            <a:grpFill/>
            <a:ln w="38100">
              <a:solidFill>
                <a:schemeClr val="tx1"/>
              </a:solidFill>
              <a:miter lim="800000"/>
              <a:headEnd/>
              <a:tailEnd/>
            </a:ln>
          </p:spPr>
          <p:txBody>
            <a:bodyPr wrap="none" anchor="ctr"/>
            <a:lstStyle/>
            <a:p>
              <a:endParaRPr lang="es-ES" sz="3200">
                <a:latin typeface="Arial Narrow" pitchFamily="34" charset="0"/>
              </a:endParaRPr>
            </a:p>
          </p:txBody>
        </p:sp>
        <p:sp>
          <p:nvSpPr>
            <p:cNvPr id="139" name="Rectangle 40">
              <a:extLst>
                <a:ext uri="{FF2B5EF4-FFF2-40B4-BE49-F238E27FC236}">
                  <a16:creationId xmlns:a16="http://schemas.microsoft.com/office/drawing/2014/main" id="{075BA9A1-2798-4FE4-85F1-455629864FD3}"/>
                </a:ext>
              </a:extLst>
            </p:cNvPr>
            <p:cNvSpPr>
              <a:spLocks noChangeArrowheads="1"/>
            </p:cNvSpPr>
            <p:nvPr/>
          </p:nvSpPr>
          <p:spPr bwMode="auto">
            <a:xfrm>
              <a:off x="4276" y="1623"/>
              <a:ext cx="431" cy="432"/>
            </a:xfrm>
            <a:prstGeom prst="rect">
              <a:avLst/>
            </a:prstGeom>
            <a:grpFill/>
            <a:ln w="38100">
              <a:solidFill>
                <a:schemeClr val="tx1"/>
              </a:solidFill>
              <a:miter lim="800000"/>
              <a:headEnd/>
              <a:tailEnd/>
            </a:ln>
          </p:spPr>
          <p:txBody>
            <a:bodyPr wrap="none" anchor="ctr"/>
            <a:lstStyle/>
            <a:p>
              <a:endParaRPr lang="es-ES" sz="3200">
                <a:latin typeface="Arial Narrow" pitchFamily="34" charset="0"/>
              </a:endParaRPr>
            </a:p>
          </p:txBody>
        </p:sp>
        <p:sp>
          <p:nvSpPr>
            <p:cNvPr id="140" name="Rectangle 41">
              <a:extLst>
                <a:ext uri="{FF2B5EF4-FFF2-40B4-BE49-F238E27FC236}">
                  <a16:creationId xmlns:a16="http://schemas.microsoft.com/office/drawing/2014/main" id="{6B3BF7ED-62E3-4D3E-826B-EFB35ECEDF98}"/>
                </a:ext>
              </a:extLst>
            </p:cNvPr>
            <p:cNvSpPr>
              <a:spLocks noChangeArrowheads="1"/>
            </p:cNvSpPr>
            <p:nvPr/>
          </p:nvSpPr>
          <p:spPr bwMode="auto">
            <a:xfrm>
              <a:off x="4707" y="1623"/>
              <a:ext cx="430" cy="432"/>
            </a:xfrm>
            <a:prstGeom prst="rect">
              <a:avLst/>
            </a:prstGeom>
            <a:grpFill/>
            <a:ln w="38100">
              <a:solidFill>
                <a:schemeClr val="tx1"/>
              </a:solidFill>
              <a:miter lim="800000"/>
              <a:headEnd/>
              <a:tailEnd/>
            </a:ln>
          </p:spPr>
          <p:txBody>
            <a:bodyPr wrap="none" anchor="ctr"/>
            <a:lstStyle/>
            <a:p>
              <a:endParaRPr lang="es-ES" sz="3200">
                <a:latin typeface="Arial Narrow" pitchFamily="34" charset="0"/>
              </a:endParaRPr>
            </a:p>
          </p:txBody>
        </p:sp>
        <p:sp>
          <p:nvSpPr>
            <p:cNvPr id="141" name="Rectangle 42">
              <a:extLst>
                <a:ext uri="{FF2B5EF4-FFF2-40B4-BE49-F238E27FC236}">
                  <a16:creationId xmlns:a16="http://schemas.microsoft.com/office/drawing/2014/main" id="{F493093E-112F-402C-B8F0-51DDE5034762}"/>
                </a:ext>
              </a:extLst>
            </p:cNvPr>
            <p:cNvSpPr>
              <a:spLocks noChangeArrowheads="1"/>
            </p:cNvSpPr>
            <p:nvPr/>
          </p:nvSpPr>
          <p:spPr bwMode="auto">
            <a:xfrm>
              <a:off x="5137" y="1623"/>
              <a:ext cx="431" cy="432"/>
            </a:xfrm>
            <a:prstGeom prst="rect">
              <a:avLst/>
            </a:prstGeom>
            <a:grpFill/>
            <a:ln w="38100">
              <a:solidFill>
                <a:schemeClr val="tx1"/>
              </a:solidFill>
              <a:miter lim="800000"/>
              <a:headEnd/>
              <a:tailEnd/>
            </a:ln>
          </p:spPr>
          <p:txBody>
            <a:bodyPr wrap="none" anchor="ctr"/>
            <a:lstStyle/>
            <a:p>
              <a:endParaRPr lang="es-ES" sz="3200">
                <a:latin typeface="Arial Narrow" pitchFamily="34" charset="0"/>
              </a:endParaRPr>
            </a:p>
          </p:txBody>
        </p:sp>
        <p:sp>
          <p:nvSpPr>
            <p:cNvPr id="142" name="Text Box 43">
              <a:extLst>
                <a:ext uri="{FF2B5EF4-FFF2-40B4-BE49-F238E27FC236}">
                  <a16:creationId xmlns:a16="http://schemas.microsoft.com/office/drawing/2014/main" id="{B3A7D0FB-87E5-47A0-A9FF-26158E3A9044}"/>
                </a:ext>
              </a:extLst>
            </p:cNvPr>
            <p:cNvSpPr txBox="1">
              <a:spLocks noChangeArrowheads="1"/>
            </p:cNvSpPr>
            <p:nvPr/>
          </p:nvSpPr>
          <p:spPr bwMode="auto">
            <a:xfrm>
              <a:off x="2736" y="1651"/>
              <a:ext cx="715" cy="523"/>
            </a:xfrm>
            <a:prstGeom prst="rect">
              <a:avLst/>
            </a:prstGeom>
            <a:noFill/>
            <a:ln w="9525">
              <a:noFill/>
              <a:miter lim="800000"/>
              <a:headEnd/>
              <a:tailEnd/>
            </a:ln>
          </p:spPr>
          <p:txBody>
            <a:bodyPr>
              <a:spAutoFit/>
            </a:bodyPr>
            <a:lstStyle/>
            <a:p>
              <a:pPr algn="l">
                <a:spcBef>
                  <a:spcPct val="50000"/>
                </a:spcBef>
              </a:pPr>
              <a:r>
                <a:rPr lang="es-MX" sz="3200" b="1" dirty="0">
                  <a:latin typeface="Arial Narrow" pitchFamily="34" charset="0"/>
                </a:rPr>
                <a:t>VEC</a:t>
              </a:r>
              <a:br>
                <a:rPr lang="es-MX" sz="3200" b="1" dirty="0">
                  <a:latin typeface="Arial Narrow" pitchFamily="34" charset="0"/>
                </a:rPr>
              </a:br>
              <a:r>
                <a:rPr lang="es-MX" sz="1600" b="1" dirty="0">
                  <a:latin typeface="Arial Narrow" pitchFamily="34" charset="0"/>
                </a:rPr>
                <a:t>1er. Pasón</a:t>
              </a:r>
              <a:endParaRPr lang="es-ES" sz="3200" b="1" dirty="0">
                <a:latin typeface="Arial Narrow" pitchFamily="34" charset="0"/>
              </a:endParaRPr>
            </a:p>
          </p:txBody>
        </p:sp>
        <p:sp>
          <p:nvSpPr>
            <p:cNvPr id="143" name="Rectangle 45">
              <a:extLst>
                <a:ext uri="{FF2B5EF4-FFF2-40B4-BE49-F238E27FC236}">
                  <a16:creationId xmlns:a16="http://schemas.microsoft.com/office/drawing/2014/main" id="{7942C736-BBE4-40DD-A561-B69B3CDE0A35}"/>
                </a:ext>
              </a:extLst>
            </p:cNvPr>
            <p:cNvSpPr>
              <a:spLocks noChangeArrowheads="1"/>
            </p:cNvSpPr>
            <p:nvPr/>
          </p:nvSpPr>
          <p:spPr bwMode="auto">
            <a:xfrm>
              <a:off x="5166" y="1644"/>
              <a:ext cx="361" cy="384"/>
            </a:xfrm>
            <a:prstGeom prst="rect">
              <a:avLst/>
            </a:prstGeom>
            <a:grpFill/>
            <a:ln w="9525" cap="flat" cmpd="sng" algn="ctr">
              <a:solidFill>
                <a:schemeClr val="tx1"/>
              </a:solidFill>
              <a:prstDash val="solid"/>
              <a:headEnd/>
              <a:tailEnd/>
            </a:ln>
            <a:effectLst>
              <a:outerShdw blurRad="63500" dist="25400" dir="5400000" rotWithShape="0">
                <a:srgbClr val="000000">
                  <a:alpha val="43137"/>
                </a:srgbClr>
              </a:outerShdw>
            </a:effectLst>
          </p:spPr>
          <p:txBody>
            <a:bodyPr wrap="none" anchor="ct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fontAlgn="base">
                <a:spcBef>
                  <a:spcPct val="0"/>
                </a:spcBef>
                <a:spcAft>
                  <a:spcPct val="0"/>
                </a:spcAft>
              </a:pPr>
              <a:r>
                <a:rPr lang="es-MX" sz="3600" b="1" kern="0" spc="50" dirty="0">
                  <a:ln w="11430"/>
                  <a:effectLst>
                    <a:outerShdw blurRad="76200" dist="50800" dir="5400000" algn="tl" rotWithShape="0">
                      <a:srgbClr val="000000">
                        <a:alpha val="65000"/>
                      </a:srgbClr>
                    </a:outerShdw>
                  </a:effectLst>
                  <a:latin typeface="Arial Narrow" pitchFamily="34" charset="0"/>
                </a:rPr>
                <a:t>10</a:t>
              </a:r>
              <a:endParaRPr lang="es-ES" sz="3600" b="1" kern="0" spc="50" dirty="0">
                <a:ln w="11430"/>
                <a:effectLst>
                  <a:outerShdw blurRad="76200" dist="50800" dir="5400000" algn="tl" rotWithShape="0">
                    <a:srgbClr val="000000">
                      <a:alpha val="65000"/>
                    </a:srgbClr>
                  </a:outerShdw>
                </a:effectLst>
                <a:latin typeface="Arial Narrow" pitchFamily="34" charset="0"/>
              </a:endParaRPr>
            </a:p>
          </p:txBody>
        </p:sp>
        <p:sp>
          <p:nvSpPr>
            <p:cNvPr id="144" name="Rectangle 46">
              <a:extLst>
                <a:ext uri="{FF2B5EF4-FFF2-40B4-BE49-F238E27FC236}">
                  <a16:creationId xmlns:a16="http://schemas.microsoft.com/office/drawing/2014/main" id="{817DB7A8-3724-486C-ABFD-227560172760}"/>
                </a:ext>
              </a:extLst>
            </p:cNvPr>
            <p:cNvSpPr>
              <a:spLocks noChangeArrowheads="1"/>
            </p:cNvSpPr>
            <p:nvPr/>
          </p:nvSpPr>
          <p:spPr bwMode="auto">
            <a:xfrm>
              <a:off x="4740" y="1644"/>
              <a:ext cx="361" cy="384"/>
            </a:xfrm>
            <a:prstGeom prst="rect">
              <a:avLst/>
            </a:prstGeom>
            <a:solidFill>
              <a:schemeClr val="bg1">
                <a:lumMod val="65000"/>
              </a:schemeClr>
            </a:solidFill>
            <a:ln w="9525" cap="flat" cmpd="sng" algn="ctr">
              <a:solidFill>
                <a:schemeClr val="tx1"/>
              </a:solidFill>
              <a:prstDash val="solid"/>
              <a:headEnd/>
              <a:tailEnd/>
            </a:ln>
            <a:effectLst>
              <a:outerShdw blurRad="63500" dist="25400" dir="5400000" rotWithShape="0">
                <a:srgbClr val="000000">
                  <a:alpha val="43137"/>
                </a:srgbClr>
              </a:outerShdw>
            </a:effectLst>
          </p:spPr>
          <p:txBody>
            <a:bodyPr wrap="none" anchor="ct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fontAlgn="base">
                <a:spcBef>
                  <a:spcPct val="0"/>
                </a:spcBef>
                <a:spcAft>
                  <a:spcPct val="0"/>
                </a:spcAft>
              </a:pPr>
              <a:r>
                <a:rPr lang="es-MX" sz="3600" b="1" kern="0" spc="50" dirty="0">
                  <a:ln w="11430"/>
                  <a:effectLst>
                    <a:outerShdw blurRad="76200" dist="50800" dir="5400000" algn="tl" rotWithShape="0">
                      <a:srgbClr val="000000">
                        <a:alpha val="65000"/>
                      </a:srgbClr>
                    </a:outerShdw>
                  </a:effectLst>
                  <a:latin typeface="Arial Narrow" pitchFamily="34" charset="0"/>
                </a:rPr>
                <a:t>6</a:t>
              </a:r>
              <a:endParaRPr lang="es-ES" sz="3600" b="1" kern="0" spc="50" dirty="0">
                <a:ln w="11430"/>
                <a:effectLst>
                  <a:outerShdw blurRad="76200" dist="50800" dir="5400000" algn="tl" rotWithShape="0">
                    <a:srgbClr val="000000">
                      <a:alpha val="65000"/>
                    </a:srgbClr>
                  </a:outerShdw>
                </a:effectLst>
                <a:latin typeface="Arial Narrow" pitchFamily="34" charset="0"/>
              </a:endParaRPr>
            </a:p>
          </p:txBody>
        </p:sp>
        <p:sp>
          <p:nvSpPr>
            <p:cNvPr id="145" name="Rectangle 47">
              <a:extLst>
                <a:ext uri="{FF2B5EF4-FFF2-40B4-BE49-F238E27FC236}">
                  <a16:creationId xmlns:a16="http://schemas.microsoft.com/office/drawing/2014/main" id="{1663264D-2C51-40C1-A356-7345780FDF53}"/>
                </a:ext>
              </a:extLst>
            </p:cNvPr>
            <p:cNvSpPr>
              <a:spLocks noChangeArrowheads="1"/>
            </p:cNvSpPr>
            <p:nvPr/>
          </p:nvSpPr>
          <p:spPr bwMode="auto">
            <a:xfrm>
              <a:off x="4308" y="1644"/>
              <a:ext cx="361" cy="384"/>
            </a:xfrm>
            <a:prstGeom prst="rect">
              <a:avLst/>
            </a:prstGeom>
            <a:solidFill>
              <a:schemeClr val="bg1">
                <a:lumMod val="65000"/>
              </a:schemeClr>
            </a:solidFill>
            <a:ln w="9525" cap="flat" cmpd="sng" algn="ctr">
              <a:solidFill>
                <a:schemeClr val="tx1"/>
              </a:solidFill>
              <a:prstDash val="solid"/>
              <a:headEnd/>
              <a:tailEnd/>
            </a:ln>
            <a:effectLst>
              <a:outerShdw blurRad="63500" dist="25400" dir="5400000" rotWithShape="0">
                <a:srgbClr val="000000">
                  <a:alpha val="43137"/>
                </a:srgbClr>
              </a:outerShdw>
            </a:effectLst>
          </p:spPr>
          <p:txBody>
            <a:bodyPr wrap="none" anchor="ct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fontAlgn="base">
                <a:spcBef>
                  <a:spcPct val="0"/>
                </a:spcBef>
                <a:spcAft>
                  <a:spcPct val="0"/>
                </a:spcAft>
              </a:pPr>
              <a:r>
                <a:rPr lang="es-MX" sz="3600" b="1" kern="0" spc="50" dirty="0">
                  <a:ln w="11430"/>
                  <a:effectLst>
                    <a:outerShdw blurRad="76200" dist="50800" dir="5400000" algn="tl" rotWithShape="0">
                      <a:srgbClr val="000000">
                        <a:alpha val="65000"/>
                      </a:srgbClr>
                    </a:outerShdw>
                  </a:effectLst>
                  <a:latin typeface="Arial Narrow" pitchFamily="34" charset="0"/>
                </a:rPr>
                <a:t>7</a:t>
              </a:r>
              <a:endParaRPr lang="es-ES" sz="3600" b="1" kern="0" spc="50" dirty="0">
                <a:ln w="11430"/>
                <a:effectLst>
                  <a:outerShdw blurRad="76200" dist="50800" dir="5400000" algn="tl" rotWithShape="0">
                    <a:srgbClr val="000000">
                      <a:alpha val="65000"/>
                    </a:srgbClr>
                  </a:outerShdw>
                </a:effectLst>
                <a:latin typeface="Arial Narrow" pitchFamily="34" charset="0"/>
              </a:endParaRPr>
            </a:p>
          </p:txBody>
        </p:sp>
        <p:sp>
          <p:nvSpPr>
            <p:cNvPr id="146" name="Rectangle 48">
              <a:extLst>
                <a:ext uri="{FF2B5EF4-FFF2-40B4-BE49-F238E27FC236}">
                  <a16:creationId xmlns:a16="http://schemas.microsoft.com/office/drawing/2014/main" id="{F2EE2B6E-57D9-4CE1-9E2A-86560BE9FA08}"/>
                </a:ext>
              </a:extLst>
            </p:cNvPr>
            <p:cNvSpPr>
              <a:spLocks noChangeArrowheads="1"/>
            </p:cNvSpPr>
            <p:nvPr/>
          </p:nvSpPr>
          <p:spPr bwMode="auto">
            <a:xfrm>
              <a:off x="3876" y="1644"/>
              <a:ext cx="361" cy="384"/>
            </a:xfrm>
            <a:prstGeom prst="rect">
              <a:avLst/>
            </a:prstGeom>
            <a:solidFill>
              <a:schemeClr val="bg1">
                <a:lumMod val="65000"/>
              </a:schemeClr>
            </a:solidFill>
            <a:ln w="9525" cap="flat" cmpd="sng" algn="ctr">
              <a:solidFill>
                <a:schemeClr val="tx1"/>
              </a:solidFill>
              <a:prstDash val="solid"/>
              <a:headEnd/>
              <a:tailEnd/>
            </a:ln>
            <a:effectLst>
              <a:outerShdw blurRad="63500" dist="25400" dir="5400000" rotWithShape="0">
                <a:srgbClr val="000000">
                  <a:alpha val="43137"/>
                </a:srgbClr>
              </a:outerShdw>
            </a:effectLst>
          </p:spPr>
          <p:txBody>
            <a:bodyPr wrap="none" anchor="ct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fontAlgn="base">
                <a:spcBef>
                  <a:spcPct val="0"/>
                </a:spcBef>
                <a:spcAft>
                  <a:spcPct val="0"/>
                </a:spcAft>
              </a:pPr>
              <a:r>
                <a:rPr lang="es-MX" sz="3600" b="1" kern="0" spc="50" dirty="0">
                  <a:ln w="11430"/>
                  <a:effectLst>
                    <a:outerShdw blurRad="76200" dist="50800" dir="5400000" algn="tl" rotWithShape="0">
                      <a:srgbClr val="000000">
                        <a:alpha val="65000"/>
                      </a:srgbClr>
                    </a:outerShdw>
                  </a:effectLst>
                  <a:latin typeface="Arial Narrow" pitchFamily="34" charset="0"/>
                </a:rPr>
                <a:t>8</a:t>
              </a:r>
              <a:endParaRPr lang="es-ES" sz="3600" b="1" kern="0" spc="50" dirty="0">
                <a:ln w="11430"/>
                <a:effectLst>
                  <a:outerShdw blurRad="76200" dist="50800" dir="5400000" algn="tl" rotWithShape="0">
                    <a:srgbClr val="000000">
                      <a:alpha val="65000"/>
                    </a:srgbClr>
                  </a:outerShdw>
                </a:effectLst>
                <a:latin typeface="Arial Narrow" pitchFamily="34" charset="0"/>
              </a:endParaRPr>
            </a:p>
          </p:txBody>
        </p:sp>
        <p:sp>
          <p:nvSpPr>
            <p:cNvPr id="147" name="Rectangle 49">
              <a:extLst>
                <a:ext uri="{FF2B5EF4-FFF2-40B4-BE49-F238E27FC236}">
                  <a16:creationId xmlns:a16="http://schemas.microsoft.com/office/drawing/2014/main" id="{DF923714-0D6C-4B9C-831D-5D4B2187B080}"/>
                </a:ext>
              </a:extLst>
            </p:cNvPr>
            <p:cNvSpPr>
              <a:spLocks noChangeArrowheads="1"/>
            </p:cNvSpPr>
            <p:nvPr/>
          </p:nvSpPr>
          <p:spPr bwMode="auto">
            <a:xfrm>
              <a:off x="3448" y="1644"/>
              <a:ext cx="361" cy="384"/>
            </a:xfrm>
            <a:prstGeom prst="rect">
              <a:avLst/>
            </a:prstGeom>
            <a:solidFill>
              <a:schemeClr val="bg1">
                <a:lumMod val="65000"/>
              </a:schemeClr>
            </a:solidFill>
            <a:ln w="9525" cap="flat" cmpd="sng" algn="ctr">
              <a:solidFill>
                <a:schemeClr val="tx1"/>
              </a:solidFill>
              <a:prstDash val="solid"/>
              <a:headEnd/>
              <a:tailEnd/>
            </a:ln>
            <a:effectLst>
              <a:outerShdw blurRad="63500" dist="25400" dir="5400000" rotWithShape="0">
                <a:srgbClr val="000000">
                  <a:alpha val="43137"/>
                </a:srgbClr>
              </a:outerShdw>
            </a:effectLst>
          </p:spPr>
          <p:txBody>
            <a:bodyPr wrap="none" anchor="ct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fontAlgn="base">
                <a:spcBef>
                  <a:spcPct val="0"/>
                </a:spcBef>
                <a:spcAft>
                  <a:spcPct val="0"/>
                </a:spcAft>
              </a:pPr>
              <a:r>
                <a:rPr lang="es-MX" sz="3600" b="1" kern="0" spc="50" dirty="0">
                  <a:ln w="11430"/>
                  <a:effectLst>
                    <a:outerShdw blurRad="76200" dist="50800" dir="5400000" algn="tl" rotWithShape="0">
                      <a:srgbClr val="000000">
                        <a:alpha val="65000"/>
                      </a:srgbClr>
                    </a:outerShdw>
                  </a:effectLst>
                  <a:latin typeface="Arial Narrow" pitchFamily="34" charset="0"/>
                </a:rPr>
                <a:t>9</a:t>
              </a:r>
              <a:endParaRPr lang="es-ES" sz="3600" b="1" kern="0" spc="50" dirty="0">
                <a:ln w="11430"/>
                <a:effectLst>
                  <a:outerShdw blurRad="76200" dist="50800" dir="5400000" algn="tl" rotWithShape="0">
                    <a:srgbClr val="000000">
                      <a:alpha val="65000"/>
                    </a:srgbClr>
                  </a:outerShdw>
                </a:effectLst>
                <a:latin typeface="Arial Narrow" pitchFamily="34" charset="0"/>
              </a:endParaRPr>
            </a:p>
          </p:txBody>
        </p:sp>
      </p:grpSp>
      <p:grpSp>
        <p:nvGrpSpPr>
          <p:cNvPr id="148" name="Group 37">
            <a:extLst>
              <a:ext uri="{FF2B5EF4-FFF2-40B4-BE49-F238E27FC236}">
                <a16:creationId xmlns:a16="http://schemas.microsoft.com/office/drawing/2014/main" id="{100105E6-0222-4CA8-A5FF-F67E3652722F}"/>
              </a:ext>
            </a:extLst>
          </p:cNvPr>
          <p:cNvGrpSpPr>
            <a:grpSpLocks/>
          </p:cNvGrpSpPr>
          <p:nvPr/>
        </p:nvGrpSpPr>
        <p:grpSpPr bwMode="auto">
          <a:xfrm>
            <a:off x="5602436" y="1922512"/>
            <a:ext cx="4495800" cy="874713"/>
            <a:chOff x="2736" y="1623"/>
            <a:chExt cx="2832" cy="551"/>
          </a:xfrm>
          <a:solidFill>
            <a:schemeClr val="bg1">
              <a:lumMod val="85000"/>
            </a:schemeClr>
          </a:solidFill>
        </p:grpSpPr>
        <p:sp>
          <p:nvSpPr>
            <p:cNvPr id="149" name="Rectangle 38">
              <a:extLst>
                <a:ext uri="{FF2B5EF4-FFF2-40B4-BE49-F238E27FC236}">
                  <a16:creationId xmlns:a16="http://schemas.microsoft.com/office/drawing/2014/main" id="{230BCF59-A632-4E10-A081-B189137F7A89}"/>
                </a:ext>
              </a:extLst>
            </p:cNvPr>
            <p:cNvSpPr>
              <a:spLocks noChangeArrowheads="1"/>
            </p:cNvSpPr>
            <p:nvPr/>
          </p:nvSpPr>
          <p:spPr bwMode="auto">
            <a:xfrm>
              <a:off x="3415" y="1623"/>
              <a:ext cx="431" cy="432"/>
            </a:xfrm>
            <a:prstGeom prst="rect">
              <a:avLst/>
            </a:prstGeom>
            <a:grpFill/>
            <a:ln w="38100">
              <a:solidFill>
                <a:schemeClr val="tx1"/>
              </a:solidFill>
              <a:miter lim="800000"/>
              <a:headEnd/>
              <a:tailEnd/>
            </a:ln>
          </p:spPr>
          <p:txBody>
            <a:bodyPr wrap="none" anchor="ctr"/>
            <a:lstStyle/>
            <a:p>
              <a:endParaRPr lang="es-ES" sz="3200">
                <a:latin typeface="Arial Narrow" pitchFamily="34" charset="0"/>
              </a:endParaRPr>
            </a:p>
          </p:txBody>
        </p:sp>
        <p:sp>
          <p:nvSpPr>
            <p:cNvPr id="150" name="Rectangle 39">
              <a:extLst>
                <a:ext uri="{FF2B5EF4-FFF2-40B4-BE49-F238E27FC236}">
                  <a16:creationId xmlns:a16="http://schemas.microsoft.com/office/drawing/2014/main" id="{ADDD648C-CFEB-47FC-88F6-847C54203355}"/>
                </a:ext>
              </a:extLst>
            </p:cNvPr>
            <p:cNvSpPr>
              <a:spLocks noChangeArrowheads="1"/>
            </p:cNvSpPr>
            <p:nvPr/>
          </p:nvSpPr>
          <p:spPr bwMode="auto">
            <a:xfrm>
              <a:off x="3846" y="1623"/>
              <a:ext cx="430" cy="432"/>
            </a:xfrm>
            <a:prstGeom prst="rect">
              <a:avLst/>
            </a:prstGeom>
            <a:grpFill/>
            <a:ln w="38100">
              <a:solidFill>
                <a:schemeClr val="tx1"/>
              </a:solidFill>
              <a:miter lim="800000"/>
              <a:headEnd/>
              <a:tailEnd/>
            </a:ln>
          </p:spPr>
          <p:txBody>
            <a:bodyPr wrap="none" anchor="ctr"/>
            <a:lstStyle/>
            <a:p>
              <a:endParaRPr lang="es-ES" sz="3200">
                <a:latin typeface="Arial Narrow" pitchFamily="34" charset="0"/>
              </a:endParaRPr>
            </a:p>
          </p:txBody>
        </p:sp>
        <p:sp>
          <p:nvSpPr>
            <p:cNvPr id="151" name="Rectangle 40">
              <a:extLst>
                <a:ext uri="{FF2B5EF4-FFF2-40B4-BE49-F238E27FC236}">
                  <a16:creationId xmlns:a16="http://schemas.microsoft.com/office/drawing/2014/main" id="{E8A2DD22-1035-464F-A1C3-485D7672B5E9}"/>
                </a:ext>
              </a:extLst>
            </p:cNvPr>
            <p:cNvSpPr>
              <a:spLocks noChangeArrowheads="1"/>
            </p:cNvSpPr>
            <p:nvPr/>
          </p:nvSpPr>
          <p:spPr bwMode="auto">
            <a:xfrm>
              <a:off x="4276" y="1623"/>
              <a:ext cx="431" cy="432"/>
            </a:xfrm>
            <a:prstGeom prst="rect">
              <a:avLst/>
            </a:prstGeom>
            <a:grpFill/>
            <a:ln w="38100">
              <a:solidFill>
                <a:schemeClr val="tx1"/>
              </a:solidFill>
              <a:miter lim="800000"/>
              <a:headEnd/>
              <a:tailEnd/>
            </a:ln>
          </p:spPr>
          <p:txBody>
            <a:bodyPr wrap="none" anchor="ctr"/>
            <a:lstStyle/>
            <a:p>
              <a:endParaRPr lang="es-ES" sz="3200">
                <a:latin typeface="Arial Narrow" pitchFamily="34" charset="0"/>
              </a:endParaRPr>
            </a:p>
          </p:txBody>
        </p:sp>
        <p:sp>
          <p:nvSpPr>
            <p:cNvPr id="152" name="Rectangle 41">
              <a:extLst>
                <a:ext uri="{FF2B5EF4-FFF2-40B4-BE49-F238E27FC236}">
                  <a16:creationId xmlns:a16="http://schemas.microsoft.com/office/drawing/2014/main" id="{DBBDE41D-CA85-4D90-BE9C-ED44701D86F6}"/>
                </a:ext>
              </a:extLst>
            </p:cNvPr>
            <p:cNvSpPr>
              <a:spLocks noChangeArrowheads="1"/>
            </p:cNvSpPr>
            <p:nvPr/>
          </p:nvSpPr>
          <p:spPr bwMode="auto">
            <a:xfrm>
              <a:off x="4707" y="1623"/>
              <a:ext cx="430" cy="432"/>
            </a:xfrm>
            <a:prstGeom prst="rect">
              <a:avLst/>
            </a:prstGeom>
            <a:grpFill/>
            <a:ln w="38100">
              <a:solidFill>
                <a:schemeClr val="tx1"/>
              </a:solidFill>
              <a:miter lim="800000"/>
              <a:headEnd/>
              <a:tailEnd/>
            </a:ln>
          </p:spPr>
          <p:txBody>
            <a:bodyPr wrap="none" anchor="ctr"/>
            <a:lstStyle/>
            <a:p>
              <a:endParaRPr lang="es-ES" sz="3200">
                <a:latin typeface="Arial Narrow" pitchFamily="34" charset="0"/>
              </a:endParaRPr>
            </a:p>
          </p:txBody>
        </p:sp>
        <p:sp>
          <p:nvSpPr>
            <p:cNvPr id="153" name="Rectangle 42">
              <a:extLst>
                <a:ext uri="{FF2B5EF4-FFF2-40B4-BE49-F238E27FC236}">
                  <a16:creationId xmlns:a16="http://schemas.microsoft.com/office/drawing/2014/main" id="{70513471-5C40-42BF-B8CC-2DDE70878B01}"/>
                </a:ext>
              </a:extLst>
            </p:cNvPr>
            <p:cNvSpPr>
              <a:spLocks noChangeArrowheads="1"/>
            </p:cNvSpPr>
            <p:nvPr/>
          </p:nvSpPr>
          <p:spPr bwMode="auto">
            <a:xfrm>
              <a:off x="5137" y="1623"/>
              <a:ext cx="431" cy="432"/>
            </a:xfrm>
            <a:prstGeom prst="rect">
              <a:avLst/>
            </a:prstGeom>
            <a:grpFill/>
            <a:ln w="38100">
              <a:solidFill>
                <a:schemeClr val="tx1"/>
              </a:solidFill>
              <a:miter lim="800000"/>
              <a:headEnd/>
              <a:tailEnd/>
            </a:ln>
          </p:spPr>
          <p:txBody>
            <a:bodyPr wrap="none" anchor="ctr"/>
            <a:lstStyle/>
            <a:p>
              <a:endParaRPr lang="es-ES" sz="3200">
                <a:latin typeface="Arial Narrow" pitchFamily="34" charset="0"/>
              </a:endParaRPr>
            </a:p>
          </p:txBody>
        </p:sp>
        <p:sp>
          <p:nvSpPr>
            <p:cNvPr id="154" name="Text Box 43">
              <a:extLst>
                <a:ext uri="{FF2B5EF4-FFF2-40B4-BE49-F238E27FC236}">
                  <a16:creationId xmlns:a16="http://schemas.microsoft.com/office/drawing/2014/main" id="{4DBBA381-265B-46DA-B474-09D47678418C}"/>
                </a:ext>
              </a:extLst>
            </p:cNvPr>
            <p:cNvSpPr txBox="1">
              <a:spLocks noChangeArrowheads="1"/>
            </p:cNvSpPr>
            <p:nvPr/>
          </p:nvSpPr>
          <p:spPr bwMode="auto">
            <a:xfrm>
              <a:off x="2736" y="1651"/>
              <a:ext cx="715" cy="523"/>
            </a:xfrm>
            <a:prstGeom prst="rect">
              <a:avLst/>
            </a:prstGeom>
            <a:noFill/>
            <a:ln w="9525">
              <a:noFill/>
              <a:miter lim="800000"/>
              <a:headEnd/>
              <a:tailEnd/>
            </a:ln>
          </p:spPr>
          <p:txBody>
            <a:bodyPr>
              <a:spAutoFit/>
            </a:bodyPr>
            <a:lstStyle/>
            <a:p>
              <a:pPr algn="l">
                <a:spcBef>
                  <a:spcPct val="50000"/>
                </a:spcBef>
              </a:pPr>
              <a:r>
                <a:rPr lang="es-MX" sz="3200" b="1" dirty="0">
                  <a:latin typeface="Arial Narrow" pitchFamily="34" charset="0"/>
                </a:rPr>
                <a:t>VEC</a:t>
              </a:r>
              <a:br>
                <a:rPr lang="es-MX" sz="3200" b="1" dirty="0">
                  <a:latin typeface="Arial Narrow" pitchFamily="34" charset="0"/>
                </a:rPr>
              </a:br>
              <a:r>
                <a:rPr lang="es-MX" sz="1600" b="1" dirty="0">
                  <a:latin typeface="Arial Narrow" pitchFamily="34" charset="0"/>
                </a:rPr>
                <a:t>2do. Pasón</a:t>
              </a:r>
              <a:endParaRPr lang="es-ES" sz="3200" b="1" dirty="0">
                <a:latin typeface="Arial Narrow" pitchFamily="34" charset="0"/>
              </a:endParaRPr>
            </a:p>
          </p:txBody>
        </p:sp>
        <p:sp>
          <p:nvSpPr>
            <p:cNvPr id="155" name="Rectangle 45">
              <a:extLst>
                <a:ext uri="{FF2B5EF4-FFF2-40B4-BE49-F238E27FC236}">
                  <a16:creationId xmlns:a16="http://schemas.microsoft.com/office/drawing/2014/main" id="{7CF2DD23-479D-4CC2-8C7A-10A87CF4089B}"/>
                </a:ext>
              </a:extLst>
            </p:cNvPr>
            <p:cNvSpPr>
              <a:spLocks noChangeArrowheads="1"/>
            </p:cNvSpPr>
            <p:nvPr/>
          </p:nvSpPr>
          <p:spPr bwMode="auto">
            <a:xfrm>
              <a:off x="5166" y="1644"/>
              <a:ext cx="361" cy="384"/>
            </a:xfrm>
            <a:prstGeom prst="rect">
              <a:avLst/>
            </a:prstGeom>
            <a:grpFill/>
            <a:ln w="9525" cap="flat" cmpd="sng" algn="ctr">
              <a:solidFill>
                <a:schemeClr val="tx1"/>
              </a:solidFill>
              <a:prstDash val="solid"/>
              <a:headEnd/>
              <a:tailEnd/>
            </a:ln>
            <a:effectLst>
              <a:outerShdw blurRad="63500" dist="25400" dir="5400000" rotWithShape="0">
                <a:srgbClr val="000000">
                  <a:alpha val="43137"/>
                </a:srgbClr>
              </a:outerShdw>
            </a:effectLst>
          </p:spPr>
          <p:txBody>
            <a:bodyPr wrap="none" anchor="ct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fontAlgn="base">
                <a:spcBef>
                  <a:spcPct val="0"/>
                </a:spcBef>
                <a:spcAft>
                  <a:spcPct val="0"/>
                </a:spcAft>
              </a:pPr>
              <a:r>
                <a:rPr lang="es-MX" sz="3600" b="1" kern="0" spc="50" dirty="0">
                  <a:ln w="11430"/>
                  <a:effectLst>
                    <a:outerShdw blurRad="76200" dist="50800" dir="5400000" algn="tl" rotWithShape="0">
                      <a:srgbClr val="000000">
                        <a:alpha val="65000"/>
                      </a:srgbClr>
                    </a:outerShdw>
                  </a:effectLst>
                  <a:latin typeface="Arial Narrow" pitchFamily="34" charset="0"/>
                </a:rPr>
                <a:t>10</a:t>
              </a:r>
              <a:endParaRPr lang="es-ES" sz="3600" b="1" kern="0" spc="50" dirty="0">
                <a:ln w="11430"/>
                <a:effectLst>
                  <a:outerShdw blurRad="76200" dist="50800" dir="5400000" algn="tl" rotWithShape="0">
                    <a:srgbClr val="000000">
                      <a:alpha val="65000"/>
                    </a:srgbClr>
                  </a:outerShdw>
                </a:effectLst>
                <a:latin typeface="Arial Narrow" pitchFamily="34" charset="0"/>
              </a:endParaRPr>
            </a:p>
          </p:txBody>
        </p:sp>
        <p:sp>
          <p:nvSpPr>
            <p:cNvPr id="156" name="Rectangle 46">
              <a:extLst>
                <a:ext uri="{FF2B5EF4-FFF2-40B4-BE49-F238E27FC236}">
                  <a16:creationId xmlns:a16="http://schemas.microsoft.com/office/drawing/2014/main" id="{433B6E78-B7E6-44F3-9039-E47ABCD49DCD}"/>
                </a:ext>
              </a:extLst>
            </p:cNvPr>
            <p:cNvSpPr>
              <a:spLocks noChangeArrowheads="1"/>
            </p:cNvSpPr>
            <p:nvPr/>
          </p:nvSpPr>
          <p:spPr bwMode="auto">
            <a:xfrm>
              <a:off x="4740" y="1644"/>
              <a:ext cx="361" cy="384"/>
            </a:xfrm>
            <a:prstGeom prst="rect">
              <a:avLst/>
            </a:prstGeom>
            <a:grpFill/>
            <a:ln w="9525" cap="flat" cmpd="sng" algn="ctr">
              <a:solidFill>
                <a:schemeClr val="tx1"/>
              </a:solidFill>
              <a:prstDash val="solid"/>
              <a:headEnd/>
              <a:tailEnd/>
            </a:ln>
            <a:effectLst>
              <a:outerShdw blurRad="63500" dist="25400" dir="5400000" rotWithShape="0">
                <a:srgbClr val="000000">
                  <a:alpha val="43137"/>
                </a:srgbClr>
              </a:outerShdw>
            </a:effectLst>
          </p:spPr>
          <p:txBody>
            <a:bodyPr wrap="none" anchor="ct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fontAlgn="base">
                <a:spcBef>
                  <a:spcPct val="0"/>
                </a:spcBef>
                <a:spcAft>
                  <a:spcPct val="0"/>
                </a:spcAft>
              </a:pPr>
              <a:r>
                <a:rPr lang="es-MX" sz="3600" b="1" kern="0" spc="50" dirty="0">
                  <a:ln w="11430"/>
                  <a:effectLst>
                    <a:outerShdw blurRad="76200" dist="50800" dir="5400000" algn="tl" rotWithShape="0">
                      <a:srgbClr val="000000">
                        <a:alpha val="65000"/>
                      </a:srgbClr>
                    </a:outerShdw>
                  </a:effectLst>
                  <a:latin typeface="Arial Narrow" pitchFamily="34" charset="0"/>
                </a:rPr>
                <a:t>9</a:t>
              </a:r>
              <a:endParaRPr lang="es-ES" sz="3600" b="1" kern="0" spc="50" dirty="0">
                <a:ln w="11430"/>
                <a:effectLst>
                  <a:outerShdw blurRad="76200" dist="50800" dir="5400000" algn="tl" rotWithShape="0">
                    <a:srgbClr val="000000">
                      <a:alpha val="65000"/>
                    </a:srgbClr>
                  </a:outerShdw>
                </a:effectLst>
                <a:latin typeface="Arial Narrow" pitchFamily="34" charset="0"/>
              </a:endParaRPr>
            </a:p>
          </p:txBody>
        </p:sp>
        <p:sp>
          <p:nvSpPr>
            <p:cNvPr id="157" name="Rectangle 47">
              <a:extLst>
                <a:ext uri="{FF2B5EF4-FFF2-40B4-BE49-F238E27FC236}">
                  <a16:creationId xmlns:a16="http://schemas.microsoft.com/office/drawing/2014/main" id="{DA876147-9A77-45F0-BD20-FF91CB529DC9}"/>
                </a:ext>
              </a:extLst>
            </p:cNvPr>
            <p:cNvSpPr>
              <a:spLocks noChangeArrowheads="1"/>
            </p:cNvSpPr>
            <p:nvPr/>
          </p:nvSpPr>
          <p:spPr bwMode="auto">
            <a:xfrm>
              <a:off x="4308" y="1644"/>
              <a:ext cx="361" cy="384"/>
            </a:xfrm>
            <a:prstGeom prst="rect">
              <a:avLst/>
            </a:prstGeom>
            <a:solidFill>
              <a:schemeClr val="bg1">
                <a:lumMod val="65000"/>
              </a:schemeClr>
            </a:solidFill>
            <a:ln w="9525" cap="flat" cmpd="sng" algn="ctr">
              <a:solidFill>
                <a:schemeClr val="tx1"/>
              </a:solidFill>
              <a:prstDash val="solid"/>
              <a:headEnd/>
              <a:tailEnd/>
            </a:ln>
            <a:effectLst>
              <a:outerShdw blurRad="63500" dist="25400" dir="5400000" rotWithShape="0">
                <a:srgbClr val="000000">
                  <a:alpha val="43137"/>
                </a:srgbClr>
              </a:outerShdw>
            </a:effectLst>
          </p:spPr>
          <p:txBody>
            <a:bodyPr wrap="none" anchor="ct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fontAlgn="base">
                <a:spcBef>
                  <a:spcPct val="0"/>
                </a:spcBef>
                <a:spcAft>
                  <a:spcPct val="0"/>
                </a:spcAft>
              </a:pPr>
              <a:r>
                <a:rPr lang="es-MX" sz="3600" b="1" kern="0" spc="50" dirty="0">
                  <a:ln w="11430"/>
                  <a:effectLst>
                    <a:outerShdw blurRad="76200" dist="50800" dir="5400000" algn="tl" rotWithShape="0">
                      <a:srgbClr val="000000">
                        <a:alpha val="65000"/>
                      </a:srgbClr>
                    </a:outerShdw>
                  </a:effectLst>
                  <a:latin typeface="Arial Narrow" pitchFamily="34" charset="0"/>
                </a:rPr>
                <a:t>6</a:t>
              </a:r>
              <a:endParaRPr lang="es-ES" sz="3600" b="1" kern="0" spc="50" dirty="0">
                <a:ln w="11430"/>
                <a:effectLst>
                  <a:outerShdw blurRad="76200" dist="50800" dir="5400000" algn="tl" rotWithShape="0">
                    <a:srgbClr val="000000">
                      <a:alpha val="65000"/>
                    </a:srgbClr>
                  </a:outerShdw>
                </a:effectLst>
                <a:latin typeface="Arial Narrow" pitchFamily="34" charset="0"/>
              </a:endParaRPr>
            </a:p>
          </p:txBody>
        </p:sp>
        <p:sp>
          <p:nvSpPr>
            <p:cNvPr id="158" name="Rectangle 48">
              <a:extLst>
                <a:ext uri="{FF2B5EF4-FFF2-40B4-BE49-F238E27FC236}">
                  <a16:creationId xmlns:a16="http://schemas.microsoft.com/office/drawing/2014/main" id="{F9F7E166-7DA9-445B-9181-F79D366B53E9}"/>
                </a:ext>
              </a:extLst>
            </p:cNvPr>
            <p:cNvSpPr>
              <a:spLocks noChangeArrowheads="1"/>
            </p:cNvSpPr>
            <p:nvPr/>
          </p:nvSpPr>
          <p:spPr bwMode="auto">
            <a:xfrm>
              <a:off x="3876" y="1644"/>
              <a:ext cx="361" cy="384"/>
            </a:xfrm>
            <a:prstGeom prst="rect">
              <a:avLst/>
            </a:prstGeom>
            <a:solidFill>
              <a:schemeClr val="bg1">
                <a:lumMod val="65000"/>
              </a:schemeClr>
            </a:solidFill>
            <a:ln w="9525" cap="flat" cmpd="sng" algn="ctr">
              <a:solidFill>
                <a:schemeClr val="tx1"/>
              </a:solidFill>
              <a:prstDash val="solid"/>
              <a:headEnd/>
              <a:tailEnd/>
            </a:ln>
            <a:effectLst>
              <a:outerShdw blurRad="63500" dist="25400" dir="5400000" rotWithShape="0">
                <a:srgbClr val="000000">
                  <a:alpha val="43137"/>
                </a:srgbClr>
              </a:outerShdw>
            </a:effectLst>
          </p:spPr>
          <p:txBody>
            <a:bodyPr wrap="none" anchor="ct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fontAlgn="base">
                <a:spcBef>
                  <a:spcPct val="0"/>
                </a:spcBef>
                <a:spcAft>
                  <a:spcPct val="0"/>
                </a:spcAft>
              </a:pPr>
              <a:r>
                <a:rPr lang="es-MX" sz="3600" b="1" kern="0" spc="50" dirty="0">
                  <a:ln w="11430"/>
                  <a:effectLst>
                    <a:outerShdw blurRad="76200" dist="50800" dir="5400000" algn="tl" rotWithShape="0">
                      <a:srgbClr val="000000">
                        <a:alpha val="65000"/>
                      </a:srgbClr>
                    </a:outerShdw>
                  </a:effectLst>
                  <a:latin typeface="Arial Narrow" pitchFamily="34" charset="0"/>
                </a:rPr>
                <a:t>7</a:t>
              </a:r>
              <a:endParaRPr lang="es-ES" sz="3600" b="1" kern="0" spc="50" dirty="0">
                <a:ln w="11430"/>
                <a:effectLst>
                  <a:outerShdw blurRad="76200" dist="50800" dir="5400000" algn="tl" rotWithShape="0">
                    <a:srgbClr val="000000">
                      <a:alpha val="65000"/>
                    </a:srgbClr>
                  </a:outerShdw>
                </a:effectLst>
                <a:latin typeface="Arial Narrow" pitchFamily="34" charset="0"/>
              </a:endParaRPr>
            </a:p>
          </p:txBody>
        </p:sp>
        <p:sp>
          <p:nvSpPr>
            <p:cNvPr id="159" name="Rectangle 49">
              <a:extLst>
                <a:ext uri="{FF2B5EF4-FFF2-40B4-BE49-F238E27FC236}">
                  <a16:creationId xmlns:a16="http://schemas.microsoft.com/office/drawing/2014/main" id="{06C8054C-4FBC-409B-8E01-FB1BEECCAE95}"/>
                </a:ext>
              </a:extLst>
            </p:cNvPr>
            <p:cNvSpPr>
              <a:spLocks noChangeArrowheads="1"/>
            </p:cNvSpPr>
            <p:nvPr/>
          </p:nvSpPr>
          <p:spPr bwMode="auto">
            <a:xfrm>
              <a:off x="3448" y="1644"/>
              <a:ext cx="361" cy="384"/>
            </a:xfrm>
            <a:prstGeom prst="rect">
              <a:avLst/>
            </a:prstGeom>
            <a:solidFill>
              <a:schemeClr val="bg1">
                <a:lumMod val="65000"/>
              </a:schemeClr>
            </a:solidFill>
            <a:ln w="9525" cap="flat" cmpd="sng" algn="ctr">
              <a:solidFill>
                <a:schemeClr val="tx1"/>
              </a:solidFill>
              <a:prstDash val="solid"/>
              <a:headEnd/>
              <a:tailEnd/>
            </a:ln>
            <a:effectLst>
              <a:outerShdw blurRad="63500" dist="25400" dir="5400000" rotWithShape="0">
                <a:srgbClr val="000000">
                  <a:alpha val="43137"/>
                </a:srgbClr>
              </a:outerShdw>
            </a:effectLst>
          </p:spPr>
          <p:txBody>
            <a:bodyPr wrap="none" anchor="ct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fontAlgn="base">
                <a:spcBef>
                  <a:spcPct val="0"/>
                </a:spcBef>
                <a:spcAft>
                  <a:spcPct val="0"/>
                </a:spcAft>
              </a:pPr>
              <a:r>
                <a:rPr lang="es-MX" sz="3600" b="1" kern="0" spc="50" dirty="0">
                  <a:ln w="11430"/>
                  <a:effectLst>
                    <a:outerShdw blurRad="76200" dist="50800" dir="5400000" algn="tl" rotWithShape="0">
                      <a:srgbClr val="000000">
                        <a:alpha val="65000"/>
                      </a:srgbClr>
                    </a:outerShdw>
                  </a:effectLst>
                  <a:latin typeface="Arial Narrow" pitchFamily="34" charset="0"/>
                </a:rPr>
                <a:t>8</a:t>
              </a:r>
              <a:endParaRPr lang="es-ES" sz="3600" b="1" kern="0" spc="50" dirty="0">
                <a:ln w="11430"/>
                <a:effectLst>
                  <a:outerShdw blurRad="76200" dist="50800" dir="5400000" algn="tl" rotWithShape="0">
                    <a:srgbClr val="000000">
                      <a:alpha val="65000"/>
                    </a:srgbClr>
                  </a:outerShdw>
                </a:effectLst>
                <a:latin typeface="Arial Narrow" pitchFamily="34" charset="0"/>
              </a:endParaRPr>
            </a:p>
          </p:txBody>
        </p:sp>
      </p:grpSp>
      <p:grpSp>
        <p:nvGrpSpPr>
          <p:cNvPr id="160" name="Group 37">
            <a:extLst>
              <a:ext uri="{FF2B5EF4-FFF2-40B4-BE49-F238E27FC236}">
                <a16:creationId xmlns:a16="http://schemas.microsoft.com/office/drawing/2014/main" id="{4E42AEB5-8B19-4EB9-AA6B-7B99E5DFFB50}"/>
              </a:ext>
            </a:extLst>
          </p:cNvPr>
          <p:cNvGrpSpPr>
            <a:grpSpLocks/>
          </p:cNvGrpSpPr>
          <p:nvPr/>
        </p:nvGrpSpPr>
        <p:grpSpPr bwMode="auto">
          <a:xfrm>
            <a:off x="4113944" y="5631658"/>
            <a:ext cx="4495800" cy="1162051"/>
            <a:chOff x="2736" y="1623"/>
            <a:chExt cx="2832" cy="732"/>
          </a:xfrm>
          <a:solidFill>
            <a:schemeClr val="bg1">
              <a:lumMod val="85000"/>
            </a:schemeClr>
          </a:solidFill>
        </p:grpSpPr>
        <p:sp>
          <p:nvSpPr>
            <p:cNvPr id="161" name="Rectangle 38">
              <a:extLst>
                <a:ext uri="{FF2B5EF4-FFF2-40B4-BE49-F238E27FC236}">
                  <a16:creationId xmlns:a16="http://schemas.microsoft.com/office/drawing/2014/main" id="{DC18EEF2-DE36-462C-9B0D-11D0F319CCDD}"/>
                </a:ext>
              </a:extLst>
            </p:cNvPr>
            <p:cNvSpPr>
              <a:spLocks noChangeArrowheads="1"/>
            </p:cNvSpPr>
            <p:nvPr/>
          </p:nvSpPr>
          <p:spPr bwMode="auto">
            <a:xfrm>
              <a:off x="3415" y="1623"/>
              <a:ext cx="431" cy="432"/>
            </a:xfrm>
            <a:prstGeom prst="rect">
              <a:avLst/>
            </a:prstGeom>
            <a:grpFill/>
            <a:ln w="38100">
              <a:solidFill>
                <a:schemeClr val="tx1"/>
              </a:solidFill>
              <a:miter lim="800000"/>
              <a:headEnd/>
              <a:tailEnd/>
            </a:ln>
          </p:spPr>
          <p:txBody>
            <a:bodyPr wrap="none" anchor="ctr"/>
            <a:lstStyle/>
            <a:p>
              <a:endParaRPr lang="es-ES" sz="3200">
                <a:latin typeface="Arial Narrow" pitchFamily="34" charset="0"/>
              </a:endParaRPr>
            </a:p>
          </p:txBody>
        </p:sp>
        <p:sp>
          <p:nvSpPr>
            <p:cNvPr id="162" name="Rectangle 39">
              <a:extLst>
                <a:ext uri="{FF2B5EF4-FFF2-40B4-BE49-F238E27FC236}">
                  <a16:creationId xmlns:a16="http://schemas.microsoft.com/office/drawing/2014/main" id="{1DE28C3E-98B5-4904-9C99-E3455493A445}"/>
                </a:ext>
              </a:extLst>
            </p:cNvPr>
            <p:cNvSpPr>
              <a:spLocks noChangeArrowheads="1"/>
            </p:cNvSpPr>
            <p:nvPr/>
          </p:nvSpPr>
          <p:spPr bwMode="auto">
            <a:xfrm>
              <a:off x="3846" y="1623"/>
              <a:ext cx="430" cy="432"/>
            </a:xfrm>
            <a:prstGeom prst="rect">
              <a:avLst/>
            </a:prstGeom>
            <a:grpFill/>
            <a:ln w="38100">
              <a:solidFill>
                <a:schemeClr val="tx1"/>
              </a:solidFill>
              <a:miter lim="800000"/>
              <a:headEnd/>
              <a:tailEnd/>
            </a:ln>
          </p:spPr>
          <p:txBody>
            <a:bodyPr wrap="none" anchor="ctr"/>
            <a:lstStyle/>
            <a:p>
              <a:endParaRPr lang="es-ES" sz="3200">
                <a:latin typeface="Arial Narrow" pitchFamily="34" charset="0"/>
              </a:endParaRPr>
            </a:p>
          </p:txBody>
        </p:sp>
        <p:sp>
          <p:nvSpPr>
            <p:cNvPr id="163" name="Rectangle 40">
              <a:extLst>
                <a:ext uri="{FF2B5EF4-FFF2-40B4-BE49-F238E27FC236}">
                  <a16:creationId xmlns:a16="http://schemas.microsoft.com/office/drawing/2014/main" id="{C1965732-1995-480F-8683-6D178E524FAE}"/>
                </a:ext>
              </a:extLst>
            </p:cNvPr>
            <p:cNvSpPr>
              <a:spLocks noChangeArrowheads="1"/>
            </p:cNvSpPr>
            <p:nvPr/>
          </p:nvSpPr>
          <p:spPr bwMode="auto">
            <a:xfrm>
              <a:off x="4276" y="1623"/>
              <a:ext cx="431" cy="432"/>
            </a:xfrm>
            <a:prstGeom prst="rect">
              <a:avLst/>
            </a:prstGeom>
            <a:grpFill/>
            <a:ln w="38100">
              <a:solidFill>
                <a:schemeClr val="tx1"/>
              </a:solidFill>
              <a:miter lim="800000"/>
              <a:headEnd/>
              <a:tailEnd/>
            </a:ln>
          </p:spPr>
          <p:txBody>
            <a:bodyPr wrap="none" anchor="ctr"/>
            <a:lstStyle/>
            <a:p>
              <a:endParaRPr lang="es-ES" sz="3200">
                <a:latin typeface="Arial Narrow" pitchFamily="34" charset="0"/>
              </a:endParaRPr>
            </a:p>
          </p:txBody>
        </p:sp>
        <p:sp>
          <p:nvSpPr>
            <p:cNvPr id="164" name="Rectangle 41">
              <a:extLst>
                <a:ext uri="{FF2B5EF4-FFF2-40B4-BE49-F238E27FC236}">
                  <a16:creationId xmlns:a16="http://schemas.microsoft.com/office/drawing/2014/main" id="{BCEA0240-08EE-4403-ACC7-F4F71F4F07B2}"/>
                </a:ext>
              </a:extLst>
            </p:cNvPr>
            <p:cNvSpPr>
              <a:spLocks noChangeArrowheads="1"/>
            </p:cNvSpPr>
            <p:nvPr/>
          </p:nvSpPr>
          <p:spPr bwMode="auto">
            <a:xfrm>
              <a:off x="4707" y="1623"/>
              <a:ext cx="430" cy="432"/>
            </a:xfrm>
            <a:prstGeom prst="rect">
              <a:avLst/>
            </a:prstGeom>
            <a:grpFill/>
            <a:ln w="38100">
              <a:solidFill>
                <a:schemeClr val="tx1"/>
              </a:solidFill>
              <a:miter lim="800000"/>
              <a:headEnd/>
              <a:tailEnd/>
            </a:ln>
          </p:spPr>
          <p:txBody>
            <a:bodyPr wrap="none" anchor="ctr"/>
            <a:lstStyle/>
            <a:p>
              <a:endParaRPr lang="es-ES" sz="3200">
                <a:latin typeface="Arial Narrow" pitchFamily="34" charset="0"/>
              </a:endParaRPr>
            </a:p>
          </p:txBody>
        </p:sp>
        <p:sp>
          <p:nvSpPr>
            <p:cNvPr id="165" name="Rectangle 42">
              <a:extLst>
                <a:ext uri="{FF2B5EF4-FFF2-40B4-BE49-F238E27FC236}">
                  <a16:creationId xmlns:a16="http://schemas.microsoft.com/office/drawing/2014/main" id="{C48BAB4A-1C4F-4B3C-B3AD-443258FC10C4}"/>
                </a:ext>
              </a:extLst>
            </p:cNvPr>
            <p:cNvSpPr>
              <a:spLocks noChangeArrowheads="1"/>
            </p:cNvSpPr>
            <p:nvPr/>
          </p:nvSpPr>
          <p:spPr bwMode="auto">
            <a:xfrm>
              <a:off x="5137" y="1623"/>
              <a:ext cx="431" cy="432"/>
            </a:xfrm>
            <a:prstGeom prst="rect">
              <a:avLst/>
            </a:prstGeom>
            <a:grpFill/>
            <a:ln w="38100">
              <a:solidFill>
                <a:schemeClr val="tx1"/>
              </a:solidFill>
              <a:miter lim="800000"/>
              <a:headEnd/>
              <a:tailEnd/>
            </a:ln>
          </p:spPr>
          <p:txBody>
            <a:bodyPr wrap="none" anchor="ctr"/>
            <a:lstStyle/>
            <a:p>
              <a:endParaRPr lang="es-ES" sz="3200">
                <a:latin typeface="Arial Narrow" pitchFamily="34" charset="0"/>
              </a:endParaRPr>
            </a:p>
          </p:txBody>
        </p:sp>
        <p:sp>
          <p:nvSpPr>
            <p:cNvPr id="166" name="Text Box 43">
              <a:extLst>
                <a:ext uri="{FF2B5EF4-FFF2-40B4-BE49-F238E27FC236}">
                  <a16:creationId xmlns:a16="http://schemas.microsoft.com/office/drawing/2014/main" id="{D50BA77F-F883-420C-A3BC-6D8D6048D6C5}"/>
                </a:ext>
              </a:extLst>
            </p:cNvPr>
            <p:cNvSpPr txBox="1">
              <a:spLocks noChangeArrowheads="1"/>
            </p:cNvSpPr>
            <p:nvPr/>
          </p:nvSpPr>
          <p:spPr bwMode="auto">
            <a:xfrm>
              <a:off x="2736" y="1651"/>
              <a:ext cx="715" cy="365"/>
            </a:xfrm>
            <a:prstGeom prst="rect">
              <a:avLst/>
            </a:prstGeom>
            <a:noFill/>
            <a:ln w="9525">
              <a:noFill/>
              <a:miter lim="800000"/>
              <a:headEnd/>
              <a:tailEnd/>
            </a:ln>
          </p:spPr>
          <p:txBody>
            <a:bodyPr>
              <a:spAutoFit/>
            </a:bodyPr>
            <a:lstStyle/>
            <a:p>
              <a:pPr algn="l">
                <a:spcBef>
                  <a:spcPct val="50000"/>
                </a:spcBef>
              </a:pPr>
              <a:r>
                <a:rPr lang="es-MX" sz="3200" b="1">
                  <a:latin typeface="Arial Narrow" pitchFamily="34" charset="0"/>
                </a:rPr>
                <a:t>VEC</a:t>
              </a:r>
              <a:endParaRPr lang="es-ES" sz="3200" b="1">
                <a:latin typeface="Arial Narrow" pitchFamily="34" charset="0"/>
              </a:endParaRPr>
            </a:p>
          </p:txBody>
        </p:sp>
        <p:sp>
          <p:nvSpPr>
            <p:cNvPr id="167" name="Text Box 44">
              <a:extLst>
                <a:ext uri="{FF2B5EF4-FFF2-40B4-BE49-F238E27FC236}">
                  <a16:creationId xmlns:a16="http://schemas.microsoft.com/office/drawing/2014/main" id="{E56172C4-1642-4651-84AD-188170F3DB8F}"/>
                </a:ext>
              </a:extLst>
            </p:cNvPr>
            <p:cNvSpPr txBox="1">
              <a:spLocks noChangeArrowheads="1"/>
            </p:cNvSpPr>
            <p:nvPr/>
          </p:nvSpPr>
          <p:spPr bwMode="auto">
            <a:xfrm>
              <a:off x="3451" y="2064"/>
              <a:ext cx="2114" cy="291"/>
            </a:xfrm>
            <a:prstGeom prst="rect">
              <a:avLst/>
            </a:prstGeom>
            <a:noFill/>
            <a:ln w="9525">
              <a:noFill/>
              <a:miter lim="800000"/>
              <a:headEnd/>
              <a:tailEnd/>
            </a:ln>
          </p:spPr>
          <p:txBody>
            <a:bodyPr>
              <a:spAutoFit/>
            </a:bodyPr>
            <a:lstStyle/>
            <a:p>
              <a:pPr algn="l">
                <a:spcBef>
                  <a:spcPct val="50000"/>
                </a:spcBef>
              </a:pPr>
              <a:r>
                <a:rPr lang="es-MX" sz="2400" dirty="0">
                  <a:latin typeface="Arial Narrow" pitchFamily="34" charset="0"/>
                </a:rPr>
                <a:t>  0        1        2        3        4</a:t>
              </a:r>
              <a:endParaRPr lang="es-ES" sz="2400" dirty="0">
                <a:latin typeface="Arial Narrow" pitchFamily="34" charset="0"/>
              </a:endParaRPr>
            </a:p>
          </p:txBody>
        </p:sp>
        <p:sp>
          <p:nvSpPr>
            <p:cNvPr id="168" name="Rectangle 45">
              <a:extLst>
                <a:ext uri="{FF2B5EF4-FFF2-40B4-BE49-F238E27FC236}">
                  <a16:creationId xmlns:a16="http://schemas.microsoft.com/office/drawing/2014/main" id="{35CC8C4B-74A6-4625-B4F5-13F815BB9E6E}"/>
                </a:ext>
              </a:extLst>
            </p:cNvPr>
            <p:cNvSpPr>
              <a:spLocks noChangeArrowheads="1"/>
            </p:cNvSpPr>
            <p:nvPr/>
          </p:nvSpPr>
          <p:spPr bwMode="auto">
            <a:xfrm>
              <a:off x="5166" y="1644"/>
              <a:ext cx="361" cy="384"/>
            </a:xfrm>
            <a:prstGeom prst="rect">
              <a:avLst/>
            </a:prstGeom>
            <a:grpFill/>
            <a:ln w="9525" cap="flat" cmpd="sng" algn="ctr">
              <a:solidFill>
                <a:schemeClr val="tx1"/>
              </a:solidFill>
              <a:prstDash val="solid"/>
              <a:headEnd/>
              <a:tailEnd/>
            </a:ln>
            <a:effectLst>
              <a:outerShdw blurRad="63500" dist="25400" dir="5400000" rotWithShape="0">
                <a:srgbClr val="000000">
                  <a:alpha val="43137"/>
                </a:srgbClr>
              </a:outerShdw>
            </a:effectLst>
          </p:spPr>
          <p:txBody>
            <a:bodyPr wrap="none" anchor="ct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fontAlgn="base">
                <a:spcBef>
                  <a:spcPct val="0"/>
                </a:spcBef>
                <a:spcAft>
                  <a:spcPct val="0"/>
                </a:spcAft>
              </a:pPr>
              <a:r>
                <a:rPr lang="es-MX" sz="3600" b="1" kern="0" spc="50" dirty="0">
                  <a:ln w="11430"/>
                  <a:effectLst>
                    <a:outerShdw blurRad="76200" dist="50800" dir="5400000" algn="tl" rotWithShape="0">
                      <a:srgbClr val="000000">
                        <a:alpha val="65000"/>
                      </a:srgbClr>
                    </a:outerShdw>
                  </a:effectLst>
                  <a:latin typeface="Arial Narrow" pitchFamily="34" charset="0"/>
                </a:rPr>
                <a:t>10</a:t>
              </a:r>
              <a:endParaRPr lang="es-ES" sz="3600" b="1" kern="0" spc="50" dirty="0">
                <a:ln w="11430"/>
                <a:effectLst>
                  <a:outerShdw blurRad="76200" dist="50800" dir="5400000" algn="tl" rotWithShape="0">
                    <a:srgbClr val="000000">
                      <a:alpha val="65000"/>
                    </a:srgbClr>
                  </a:outerShdw>
                </a:effectLst>
                <a:latin typeface="Arial Narrow" pitchFamily="34" charset="0"/>
              </a:endParaRPr>
            </a:p>
          </p:txBody>
        </p:sp>
        <p:sp>
          <p:nvSpPr>
            <p:cNvPr id="169" name="Rectangle 46">
              <a:extLst>
                <a:ext uri="{FF2B5EF4-FFF2-40B4-BE49-F238E27FC236}">
                  <a16:creationId xmlns:a16="http://schemas.microsoft.com/office/drawing/2014/main" id="{EB265E0B-C4AE-4ACB-943E-B2326D90B083}"/>
                </a:ext>
              </a:extLst>
            </p:cNvPr>
            <p:cNvSpPr>
              <a:spLocks noChangeArrowheads="1"/>
            </p:cNvSpPr>
            <p:nvPr/>
          </p:nvSpPr>
          <p:spPr bwMode="auto">
            <a:xfrm>
              <a:off x="4740" y="1644"/>
              <a:ext cx="361" cy="384"/>
            </a:xfrm>
            <a:prstGeom prst="rect">
              <a:avLst/>
            </a:prstGeom>
            <a:grpFill/>
            <a:ln w="9525" cap="flat" cmpd="sng" algn="ctr">
              <a:solidFill>
                <a:schemeClr val="tx1"/>
              </a:solidFill>
              <a:prstDash val="solid"/>
              <a:headEnd/>
              <a:tailEnd/>
            </a:ln>
            <a:effectLst>
              <a:outerShdw blurRad="63500" dist="25400" dir="5400000" rotWithShape="0">
                <a:srgbClr val="000000">
                  <a:alpha val="43137"/>
                </a:srgbClr>
              </a:outerShdw>
            </a:effectLst>
          </p:spPr>
          <p:txBody>
            <a:bodyPr wrap="none" anchor="ct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fontAlgn="base">
                <a:spcBef>
                  <a:spcPct val="0"/>
                </a:spcBef>
                <a:spcAft>
                  <a:spcPct val="0"/>
                </a:spcAft>
              </a:pPr>
              <a:r>
                <a:rPr lang="es-MX" sz="3600" b="1" kern="0" spc="50" dirty="0">
                  <a:ln w="11430"/>
                  <a:effectLst>
                    <a:outerShdw blurRad="76200" dist="50800" dir="5400000" algn="tl" rotWithShape="0">
                      <a:srgbClr val="000000">
                        <a:alpha val="65000"/>
                      </a:srgbClr>
                    </a:outerShdw>
                  </a:effectLst>
                  <a:latin typeface="Arial Narrow" pitchFamily="34" charset="0"/>
                </a:rPr>
                <a:t>9</a:t>
              </a:r>
              <a:endParaRPr lang="es-ES" sz="3600" b="1" kern="0" spc="50" dirty="0">
                <a:ln w="11430"/>
                <a:effectLst>
                  <a:outerShdw blurRad="76200" dist="50800" dir="5400000" algn="tl" rotWithShape="0">
                    <a:srgbClr val="000000">
                      <a:alpha val="65000"/>
                    </a:srgbClr>
                  </a:outerShdw>
                </a:effectLst>
                <a:latin typeface="Arial Narrow" pitchFamily="34" charset="0"/>
              </a:endParaRPr>
            </a:p>
          </p:txBody>
        </p:sp>
        <p:sp>
          <p:nvSpPr>
            <p:cNvPr id="170" name="Rectangle 47">
              <a:extLst>
                <a:ext uri="{FF2B5EF4-FFF2-40B4-BE49-F238E27FC236}">
                  <a16:creationId xmlns:a16="http://schemas.microsoft.com/office/drawing/2014/main" id="{B797F69C-EA45-429B-AD98-EC204F4A19BD}"/>
                </a:ext>
              </a:extLst>
            </p:cNvPr>
            <p:cNvSpPr>
              <a:spLocks noChangeArrowheads="1"/>
            </p:cNvSpPr>
            <p:nvPr/>
          </p:nvSpPr>
          <p:spPr bwMode="auto">
            <a:xfrm>
              <a:off x="4308" y="1644"/>
              <a:ext cx="361" cy="384"/>
            </a:xfrm>
            <a:prstGeom prst="rect">
              <a:avLst/>
            </a:prstGeom>
            <a:grpFill/>
            <a:ln w="9525" cap="flat" cmpd="sng" algn="ctr">
              <a:solidFill>
                <a:schemeClr val="tx1"/>
              </a:solidFill>
              <a:prstDash val="solid"/>
              <a:headEnd/>
              <a:tailEnd/>
            </a:ln>
            <a:effectLst>
              <a:outerShdw blurRad="63500" dist="25400" dir="5400000" rotWithShape="0">
                <a:srgbClr val="000000">
                  <a:alpha val="43137"/>
                </a:srgbClr>
              </a:outerShdw>
            </a:effectLst>
          </p:spPr>
          <p:txBody>
            <a:bodyPr wrap="none" anchor="ct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fontAlgn="base">
                <a:spcBef>
                  <a:spcPct val="0"/>
                </a:spcBef>
                <a:spcAft>
                  <a:spcPct val="0"/>
                </a:spcAft>
              </a:pPr>
              <a:r>
                <a:rPr lang="es-MX" sz="3600" b="1" kern="0" spc="50" dirty="0">
                  <a:ln w="11430"/>
                  <a:effectLst>
                    <a:outerShdw blurRad="76200" dist="50800" dir="5400000" algn="tl" rotWithShape="0">
                      <a:srgbClr val="000000">
                        <a:alpha val="65000"/>
                      </a:srgbClr>
                    </a:outerShdw>
                  </a:effectLst>
                  <a:latin typeface="Arial Narrow" pitchFamily="34" charset="0"/>
                </a:rPr>
                <a:t>8</a:t>
              </a:r>
              <a:endParaRPr lang="es-ES" sz="3600" b="1" kern="0" spc="50" dirty="0">
                <a:ln w="11430"/>
                <a:effectLst>
                  <a:outerShdw blurRad="76200" dist="50800" dir="5400000" algn="tl" rotWithShape="0">
                    <a:srgbClr val="000000">
                      <a:alpha val="65000"/>
                    </a:srgbClr>
                  </a:outerShdw>
                </a:effectLst>
                <a:latin typeface="Arial Narrow" pitchFamily="34" charset="0"/>
              </a:endParaRPr>
            </a:p>
          </p:txBody>
        </p:sp>
        <p:sp>
          <p:nvSpPr>
            <p:cNvPr id="171" name="Rectangle 48">
              <a:extLst>
                <a:ext uri="{FF2B5EF4-FFF2-40B4-BE49-F238E27FC236}">
                  <a16:creationId xmlns:a16="http://schemas.microsoft.com/office/drawing/2014/main" id="{52265727-CDE9-407E-B40F-594D5C9B18E8}"/>
                </a:ext>
              </a:extLst>
            </p:cNvPr>
            <p:cNvSpPr>
              <a:spLocks noChangeArrowheads="1"/>
            </p:cNvSpPr>
            <p:nvPr/>
          </p:nvSpPr>
          <p:spPr bwMode="auto">
            <a:xfrm>
              <a:off x="3876" y="1644"/>
              <a:ext cx="361" cy="384"/>
            </a:xfrm>
            <a:prstGeom prst="rect">
              <a:avLst/>
            </a:prstGeom>
            <a:solidFill>
              <a:schemeClr val="bg1">
                <a:lumMod val="65000"/>
              </a:schemeClr>
            </a:solidFill>
            <a:ln w="9525" cap="flat" cmpd="sng" algn="ctr">
              <a:solidFill>
                <a:schemeClr val="tx1"/>
              </a:solidFill>
              <a:prstDash val="solid"/>
              <a:headEnd/>
              <a:tailEnd/>
            </a:ln>
            <a:effectLst>
              <a:outerShdw blurRad="63500" dist="25400" dir="5400000" rotWithShape="0">
                <a:srgbClr val="000000">
                  <a:alpha val="43137"/>
                </a:srgbClr>
              </a:outerShdw>
            </a:effectLst>
          </p:spPr>
          <p:txBody>
            <a:bodyPr wrap="none" anchor="ct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fontAlgn="base">
                <a:spcBef>
                  <a:spcPct val="0"/>
                </a:spcBef>
                <a:spcAft>
                  <a:spcPct val="0"/>
                </a:spcAft>
              </a:pPr>
              <a:r>
                <a:rPr lang="es-MX" sz="3600" b="1" kern="0" spc="50" dirty="0">
                  <a:ln w="11430"/>
                  <a:effectLst>
                    <a:outerShdw blurRad="76200" dist="50800" dir="5400000" algn="tl" rotWithShape="0">
                      <a:srgbClr val="000000">
                        <a:alpha val="65000"/>
                      </a:srgbClr>
                    </a:outerShdw>
                  </a:effectLst>
                  <a:latin typeface="Arial Narrow" pitchFamily="34" charset="0"/>
                </a:rPr>
                <a:t>6</a:t>
              </a:r>
              <a:endParaRPr lang="es-ES" sz="3600" b="1" kern="0" spc="50" dirty="0">
                <a:ln w="11430"/>
                <a:effectLst>
                  <a:outerShdw blurRad="76200" dist="50800" dir="5400000" algn="tl" rotWithShape="0">
                    <a:srgbClr val="000000">
                      <a:alpha val="65000"/>
                    </a:srgbClr>
                  </a:outerShdw>
                </a:effectLst>
                <a:latin typeface="Arial Narrow" pitchFamily="34" charset="0"/>
              </a:endParaRPr>
            </a:p>
          </p:txBody>
        </p:sp>
        <p:sp>
          <p:nvSpPr>
            <p:cNvPr id="172" name="Rectangle 49">
              <a:extLst>
                <a:ext uri="{FF2B5EF4-FFF2-40B4-BE49-F238E27FC236}">
                  <a16:creationId xmlns:a16="http://schemas.microsoft.com/office/drawing/2014/main" id="{8D8B8B9C-5E75-42E6-87F3-3B216CF0C996}"/>
                </a:ext>
              </a:extLst>
            </p:cNvPr>
            <p:cNvSpPr>
              <a:spLocks noChangeArrowheads="1"/>
            </p:cNvSpPr>
            <p:nvPr/>
          </p:nvSpPr>
          <p:spPr bwMode="auto">
            <a:xfrm>
              <a:off x="3448" y="1644"/>
              <a:ext cx="361" cy="384"/>
            </a:xfrm>
            <a:prstGeom prst="rect">
              <a:avLst/>
            </a:prstGeom>
            <a:solidFill>
              <a:schemeClr val="bg1">
                <a:lumMod val="65000"/>
              </a:schemeClr>
            </a:solidFill>
            <a:ln w="9525" cap="flat" cmpd="sng" algn="ctr">
              <a:solidFill>
                <a:schemeClr val="tx1"/>
              </a:solidFill>
              <a:prstDash val="solid"/>
              <a:headEnd/>
              <a:tailEnd/>
            </a:ln>
            <a:effectLst>
              <a:outerShdw blurRad="63500" dist="25400" dir="5400000" rotWithShape="0">
                <a:srgbClr val="000000">
                  <a:alpha val="43137"/>
                </a:srgbClr>
              </a:outerShdw>
            </a:effectLst>
          </p:spPr>
          <p:txBody>
            <a:bodyPr wrap="none" anchor="ct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fontAlgn="base">
                <a:spcBef>
                  <a:spcPct val="0"/>
                </a:spcBef>
                <a:spcAft>
                  <a:spcPct val="0"/>
                </a:spcAft>
              </a:pPr>
              <a:r>
                <a:rPr lang="es-MX" sz="3600" b="1" kern="0" spc="50" dirty="0">
                  <a:ln w="11430"/>
                  <a:effectLst>
                    <a:outerShdw blurRad="76200" dist="50800" dir="5400000" algn="tl" rotWithShape="0">
                      <a:srgbClr val="000000">
                        <a:alpha val="65000"/>
                      </a:srgbClr>
                    </a:outerShdw>
                  </a:effectLst>
                  <a:latin typeface="Arial Narrow" pitchFamily="34" charset="0"/>
                </a:rPr>
                <a:t>7</a:t>
              </a:r>
              <a:endParaRPr lang="es-ES" sz="3600" b="1" kern="0" spc="50" dirty="0">
                <a:ln w="11430"/>
                <a:effectLst>
                  <a:outerShdw blurRad="76200" dist="50800" dir="5400000" algn="tl" rotWithShape="0">
                    <a:srgbClr val="000000">
                      <a:alpha val="65000"/>
                    </a:srgbClr>
                  </a:outerShdw>
                </a:effectLst>
                <a:latin typeface="Arial Narrow" pitchFamily="34" charset="0"/>
              </a:endParaRPr>
            </a:p>
          </p:txBody>
        </p:sp>
      </p:grpSp>
    </p:spTree>
    <p:extLst>
      <p:ext uri="{BB962C8B-B14F-4D97-AF65-F5344CB8AC3E}">
        <p14:creationId xmlns:p14="http://schemas.microsoft.com/office/powerpoint/2010/main" val="844994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1000"/>
                            </p:stCondLst>
                            <p:childTnLst>
                              <p:par>
                                <p:cTn id="5" presetID="1" presetClass="entr" presetSubtype="0" fill="hold" nodeType="afterEffect">
                                  <p:stCondLst>
                                    <p:cond delay="250"/>
                                  </p:stCondLst>
                                  <p:childTnLst>
                                    <p:set>
                                      <p:cBhvr>
                                        <p:cTn id="6" dur="1" fill="hold">
                                          <p:stCondLst>
                                            <p:cond delay="499"/>
                                          </p:stCondLst>
                                        </p:cTn>
                                        <p:tgtEl>
                                          <p:spTgt spid="136"/>
                                        </p:tgtEl>
                                        <p:attrNameLst>
                                          <p:attrName>style.visibility</p:attrName>
                                        </p:attrNameLst>
                                      </p:cBhvr>
                                      <p:to>
                                        <p:strVal val="visible"/>
                                      </p:to>
                                    </p:set>
                                  </p:childTnLst>
                                </p:cTn>
                              </p:par>
                            </p:childTnLst>
                          </p:cTn>
                        </p:par>
                        <p:par>
                          <p:cTn id="7" fill="hold">
                            <p:stCondLst>
                              <p:cond delay="1750"/>
                            </p:stCondLst>
                            <p:childTnLst>
                              <p:par>
                                <p:cTn id="8" presetID="1" presetClass="entr" presetSubtype="0" fill="hold" nodeType="afterEffect">
                                  <p:stCondLst>
                                    <p:cond delay="250"/>
                                  </p:stCondLst>
                                  <p:childTnLst>
                                    <p:set>
                                      <p:cBhvr>
                                        <p:cTn id="9" dur="1" fill="hold">
                                          <p:stCondLst>
                                            <p:cond delay="499"/>
                                          </p:stCondLst>
                                        </p:cTn>
                                        <p:tgtEl>
                                          <p:spTgt spid="148"/>
                                        </p:tgtEl>
                                        <p:attrNameLst>
                                          <p:attrName>style.visibility</p:attrName>
                                        </p:attrNameLst>
                                      </p:cBhvr>
                                      <p:to>
                                        <p:strVal val="visible"/>
                                      </p:to>
                                    </p:set>
                                  </p:childTnLst>
                                </p:cTn>
                              </p:par>
                            </p:childTnLst>
                          </p:cTn>
                        </p:par>
                        <p:par>
                          <p:cTn id="10" fill="hold">
                            <p:stCondLst>
                              <p:cond delay="2500"/>
                            </p:stCondLst>
                            <p:childTnLst>
                              <p:par>
                                <p:cTn id="11" presetID="1" presetClass="entr" presetSubtype="0" fill="hold" nodeType="afterEffect">
                                  <p:stCondLst>
                                    <p:cond delay="250"/>
                                  </p:stCondLst>
                                  <p:childTnLst>
                                    <p:set>
                                      <p:cBhvr>
                                        <p:cTn id="12" dur="1" fill="hold">
                                          <p:stCondLst>
                                            <p:cond delay="499"/>
                                          </p:stCondLst>
                                        </p:cTn>
                                        <p:tgtEl>
                                          <p:spTgt spid="109"/>
                                        </p:tgtEl>
                                        <p:attrNameLst>
                                          <p:attrName>style.visibility</p:attrName>
                                        </p:attrNameLst>
                                      </p:cBhvr>
                                      <p:to>
                                        <p:strVal val="visible"/>
                                      </p:to>
                                    </p:set>
                                  </p:childTnLst>
                                </p:cTn>
                              </p:par>
                            </p:childTnLst>
                          </p:cTn>
                        </p:par>
                        <p:par>
                          <p:cTn id="13" fill="hold">
                            <p:stCondLst>
                              <p:cond delay="3250"/>
                            </p:stCondLst>
                            <p:childTnLst>
                              <p:par>
                                <p:cTn id="14" presetID="2" presetClass="entr" presetSubtype="8" fill="hold" grpId="0" nodeType="afterEffect">
                                  <p:stCondLst>
                                    <p:cond delay="500"/>
                                  </p:stCondLst>
                                  <p:childTnLst>
                                    <p:set>
                                      <p:cBhvr>
                                        <p:cTn id="15" dur="1" fill="hold">
                                          <p:stCondLst>
                                            <p:cond delay="0"/>
                                          </p:stCondLst>
                                        </p:cTn>
                                        <p:tgtEl>
                                          <p:spTgt spid="122"/>
                                        </p:tgtEl>
                                        <p:attrNameLst>
                                          <p:attrName>style.visibility</p:attrName>
                                        </p:attrNameLst>
                                      </p:cBhvr>
                                      <p:to>
                                        <p:strVal val="visible"/>
                                      </p:to>
                                    </p:set>
                                    <p:anim calcmode="lin" valueType="num">
                                      <p:cBhvr additive="base">
                                        <p:cTn id="16" dur="500" fill="hold"/>
                                        <p:tgtEl>
                                          <p:spTgt spid="122"/>
                                        </p:tgtEl>
                                        <p:attrNameLst>
                                          <p:attrName>ppt_x</p:attrName>
                                        </p:attrNameLst>
                                      </p:cBhvr>
                                      <p:tavLst>
                                        <p:tav tm="0">
                                          <p:val>
                                            <p:strVal val="0-#ppt_w/2"/>
                                          </p:val>
                                        </p:tav>
                                        <p:tav tm="100000">
                                          <p:val>
                                            <p:strVal val="#ppt_x"/>
                                          </p:val>
                                        </p:tav>
                                      </p:tavLst>
                                    </p:anim>
                                    <p:anim calcmode="lin" valueType="num">
                                      <p:cBhvr additive="base">
                                        <p:cTn id="17" dur="500" fill="hold"/>
                                        <p:tgtEl>
                                          <p:spTgt spid="122"/>
                                        </p:tgtEl>
                                        <p:attrNameLst>
                                          <p:attrName>ppt_y</p:attrName>
                                        </p:attrNameLst>
                                      </p:cBhvr>
                                      <p:tavLst>
                                        <p:tav tm="0">
                                          <p:val>
                                            <p:strVal val="#ppt_y"/>
                                          </p:val>
                                        </p:tav>
                                        <p:tav tm="100000">
                                          <p:val>
                                            <p:strVal val="#ppt_y"/>
                                          </p:val>
                                        </p:tav>
                                      </p:tavLst>
                                    </p:anim>
                                  </p:childTnLst>
                                </p:cTn>
                              </p:par>
                            </p:childTnLst>
                          </p:cTn>
                        </p:par>
                        <p:par>
                          <p:cTn id="18" fill="hold">
                            <p:stCondLst>
                              <p:cond delay="4250"/>
                            </p:stCondLst>
                            <p:childTnLst>
                              <p:par>
                                <p:cTn id="19" presetID="23" presetClass="entr" presetSubtype="16" fill="hold" nodeType="afterEffect">
                                  <p:stCondLst>
                                    <p:cond delay="0"/>
                                  </p:stCondLst>
                                  <p:childTnLst>
                                    <p:set>
                                      <p:cBhvr>
                                        <p:cTn id="20" dur="1" fill="hold">
                                          <p:stCondLst>
                                            <p:cond delay="0"/>
                                          </p:stCondLst>
                                        </p:cTn>
                                        <p:tgtEl>
                                          <p:spTgt spid="123"/>
                                        </p:tgtEl>
                                        <p:attrNameLst>
                                          <p:attrName>style.visibility</p:attrName>
                                        </p:attrNameLst>
                                      </p:cBhvr>
                                      <p:to>
                                        <p:strVal val="visible"/>
                                      </p:to>
                                    </p:set>
                                    <p:anim calcmode="lin" valueType="num">
                                      <p:cBhvr>
                                        <p:cTn id="21" dur="500" fill="hold"/>
                                        <p:tgtEl>
                                          <p:spTgt spid="123"/>
                                        </p:tgtEl>
                                        <p:attrNameLst>
                                          <p:attrName>ppt_w</p:attrName>
                                        </p:attrNameLst>
                                      </p:cBhvr>
                                      <p:tavLst>
                                        <p:tav tm="0">
                                          <p:val>
                                            <p:fltVal val="0"/>
                                          </p:val>
                                        </p:tav>
                                        <p:tav tm="100000">
                                          <p:val>
                                            <p:strVal val="#ppt_w"/>
                                          </p:val>
                                        </p:tav>
                                      </p:tavLst>
                                    </p:anim>
                                    <p:anim calcmode="lin" valueType="num">
                                      <p:cBhvr>
                                        <p:cTn id="22" dur="500" fill="hold"/>
                                        <p:tgtEl>
                                          <p:spTgt spid="123"/>
                                        </p:tgtEl>
                                        <p:attrNameLst>
                                          <p:attrName>ppt_h</p:attrName>
                                        </p:attrNameLst>
                                      </p:cBhvr>
                                      <p:tavLst>
                                        <p:tav tm="0">
                                          <p:val>
                                            <p:fltVal val="0"/>
                                          </p:val>
                                        </p:tav>
                                        <p:tav tm="100000">
                                          <p:val>
                                            <p:strVal val="#ppt_h"/>
                                          </p:val>
                                        </p:tav>
                                      </p:tavLst>
                                    </p:anim>
                                  </p:childTnLst>
                                  <p:subTnLst>
                                    <p:set>
                                      <p:cBhvr override="childStyle">
                                        <p:cTn dur="1" fill="hold" display="0" masterRel="nextClick" afterEffect="1"/>
                                        <p:tgtEl>
                                          <p:spTgt spid="123"/>
                                        </p:tgtEl>
                                        <p:attrNameLst>
                                          <p:attrName>style.visibility</p:attrName>
                                        </p:attrNameLst>
                                      </p:cBhvr>
                                      <p:to>
                                        <p:strVal val="hidden"/>
                                      </p:to>
                                    </p:set>
                                  </p:subTnLst>
                                </p:cTn>
                              </p:par>
                            </p:childTnLst>
                          </p:cTn>
                        </p:par>
                      </p:childTnLst>
                    </p:cTn>
                  </p:par>
                  <p:par>
                    <p:cTn id="23" fill="hold">
                      <p:stCondLst>
                        <p:cond delay="indefinite"/>
                      </p:stCondLst>
                      <p:childTnLst>
                        <p:par>
                          <p:cTn id="24" fill="hold">
                            <p:stCondLst>
                              <p:cond delay="0"/>
                            </p:stCondLst>
                            <p:childTnLst>
                              <p:par>
                                <p:cTn id="25" presetID="19" presetClass="entr" presetSubtype="10" fill="hold" nodeType="clickEffect">
                                  <p:stCondLst>
                                    <p:cond delay="0"/>
                                  </p:stCondLst>
                                  <p:childTnLst>
                                    <p:set>
                                      <p:cBhvr>
                                        <p:cTn id="26" dur="1" fill="hold">
                                          <p:stCondLst>
                                            <p:cond delay="0"/>
                                          </p:stCondLst>
                                        </p:cTn>
                                        <p:tgtEl>
                                          <p:spTgt spid="130"/>
                                        </p:tgtEl>
                                        <p:attrNameLst>
                                          <p:attrName>style.visibility</p:attrName>
                                        </p:attrNameLst>
                                      </p:cBhvr>
                                      <p:to>
                                        <p:strVal val="visible"/>
                                      </p:to>
                                    </p:set>
                                    <p:anim calcmode="lin" valueType="num">
                                      <p:cBhvr>
                                        <p:cTn id="27" dur="5000" fill="hold"/>
                                        <p:tgtEl>
                                          <p:spTgt spid="130"/>
                                        </p:tgtEl>
                                        <p:attrNameLst>
                                          <p:attrName>ppt_w</p:attrName>
                                        </p:attrNameLst>
                                      </p:cBhvr>
                                      <p:tavLst>
                                        <p:tav tm="0" fmla="#ppt_w*sin(2.5*pi*$)">
                                          <p:val>
                                            <p:fltVal val="0"/>
                                          </p:val>
                                        </p:tav>
                                        <p:tav tm="100000">
                                          <p:val>
                                            <p:fltVal val="1"/>
                                          </p:val>
                                        </p:tav>
                                      </p:tavLst>
                                    </p:anim>
                                    <p:anim calcmode="lin" valueType="num">
                                      <p:cBhvr>
                                        <p:cTn id="28" dur="5000" fill="hold"/>
                                        <p:tgtEl>
                                          <p:spTgt spid="130"/>
                                        </p:tgtEl>
                                        <p:attrNameLst>
                                          <p:attrName>ppt_h</p:attrName>
                                        </p:attrNameLst>
                                      </p:cBhvr>
                                      <p:tavLst>
                                        <p:tav tm="0">
                                          <p:val>
                                            <p:strVal val="#ppt_h"/>
                                          </p:val>
                                        </p:tav>
                                        <p:tav tm="100000">
                                          <p:val>
                                            <p:strVal val="#ppt_h"/>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8" fill="hold" grpId="0" nodeType="clickEffect">
                                  <p:stCondLst>
                                    <p:cond delay="0"/>
                                  </p:stCondLst>
                                  <p:childTnLst>
                                    <p:set>
                                      <p:cBhvr>
                                        <p:cTn id="32" dur="1" fill="hold">
                                          <p:stCondLst>
                                            <p:cond delay="0"/>
                                          </p:stCondLst>
                                        </p:cTn>
                                        <p:tgtEl>
                                          <p:spTgt spid="124"/>
                                        </p:tgtEl>
                                        <p:attrNameLst>
                                          <p:attrName>style.visibility</p:attrName>
                                        </p:attrNameLst>
                                      </p:cBhvr>
                                      <p:to>
                                        <p:strVal val="visible"/>
                                      </p:to>
                                    </p:set>
                                    <p:anim calcmode="lin" valueType="num">
                                      <p:cBhvr additive="base">
                                        <p:cTn id="33" dur="500" fill="hold"/>
                                        <p:tgtEl>
                                          <p:spTgt spid="124"/>
                                        </p:tgtEl>
                                        <p:attrNameLst>
                                          <p:attrName>ppt_x</p:attrName>
                                        </p:attrNameLst>
                                      </p:cBhvr>
                                      <p:tavLst>
                                        <p:tav tm="0">
                                          <p:val>
                                            <p:strVal val="0-#ppt_w/2"/>
                                          </p:val>
                                        </p:tav>
                                        <p:tav tm="100000">
                                          <p:val>
                                            <p:strVal val="#ppt_x"/>
                                          </p:val>
                                        </p:tav>
                                      </p:tavLst>
                                    </p:anim>
                                    <p:anim calcmode="lin" valueType="num">
                                      <p:cBhvr additive="base">
                                        <p:cTn id="34" dur="500" fill="hold"/>
                                        <p:tgtEl>
                                          <p:spTgt spid="124"/>
                                        </p:tgtEl>
                                        <p:attrNameLst>
                                          <p:attrName>ppt_y</p:attrName>
                                        </p:attrNameLst>
                                      </p:cBhvr>
                                      <p:tavLst>
                                        <p:tav tm="0">
                                          <p:val>
                                            <p:strVal val="#ppt_y"/>
                                          </p:val>
                                        </p:tav>
                                        <p:tav tm="100000">
                                          <p:val>
                                            <p:strVal val="#ppt_y"/>
                                          </p:val>
                                        </p:tav>
                                      </p:tavLst>
                                    </p:anim>
                                  </p:childTnLst>
                                </p:cTn>
                              </p:par>
                            </p:childTnLst>
                          </p:cTn>
                        </p:par>
                        <p:par>
                          <p:cTn id="35" fill="hold">
                            <p:stCondLst>
                              <p:cond delay="500"/>
                            </p:stCondLst>
                            <p:childTnLst>
                              <p:par>
                                <p:cTn id="36" presetID="23" presetClass="entr" presetSubtype="16" fill="hold" nodeType="afterEffect">
                                  <p:stCondLst>
                                    <p:cond delay="0"/>
                                  </p:stCondLst>
                                  <p:childTnLst>
                                    <p:set>
                                      <p:cBhvr>
                                        <p:cTn id="37" dur="1" fill="hold">
                                          <p:stCondLst>
                                            <p:cond delay="0"/>
                                          </p:stCondLst>
                                        </p:cTn>
                                        <p:tgtEl>
                                          <p:spTgt spid="125"/>
                                        </p:tgtEl>
                                        <p:attrNameLst>
                                          <p:attrName>style.visibility</p:attrName>
                                        </p:attrNameLst>
                                      </p:cBhvr>
                                      <p:to>
                                        <p:strVal val="visible"/>
                                      </p:to>
                                    </p:set>
                                    <p:anim calcmode="lin" valueType="num">
                                      <p:cBhvr>
                                        <p:cTn id="38" dur="500" fill="hold"/>
                                        <p:tgtEl>
                                          <p:spTgt spid="125"/>
                                        </p:tgtEl>
                                        <p:attrNameLst>
                                          <p:attrName>ppt_w</p:attrName>
                                        </p:attrNameLst>
                                      </p:cBhvr>
                                      <p:tavLst>
                                        <p:tav tm="0">
                                          <p:val>
                                            <p:fltVal val="0"/>
                                          </p:val>
                                        </p:tav>
                                        <p:tav tm="100000">
                                          <p:val>
                                            <p:strVal val="#ppt_w"/>
                                          </p:val>
                                        </p:tav>
                                      </p:tavLst>
                                    </p:anim>
                                    <p:anim calcmode="lin" valueType="num">
                                      <p:cBhvr>
                                        <p:cTn id="39" dur="500" fill="hold"/>
                                        <p:tgtEl>
                                          <p:spTgt spid="125"/>
                                        </p:tgtEl>
                                        <p:attrNameLst>
                                          <p:attrName>ppt_h</p:attrName>
                                        </p:attrNameLst>
                                      </p:cBhvr>
                                      <p:tavLst>
                                        <p:tav tm="0">
                                          <p:val>
                                            <p:fltVal val="0"/>
                                          </p:val>
                                        </p:tav>
                                        <p:tav tm="100000">
                                          <p:val>
                                            <p:strVal val="#ppt_h"/>
                                          </p:val>
                                        </p:tav>
                                      </p:tavLst>
                                    </p:anim>
                                  </p:childTnLst>
                                  <p:subTnLst>
                                    <p:set>
                                      <p:cBhvr override="childStyle">
                                        <p:cTn dur="1" fill="hold" display="0" masterRel="nextClick" afterEffect="1"/>
                                        <p:tgtEl>
                                          <p:spTgt spid="125"/>
                                        </p:tgtEl>
                                        <p:attrNameLst>
                                          <p:attrName>style.visibility</p:attrName>
                                        </p:attrNameLst>
                                      </p:cBhvr>
                                      <p:to>
                                        <p:strVal val="hidden"/>
                                      </p:to>
                                    </p:set>
                                  </p:subTnLst>
                                </p:cTn>
                              </p:par>
                            </p:childTnLst>
                          </p:cTn>
                        </p:par>
                      </p:childTnLst>
                    </p:cTn>
                  </p:par>
                  <p:par>
                    <p:cTn id="40" fill="hold">
                      <p:stCondLst>
                        <p:cond delay="indefinite"/>
                      </p:stCondLst>
                      <p:childTnLst>
                        <p:par>
                          <p:cTn id="41" fill="hold">
                            <p:stCondLst>
                              <p:cond delay="0"/>
                            </p:stCondLst>
                            <p:childTnLst>
                              <p:par>
                                <p:cTn id="42" presetID="19" presetClass="entr" presetSubtype="10" fill="hold" nodeType="clickEffect">
                                  <p:stCondLst>
                                    <p:cond delay="0"/>
                                  </p:stCondLst>
                                  <p:childTnLst>
                                    <p:set>
                                      <p:cBhvr>
                                        <p:cTn id="43" dur="1" fill="hold">
                                          <p:stCondLst>
                                            <p:cond delay="0"/>
                                          </p:stCondLst>
                                        </p:cTn>
                                        <p:tgtEl>
                                          <p:spTgt spid="133"/>
                                        </p:tgtEl>
                                        <p:attrNameLst>
                                          <p:attrName>style.visibility</p:attrName>
                                        </p:attrNameLst>
                                      </p:cBhvr>
                                      <p:to>
                                        <p:strVal val="visible"/>
                                      </p:to>
                                    </p:set>
                                    <p:anim calcmode="lin" valueType="num">
                                      <p:cBhvr>
                                        <p:cTn id="44" dur="5000" fill="hold"/>
                                        <p:tgtEl>
                                          <p:spTgt spid="133"/>
                                        </p:tgtEl>
                                        <p:attrNameLst>
                                          <p:attrName>ppt_w</p:attrName>
                                        </p:attrNameLst>
                                      </p:cBhvr>
                                      <p:tavLst>
                                        <p:tav tm="0" fmla="#ppt_w*sin(2.5*pi*$)">
                                          <p:val>
                                            <p:fltVal val="0"/>
                                          </p:val>
                                        </p:tav>
                                        <p:tav tm="100000">
                                          <p:val>
                                            <p:fltVal val="1"/>
                                          </p:val>
                                        </p:tav>
                                      </p:tavLst>
                                    </p:anim>
                                    <p:anim calcmode="lin" valueType="num">
                                      <p:cBhvr>
                                        <p:cTn id="45" dur="5000" fill="hold"/>
                                        <p:tgtEl>
                                          <p:spTgt spid="133"/>
                                        </p:tgtEl>
                                        <p:attrNameLst>
                                          <p:attrName>ppt_h</p:attrName>
                                        </p:attrNameLst>
                                      </p:cBhvr>
                                      <p:tavLst>
                                        <p:tav tm="0">
                                          <p:val>
                                            <p:strVal val="#ppt_h"/>
                                          </p:val>
                                        </p:tav>
                                        <p:tav tm="100000">
                                          <p:val>
                                            <p:strVal val="#ppt_h"/>
                                          </p:val>
                                        </p:tav>
                                      </p:tavLst>
                                    </p:anim>
                                  </p:childTnLst>
                                </p:cTn>
                              </p:par>
                            </p:childTnLst>
                          </p:cTn>
                        </p:par>
                      </p:childTnLst>
                    </p:cTn>
                  </p:par>
                  <p:par>
                    <p:cTn id="46" fill="hold">
                      <p:stCondLst>
                        <p:cond delay="indefinite"/>
                      </p:stCondLst>
                      <p:childTnLst>
                        <p:par>
                          <p:cTn id="47" fill="hold">
                            <p:stCondLst>
                              <p:cond delay="0"/>
                            </p:stCondLst>
                            <p:childTnLst>
                              <p:par>
                                <p:cTn id="48" presetID="2" presetClass="entr" presetSubtype="8" fill="hold" grpId="0" nodeType="clickEffect">
                                  <p:stCondLst>
                                    <p:cond delay="0"/>
                                  </p:stCondLst>
                                  <p:childTnLst>
                                    <p:set>
                                      <p:cBhvr>
                                        <p:cTn id="49" dur="1" fill="hold">
                                          <p:stCondLst>
                                            <p:cond delay="0"/>
                                          </p:stCondLst>
                                        </p:cTn>
                                        <p:tgtEl>
                                          <p:spTgt spid="126"/>
                                        </p:tgtEl>
                                        <p:attrNameLst>
                                          <p:attrName>style.visibility</p:attrName>
                                        </p:attrNameLst>
                                      </p:cBhvr>
                                      <p:to>
                                        <p:strVal val="visible"/>
                                      </p:to>
                                    </p:set>
                                    <p:anim calcmode="lin" valueType="num">
                                      <p:cBhvr additive="base">
                                        <p:cTn id="50" dur="500" fill="hold"/>
                                        <p:tgtEl>
                                          <p:spTgt spid="126"/>
                                        </p:tgtEl>
                                        <p:attrNameLst>
                                          <p:attrName>ppt_x</p:attrName>
                                        </p:attrNameLst>
                                      </p:cBhvr>
                                      <p:tavLst>
                                        <p:tav tm="0">
                                          <p:val>
                                            <p:strVal val="0-#ppt_w/2"/>
                                          </p:val>
                                        </p:tav>
                                        <p:tav tm="100000">
                                          <p:val>
                                            <p:strVal val="#ppt_x"/>
                                          </p:val>
                                        </p:tav>
                                      </p:tavLst>
                                    </p:anim>
                                    <p:anim calcmode="lin" valueType="num">
                                      <p:cBhvr additive="base">
                                        <p:cTn id="51" dur="500" fill="hold"/>
                                        <p:tgtEl>
                                          <p:spTgt spid="126"/>
                                        </p:tgtEl>
                                        <p:attrNameLst>
                                          <p:attrName>ppt_y</p:attrName>
                                        </p:attrNameLst>
                                      </p:cBhvr>
                                      <p:tavLst>
                                        <p:tav tm="0">
                                          <p:val>
                                            <p:strVal val="#ppt_y"/>
                                          </p:val>
                                        </p:tav>
                                        <p:tav tm="100000">
                                          <p:val>
                                            <p:strVal val="#ppt_y"/>
                                          </p:val>
                                        </p:tav>
                                      </p:tavLst>
                                    </p:anim>
                                  </p:childTnLst>
                                </p:cTn>
                              </p:par>
                            </p:childTnLst>
                          </p:cTn>
                        </p:par>
                        <p:par>
                          <p:cTn id="52" fill="hold">
                            <p:stCondLst>
                              <p:cond delay="500"/>
                            </p:stCondLst>
                            <p:childTnLst>
                              <p:par>
                                <p:cTn id="53" presetID="23" presetClass="entr" presetSubtype="16" fill="hold" nodeType="afterEffect">
                                  <p:stCondLst>
                                    <p:cond delay="0"/>
                                  </p:stCondLst>
                                  <p:childTnLst>
                                    <p:set>
                                      <p:cBhvr>
                                        <p:cTn id="54" dur="1" fill="hold">
                                          <p:stCondLst>
                                            <p:cond delay="0"/>
                                          </p:stCondLst>
                                        </p:cTn>
                                        <p:tgtEl>
                                          <p:spTgt spid="127"/>
                                        </p:tgtEl>
                                        <p:attrNameLst>
                                          <p:attrName>style.visibility</p:attrName>
                                        </p:attrNameLst>
                                      </p:cBhvr>
                                      <p:to>
                                        <p:strVal val="visible"/>
                                      </p:to>
                                    </p:set>
                                    <p:anim calcmode="lin" valueType="num">
                                      <p:cBhvr>
                                        <p:cTn id="55" dur="500" fill="hold"/>
                                        <p:tgtEl>
                                          <p:spTgt spid="127"/>
                                        </p:tgtEl>
                                        <p:attrNameLst>
                                          <p:attrName>ppt_w</p:attrName>
                                        </p:attrNameLst>
                                      </p:cBhvr>
                                      <p:tavLst>
                                        <p:tav tm="0">
                                          <p:val>
                                            <p:fltVal val="0"/>
                                          </p:val>
                                        </p:tav>
                                        <p:tav tm="100000">
                                          <p:val>
                                            <p:strVal val="#ppt_w"/>
                                          </p:val>
                                        </p:tav>
                                      </p:tavLst>
                                    </p:anim>
                                    <p:anim calcmode="lin" valueType="num">
                                      <p:cBhvr>
                                        <p:cTn id="56" dur="500" fill="hold"/>
                                        <p:tgtEl>
                                          <p:spTgt spid="127"/>
                                        </p:tgtEl>
                                        <p:attrNameLst>
                                          <p:attrName>ppt_h</p:attrName>
                                        </p:attrNameLst>
                                      </p:cBhvr>
                                      <p:tavLst>
                                        <p:tav tm="0">
                                          <p:val>
                                            <p:fltVal val="0"/>
                                          </p:val>
                                        </p:tav>
                                        <p:tav tm="100000">
                                          <p:val>
                                            <p:strVal val="#ppt_h"/>
                                          </p:val>
                                        </p:tav>
                                      </p:tavLst>
                                    </p:anim>
                                  </p:childTnLst>
                                  <p:subTnLst>
                                    <p:set>
                                      <p:cBhvr override="childStyle">
                                        <p:cTn dur="1" fill="hold" display="0" masterRel="nextClick" afterEffect="1"/>
                                        <p:tgtEl>
                                          <p:spTgt spid="127"/>
                                        </p:tgtEl>
                                        <p:attrNameLst>
                                          <p:attrName>style.visibility</p:attrName>
                                        </p:attrNameLst>
                                      </p:cBhvr>
                                      <p:to>
                                        <p:strVal val="hidden"/>
                                      </p:to>
                                    </p:set>
                                  </p:subTnLst>
                                </p:cTn>
                              </p:par>
                            </p:childTnLst>
                          </p:cTn>
                        </p:par>
                      </p:childTnLst>
                    </p:cTn>
                  </p:par>
                  <p:par>
                    <p:cTn id="57" fill="hold">
                      <p:stCondLst>
                        <p:cond delay="indefinite"/>
                      </p:stCondLst>
                      <p:childTnLst>
                        <p:par>
                          <p:cTn id="58" fill="hold">
                            <p:stCondLst>
                              <p:cond delay="0"/>
                            </p:stCondLst>
                            <p:childTnLst>
                              <p:par>
                                <p:cTn id="59" presetID="2" presetClass="entr" presetSubtype="8" fill="hold" grpId="0" nodeType="clickEffect">
                                  <p:stCondLst>
                                    <p:cond delay="0"/>
                                  </p:stCondLst>
                                  <p:childTnLst>
                                    <p:set>
                                      <p:cBhvr>
                                        <p:cTn id="60" dur="1" fill="hold">
                                          <p:stCondLst>
                                            <p:cond delay="0"/>
                                          </p:stCondLst>
                                        </p:cTn>
                                        <p:tgtEl>
                                          <p:spTgt spid="128"/>
                                        </p:tgtEl>
                                        <p:attrNameLst>
                                          <p:attrName>style.visibility</p:attrName>
                                        </p:attrNameLst>
                                      </p:cBhvr>
                                      <p:to>
                                        <p:strVal val="visible"/>
                                      </p:to>
                                    </p:set>
                                    <p:anim calcmode="lin" valueType="num">
                                      <p:cBhvr additive="base">
                                        <p:cTn id="61" dur="500" fill="hold"/>
                                        <p:tgtEl>
                                          <p:spTgt spid="128"/>
                                        </p:tgtEl>
                                        <p:attrNameLst>
                                          <p:attrName>ppt_x</p:attrName>
                                        </p:attrNameLst>
                                      </p:cBhvr>
                                      <p:tavLst>
                                        <p:tav tm="0">
                                          <p:val>
                                            <p:strVal val="0-#ppt_w/2"/>
                                          </p:val>
                                        </p:tav>
                                        <p:tav tm="100000">
                                          <p:val>
                                            <p:strVal val="#ppt_x"/>
                                          </p:val>
                                        </p:tav>
                                      </p:tavLst>
                                    </p:anim>
                                    <p:anim calcmode="lin" valueType="num">
                                      <p:cBhvr additive="base">
                                        <p:cTn id="62" dur="500" fill="hold"/>
                                        <p:tgtEl>
                                          <p:spTgt spid="128"/>
                                        </p:tgtEl>
                                        <p:attrNameLst>
                                          <p:attrName>ppt_y</p:attrName>
                                        </p:attrNameLst>
                                      </p:cBhvr>
                                      <p:tavLst>
                                        <p:tav tm="0">
                                          <p:val>
                                            <p:strVal val="#ppt_y"/>
                                          </p:val>
                                        </p:tav>
                                        <p:tav tm="100000">
                                          <p:val>
                                            <p:strVal val="#ppt_y"/>
                                          </p:val>
                                        </p:tav>
                                      </p:tavLst>
                                    </p:anim>
                                  </p:childTnLst>
                                </p:cTn>
                              </p:par>
                            </p:childTnLst>
                          </p:cTn>
                        </p:par>
                        <p:par>
                          <p:cTn id="63" fill="hold">
                            <p:stCondLst>
                              <p:cond delay="500"/>
                            </p:stCondLst>
                            <p:childTnLst>
                              <p:par>
                                <p:cTn id="64" presetID="23" presetClass="entr" presetSubtype="16" fill="hold" nodeType="afterEffect">
                                  <p:stCondLst>
                                    <p:cond delay="0"/>
                                  </p:stCondLst>
                                  <p:childTnLst>
                                    <p:set>
                                      <p:cBhvr>
                                        <p:cTn id="65" dur="1" fill="hold">
                                          <p:stCondLst>
                                            <p:cond delay="0"/>
                                          </p:stCondLst>
                                        </p:cTn>
                                        <p:tgtEl>
                                          <p:spTgt spid="129"/>
                                        </p:tgtEl>
                                        <p:attrNameLst>
                                          <p:attrName>style.visibility</p:attrName>
                                        </p:attrNameLst>
                                      </p:cBhvr>
                                      <p:to>
                                        <p:strVal val="visible"/>
                                      </p:to>
                                    </p:set>
                                    <p:anim calcmode="lin" valueType="num">
                                      <p:cBhvr>
                                        <p:cTn id="66" dur="500" fill="hold"/>
                                        <p:tgtEl>
                                          <p:spTgt spid="129"/>
                                        </p:tgtEl>
                                        <p:attrNameLst>
                                          <p:attrName>ppt_w</p:attrName>
                                        </p:attrNameLst>
                                      </p:cBhvr>
                                      <p:tavLst>
                                        <p:tav tm="0">
                                          <p:val>
                                            <p:fltVal val="0"/>
                                          </p:val>
                                        </p:tav>
                                        <p:tav tm="100000">
                                          <p:val>
                                            <p:strVal val="#ppt_w"/>
                                          </p:val>
                                        </p:tav>
                                      </p:tavLst>
                                    </p:anim>
                                    <p:anim calcmode="lin" valueType="num">
                                      <p:cBhvr>
                                        <p:cTn id="67" dur="500" fill="hold"/>
                                        <p:tgtEl>
                                          <p:spTgt spid="129"/>
                                        </p:tgtEl>
                                        <p:attrNameLst>
                                          <p:attrName>ppt_h</p:attrName>
                                        </p:attrNameLst>
                                      </p:cBhvr>
                                      <p:tavLst>
                                        <p:tav tm="0">
                                          <p:val>
                                            <p:fltVal val="0"/>
                                          </p:val>
                                        </p:tav>
                                        <p:tav tm="100000">
                                          <p:val>
                                            <p:strVal val="#ppt_h"/>
                                          </p:val>
                                        </p:tav>
                                      </p:tavLst>
                                    </p:anim>
                                  </p:childTnLst>
                                  <p:subTnLst>
                                    <p:set>
                                      <p:cBhvr override="childStyle">
                                        <p:cTn dur="1" fill="hold" display="0" masterRel="nextClick" afterEffect="1"/>
                                        <p:tgtEl>
                                          <p:spTgt spid="129"/>
                                        </p:tgtEl>
                                        <p:attrNameLst>
                                          <p:attrName>style.visibility</p:attrName>
                                        </p:attrNameLst>
                                      </p:cBhvr>
                                      <p:to>
                                        <p:strVal val="hidden"/>
                                      </p:to>
                                    </p:set>
                                  </p:subTnLst>
                                </p:cTn>
                              </p:par>
                            </p:childTnLst>
                          </p:cTn>
                        </p:par>
                        <p:par>
                          <p:cTn id="68" fill="hold">
                            <p:stCondLst>
                              <p:cond delay="1000"/>
                            </p:stCondLst>
                            <p:childTnLst>
                              <p:par>
                                <p:cTn id="69" presetID="22" presetClass="entr" presetSubtype="1" fill="hold" grpId="0" nodeType="afterEffect">
                                  <p:stCondLst>
                                    <p:cond delay="0"/>
                                  </p:stCondLst>
                                  <p:childTnLst>
                                    <p:set>
                                      <p:cBhvr>
                                        <p:cTn id="70" dur="1" fill="hold">
                                          <p:stCondLst>
                                            <p:cond delay="0"/>
                                          </p:stCondLst>
                                        </p:cTn>
                                        <p:tgtEl>
                                          <p:spTgt spid="7"/>
                                        </p:tgtEl>
                                        <p:attrNameLst>
                                          <p:attrName>style.visibility</p:attrName>
                                        </p:attrNameLst>
                                      </p:cBhvr>
                                      <p:to>
                                        <p:strVal val="visible"/>
                                      </p:to>
                                    </p:set>
                                    <p:animEffect transition="in" filter="wipe(up)">
                                      <p:cBhvr>
                                        <p:cTn id="71" dur="1000"/>
                                        <p:tgtEl>
                                          <p:spTgt spid="7"/>
                                        </p:tgtEl>
                                      </p:cBhvr>
                                    </p:animEffect>
                                  </p:childTnLst>
                                </p:cTn>
                              </p:par>
                            </p:childTnLst>
                          </p:cTn>
                        </p:par>
                        <p:par>
                          <p:cTn id="72" fill="hold">
                            <p:stCondLst>
                              <p:cond delay="2000"/>
                            </p:stCondLst>
                            <p:childTnLst>
                              <p:par>
                                <p:cTn id="73" presetID="1" presetClass="entr" presetSubtype="0" fill="hold" nodeType="afterEffect">
                                  <p:stCondLst>
                                    <p:cond delay="0"/>
                                  </p:stCondLst>
                                  <p:childTnLst>
                                    <p:set>
                                      <p:cBhvr>
                                        <p:cTn id="74" dur="1" fill="hold">
                                          <p:stCondLst>
                                            <p:cond delay="499"/>
                                          </p:stCondLst>
                                        </p:cTn>
                                        <p:tgtEl>
                                          <p:spTgt spid="16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122" grpId="0" animBg="1" autoUpdateAnimBg="0"/>
      <p:bldP spid="124" grpId="0" animBg="1" autoUpdateAnimBg="0"/>
      <p:bldP spid="126" grpId="0" animBg="1" autoUpdateAnimBg="0"/>
      <p:bldP spid="128" grpId="0" animBg="1" autoUpdateAnimBg="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uadroTexto 6">
            <a:extLst>
              <a:ext uri="{FF2B5EF4-FFF2-40B4-BE49-F238E27FC236}">
                <a16:creationId xmlns:a16="http://schemas.microsoft.com/office/drawing/2014/main" id="{B3245438-2EFA-4DBF-85CF-60E0A78BBF68}"/>
              </a:ext>
            </a:extLst>
          </p:cNvPr>
          <p:cNvSpPr txBox="1"/>
          <p:nvPr/>
        </p:nvSpPr>
        <p:spPr>
          <a:xfrm>
            <a:off x="152400" y="1003301"/>
            <a:ext cx="6832600" cy="4724399"/>
          </a:xfrm>
          <a:prstGeom prst="rect">
            <a:avLst/>
          </a:prstGeom>
          <a:solidFill>
            <a:schemeClr val="accent5">
              <a:lumMod val="20000"/>
              <a:lumOff val="80000"/>
            </a:schemeClr>
          </a:solidFill>
          <a:scene3d>
            <a:camera prst="orthographicFront"/>
            <a:lightRig rig="flat" dir="t"/>
          </a:scene3d>
          <a:sp3d/>
        </p:spPr>
        <p:style>
          <a:lnRef idx="0">
            <a:scrgbClr r="0" g="0" b="0"/>
          </a:lnRef>
          <a:fillRef idx="0">
            <a:scrgbClr r="0" g="0" b="0"/>
          </a:fillRef>
          <a:effectRef idx="0">
            <a:scrgbClr r="0" g="0" b="0"/>
          </a:effectRef>
          <a:fontRef idx="minor">
            <a:schemeClr val="dk1"/>
          </a:fontRef>
        </p:style>
        <p:txBody>
          <a:bodyPr spcFirstLastPara="0" vert="horz" wrap="square" lIns="121920" tIns="121920" rIns="121920" bIns="121920" numCol="1" spcCol="1270" anchor="ctr" anchorCtr="0">
            <a:noAutofit/>
          </a:bodyPr>
          <a:lstStyle/>
          <a:p>
            <a:pPr algn="just"/>
            <a:r>
              <a:rPr lang="es-MX" sz="2800" dirty="0"/>
              <a:t>Al lado derecho están los 4 vectores (cada uno de ellos representa cada uno de los pasones):  En el primero lleva el 10 al final del vector.  El segundo lleva el 9 a la posición 4.  El tercero lleva el 8 a la posición 3 y el último pasón, lleva 7 a la posición 2 y al mismo tiempo, lleva el 6 a la primera posición.  Observe que cada vez que se hace un pasón, al final ya no hay intercambio, lo cual es muy importante identificarlo para el final del segundo ciclo en el método de Burbuja.</a:t>
            </a:r>
            <a:endParaRPr lang="es-ES" sz="2800" dirty="0"/>
          </a:p>
        </p:txBody>
      </p:sp>
      <p:sp>
        <p:nvSpPr>
          <p:cNvPr id="2" name="Título 1"/>
          <p:cNvSpPr>
            <a:spLocks noGrp="1"/>
          </p:cNvSpPr>
          <p:nvPr>
            <p:ph type="title"/>
          </p:nvPr>
        </p:nvSpPr>
        <p:spPr>
          <a:xfrm>
            <a:off x="989994" y="0"/>
            <a:ext cx="11369040" cy="914400"/>
          </a:xfrm>
        </p:spPr>
        <p:txBody>
          <a:bodyPr>
            <a:noAutofit/>
          </a:bodyPr>
          <a:lstStyle/>
          <a:p>
            <a:pPr algn="ctr"/>
            <a:r>
              <a:rPr lang="es-CO" sz="3800" b="1" dirty="0">
                <a:latin typeface="Bahnschrift Light SemiCondensed" panose="020B0502040204020203" pitchFamily="34" charset="0"/>
              </a:rPr>
              <a:t>“MÉTODOS DE ORDENAMIENTO BURBUJA C++”</a:t>
            </a:r>
          </a:p>
        </p:txBody>
      </p:sp>
      <p:grpSp>
        <p:nvGrpSpPr>
          <p:cNvPr id="68" name="Group 2">
            <a:extLst>
              <a:ext uri="{FF2B5EF4-FFF2-40B4-BE49-F238E27FC236}">
                <a16:creationId xmlns:a16="http://schemas.microsoft.com/office/drawing/2014/main" id="{C7D070A2-AFBC-44F2-A083-7A129A94B414}"/>
              </a:ext>
            </a:extLst>
          </p:cNvPr>
          <p:cNvGrpSpPr>
            <a:grpSpLocks/>
          </p:cNvGrpSpPr>
          <p:nvPr/>
        </p:nvGrpSpPr>
        <p:grpSpPr bwMode="auto">
          <a:xfrm>
            <a:off x="7205807" y="4316900"/>
            <a:ext cx="4495800" cy="1157287"/>
            <a:chOff x="2736" y="1623"/>
            <a:chExt cx="2832" cy="729"/>
          </a:xfrm>
          <a:solidFill>
            <a:schemeClr val="bg1">
              <a:lumMod val="85000"/>
            </a:schemeClr>
          </a:solidFill>
        </p:grpSpPr>
        <p:sp>
          <p:nvSpPr>
            <p:cNvPr id="69" name="Rectangle 3">
              <a:extLst>
                <a:ext uri="{FF2B5EF4-FFF2-40B4-BE49-F238E27FC236}">
                  <a16:creationId xmlns:a16="http://schemas.microsoft.com/office/drawing/2014/main" id="{8CB9496D-4049-4956-8D8F-A2CB52AE02CB}"/>
                </a:ext>
              </a:extLst>
            </p:cNvPr>
            <p:cNvSpPr>
              <a:spLocks noChangeArrowheads="1"/>
            </p:cNvSpPr>
            <p:nvPr/>
          </p:nvSpPr>
          <p:spPr bwMode="auto">
            <a:xfrm>
              <a:off x="3415" y="1623"/>
              <a:ext cx="431" cy="432"/>
            </a:xfrm>
            <a:prstGeom prst="rect">
              <a:avLst/>
            </a:prstGeom>
            <a:grpFill/>
            <a:ln w="38100">
              <a:solidFill>
                <a:schemeClr val="tx1"/>
              </a:solidFill>
              <a:miter lim="800000"/>
              <a:headEnd/>
              <a:tailEnd/>
            </a:ln>
          </p:spPr>
          <p:txBody>
            <a:bodyPr wrap="none" anchor="ctr"/>
            <a:lstStyle/>
            <a:p>
              <a:endParaRPr lang="es-ES" sz="3200">
                <a:solidFill>
                  <a:sysClr val="windowText" lastClr="000000"/>
                </a:solidFill>
                <a:latin typeface="Arial Narrow" pitchFamily="34" charset="0"/>
              </a:endParaRPr>
            </a:p>
          </p:txBody>
        </p:sp>
        <p:sp>
          <p:nvSpPr>
            <p:cNvPr id="70" name="Rectangle 4">
              <a:extLst>
                <a:ext uri="{FF2B5EF4-FFF2-40B4-BE49-F238E27FC236}">
                  <a16:creationId xmlns:a16="http://schemas.microsoft.com/office/drawing/2014/main" id="{6F587A0C-2BC5-476E-A9D4-0C9FAE935EF7}"/>
                </a:ext>
              </a:extLst>
            </p:cNvPr>
            <p:cNvSpPr>
              <a:spLocks noChangeArrowheads="1"/>
            </p:cNvSpPr>
            <p:nvPr/>
          </p:nvSpPr>
          <p:spPr bwMode="auto">
            <a:xfrm>
              <a:off x="3846" y="1623"/>
              <a:ext cx="430" cy="432"/>
            </a:xfrm>
            <a:prstGeom prst="rect">
              <a:avLst/>
            </a:prstGeom>
            <a:grpFill/>
            <a:ln w="38100">
              <a:solidFill>
                <a:schemeClr val="tx1"/>
              </a:solidFill>
              <a:miter lim="800000"/>
              <a:headEnd/>
              <a:tailEnd/>
            </a:ln>
          </p:spPr>
          <p:txBody>
            <a:bodyPr wrap="none" anchor="ctr"/>
            <a:lstStyle/>
            <a:p>
              <a:endParaRPr lang="es-ES" sz="3200">
                <a:solidFill>
                  <a:sysClr val="windowText" lastClr="000000"/>
                </a:solidFill>
                <a:latin typeface="Arial Narrow" pitchFamily="34" charset="0"/>
              </a:endParaRPr>
            </a:p>
          </p:txBody>
        </p:sp>
        <p:sp>
          <p:nvSpPr>
            <p:cNvPr id="71" name="Rectangle 5">
              <a:extLst>
                <a:ext uri="{FF2B5EF4-FFF2-40B4-BE49-F238E27FC236}">
                  <a16:creationId xmlns:a16="http://schemas.microsoft.com/office/drawing/2014/main" id="{19734049-F222-4FD4-ABC3-A7A4508CBC83}"/>
                </a:ext>
              </a:extLst>
            </p:cNvPr>
            <p:cNvSpPr>
              <a:spLocks noChangeArrowheads="1"/>
            </p:cNvSpPr>
            <p:nvPr/>
          </p:nvSpPr>
          <p:spPr bwMode="auto">
            <a:xfrm>
              <a:off x="4276" y="1623"/>
              <a:ext cx="431" cy="432"/>
            </a:xfrm>
            <a:prstGeom prst="rect">
              <a:avLst/>
            </a:prstGeom>
            <a:grpFill/>
            <a:ln w="38100">
              <a:solidFill>
                <a:schemeClr val="tx1"/>
              </a:solidFill>
              <a:miter lim="800000"/>
              <a:headEnd/>
              <a:tailEnd/>
            </a:ln>
          </p:spPr>
          <p:txBody>
            <a:bodyPr wrap="none" anchor="ctr"/>
            <a:lstStyle/>
            <a:p>
              <a:endParaRPr lang="es-ES" sz="3200">
                <a:solidFill>
                  <a:sysClr val="windowText" lastClr="000000"/>
                </a:solidFill>
                <a:latin typeface="Arial Narrow" pitchFamily="34" charset="0"/>
              </a:endParaRPr>
            </a:p>
          </p:txBody>
        </p:sp>
        <p:sp>
          <p:nvSpPr>
            <p:cNvPr id="72" name="Rectangle 6">
              <a:extLst>
                <a:ext uri="{FF2B5EF4-FFF2-40B4-BE49-F238E27FC236}">
                  <a16:creationId xmlns:a16="http://schemas.microsoft.com/office/drawing/2014/main" id="{81D473F3-DDE6-4708-A958-A03404FDBF72}"/>
                </a:ext>
              </a:extLst>
            </p:cNvPr>
            <p:cNvSpPr>
              <a:spLocks noChangeArrowheads="1"/>
            </p:cNvSpPr>
            <p:nvPr/>
          </p:nvSpPr>
          <p:spPr bwMode="auto">
            <a:xfrm>
              <a:off x="4707" y="1623"/>
              <a:ext cx="430" cy="432"/>
            </a:xfrm>
            <a:prstGeom prst="rect">
              <a:avLst/>
            </a:prstGeom>
            <a:grpFill/>
            <a:ln w="38100">
              <a:solidFill>
                <a:schemeClr val="tx1"/>
              </a:solidFill>
              <a:miter lim="800000"/>
              <a:headEnd/>
              <a:tailEnd/>
            </a:ln>
          </p:spPr>
          <p:txBody>
            <a:bodyPr wrap="none" anchor="ctr"/>
            <a:lstStyle/>
            <a:p>
              <a:endParaRPr lang="es-ES" sz="3200">
                <a:solidFill>
                  <a:sysClr val="windowText" lastClr="000000"/>
                </a:solidFill>
                <a:latin typeface="Arial Narrow" pitchFamily="34" charset="0"/>
              </a:endParaRPr>
            </a:p>
          </p:txBody>
        </p:sp>
        <p:sp>
          <p:nvSpPr>
            <p:cNvPr id="73" name="Rectangle 7">
              <a:extLst>
                <a:ext uri="{FF2B5EF4-FFF2-40B4-BE49-F238E27FC236}">
                  <a16:creationId xmlns:a16="http://schemas.microsoft.com/office/drawing/2014/main" id="{284B6901-68EE-42B6-804E-906338C1039C}"/>
                </a:ext>
              </a:extLst>
            </p:cNvPr>
            <p:cNvSpPr>
              <a:spLocks noChangeArrowheads="1"/>
            </p:cNvSpPr>
            <p:nvPr/>
          </p:nvSpPr>
          <p:spPr bwMode="auto">
            <a:xfrm>
              <a:off x="5137" y="1623"/>
              <a:ext cx="431" cy="432"/>
            </a:xfrm>
            <a:prstGeom prst="rect">
              <a:avLst/>
            </a:prstGeom>
            <a:grpFill/>
            <a:ln w="38100">
              <a:solidFill>
                <a:schemeClr val="tx1"/>
              </a:solidFill>
              <a:miter lim="800000"/>
              <a:headEnd/>
              <a:tailEnd/>
            </a:ln>
          </p:spPr>
          <p:txBody>
            <a:bodyPr wrap="none" anchor="ctr"/>
            <a:lstStyle/>
            <a:p>
              <a:endParaRPr lang="es-ES" sz="3200">
                <a:solidFill>
                  <a:sysClr val="windowText" lastClr="000000"/>
                </a:solidFill>
                <a:latin typeface="Arial Narrow" pitchFamily="34" charset="0"/>
              </a:endParaRPr>
            </a:p>
          </p:txBody>
        </p:sp>
        <p:sp>
          <p:nvSpPr>
            <p:cNvPr id="74" name="Text Box 8">
              <a:extLst>
                <a:ext uri="{FF2B5EF4-FFF2-40B4-BE49-F238E27FC236}">
                  <a16:creationId xmlns:a16="http://schemas.microsoft.com/office/drawing/2014/main" id="{884ADD12-90EB-4430-BA05-437E81050B3C}"/>
                </a:ext>
              </a:extLst>
            </p:cNvPr>
            <p:cNvSpPr txBox="1">
              <a:spLocks noChangeArrowheads="1"/>
            </p:cNvSpPr>
            <p:nvPr/>
          </p:nvSpPr>
          <p:spPr bwMode="auto">
            <a:xfrm>
              <a:off x="2736" y="1651"/>
              <a:ext cx="715" cy="365"/>
            </a:xfrm>
            <a:prstGeom prst="rect">
              <a:avLst/>
            </a:prstGeom>
            <a:noFill/>
            <a:ln w="9525">
              <a:noFill/>
              <a:miter lim="800000"/>
              <a:headEnd/>
              <a:tailEnd/>
            </a:ln>
          </p:spPr>
          <p:txBody>
            <a:bodyPr>
              <a:spAutoFit/>
            </a:bodyPr>
            <a:lstStyle/>
            <a:p>
              <a:pPr algn="l">
                <a:spcBef>
                  <a:spcPct val="50000"/>
                </a:spcBef>
              </a:pPr>
              <a:r>
                <a:rPr lang="es-MX" sz="3200" b="1" dirty="0">
                  <a:solidFill>
                    <a:sysClr val="windowText" lastClr="000000"/>
                  </a:solidFill>
                  <a:latin typeface="Arial Narrow" pitchFamily="34" charset="0"/>
                </a:rPr>
                <a:t>VEC</a:t>
              </a:r>
              <a:endParaRPr lang="es-ES" sz="3200" b="1" dirty="0">
                <a:solidFill>
                  <a:sysClr val="windowText" lastClr="000000"/>
                </a:solidFill>
                <a:latin typeface="Arial Narrow" pitchFamily="34" charset="0"/>
              </a:endParaRPr>
            </a:p>
          </p:txBody>
        </p:sp>
        <p:sp>
          <p:nvSpPr>
            <p:cNvPr id="75" name="Text Box 9">
              <a:extLst>
                <a:ext uri="{FF2B5EF4-FFF2-40B4-BE49-F238E27FC236}">
                  <a16:creationId xmlns:a16="http://schemas.microsoft.com/office/drawing/2014/main" id="{62AB9187-8D09-4953-98B1-54558C305853}"/>
                </a:ext>
              </a:extLst>
            </p:cNvPr>
            <p:cNvSpPr txBox="1">
              <a:spLocks noChangeArrowheads="1"/>
            </p:cNvSpPr>
            <p:nvPr/>
          </p:nvSpPr>
          <p:spPr bwMode="auto">
            <a:xfrm>
              <a:off x="3451" y="2064"/>
              <a:ext cx="2114" cy="288"/>
            </a:xfrm>
            <a:prstGeom prst="rect">
              <a:avLst/>
            </a:prstGeom>
            <a:noFill/>
            <a:ln w="9525">
              <a:noFill/>
              <a:miter lim="800000"/>
              <a:headEnd/>
              <a:tailEnd/>
            </a:ln>
          </p:spPr>
          <p:txBody>
            <a:bodyPr>
              <a:spAutoFit/>
            </a:bodyPr>
            <a:lstStyle/>
            <a:p>
              <a:pPr algn="l">
                <a:spcBef>
                  <a:spcPct val="50000"/>
                </a:spcBef>
              </a:pPr>
              <a:r>
                <a:rPr lang="es-MX" sz="2400" dirty="0">
                  <a:solidFill>
                    <a:sysClr val="windowText" lastClr="000000"/>
                  </a:solidFill>
                  <a:latin typeface="Arial Narrow" pitchFamily="34" charset="0"/>
                </a:rPr>
                <a:t>  0        1        2        3       4 </a:t>
              </a:r>
              <a:endParaRPr lang="es-ES" sz="2400" dirty="0">
                <a:solidFill>
                  <a:sysClr val="windowText" lastClr="000000"/>
                </a:solidFill>
                <a:latin typeface="Arial Narrow" pitchFamily="34" charset="0"/>
              </a:endParaRPr>
            </a:p>
          </p:txBody>
        </p:sp>
        <p:sp>
          <p:nvSpPr>
            <p:cNvPr id="76" name="Rectangle 10">
              <a:extLst>
                <a:ext uri="{FF2B5EF4-FFF2-40B4-BE49-F238E27FC236}">
                  <a16:creationId xmlns:a16="http://schemas.microsoft.com/office/drawing/2014/main" id="{2C5A11C0-C9E8-4815-A1AD-34D7AA7BDF57}"/>
                </a:ext>
              </a:extLst>
            </p:cNvPr>
            <p:cNvSpPr>
              <a:spLocks noChangeArrowheads="1"/>
            </p:cNvSpPr>
            <p:nvPr/>
          </p:nvSpPr>
          <p:spPr bwMode="auto">
            <a:xfrm>
              <a:off x="5184" y="1646"/>
              <a:ext cx="336" cy="384"/>
            </a:xfrm>
            <a:prstGeom prst="rect">
              <a:avLst/>
            </a:prstGeom>
            <a:grpFill/>
            <a:ln w="9525" cap="flat" cmpd="sng" algn="ctr">
              <a:solidFill>
                <a:schemeClr val="tx1"/>
              </a:solidFill>
              <a:prstDash val="solid"/>
              <a:headEnd/>
              <a:tailEnd/>
            </a:ln>
            <a:effectLst>
              <a:outerShdw blurRad="63500" dist="25400" dir="5400000" rotWithShape="0">
                <a:srgbClr val="000000">
                  <a:alpha val="43137"/>
                </a:srgbClr>
              </a:outerShdw>
            </a:effectLst>
          </p:spPr>
          <p:txBody>
            <a:bodyPr wrap="none" anchor="ct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fontAlgn="base">
                <a:spcBef>
                  <a:spcPct val="0"/>
                </a:spcBef>
                <a:spcAft>
                  <a:spcPct val="0"/>
                </a:spcAft>
              </a:pPr>
              <a:r>
                <a:rPr lang="es-MX" sz="3600" b="1" kern="0" spc="50" dirty="0">
                  <a:ln w="11430"/>
                  <a:effectLst>
                    <a:outerShdw blurRad="76200" dist="50800" dir="5400000" algn="tl" rotWithShape="0">
                      <a:srgbClr val="000000">
                        <a:alpha val="65000"/>
                      </a:srgbClr>
                    </a:outerShdw>
                  </a:effectLst>
                  <a:latin typeface="Arial Narrow" pitchFamily="34" charset="0"/>
                </a:rPr>
                <a:t>10</a:t>
              </a:r>
              <a:endParaRPr lang="es-ES" sz="3600" b="1" kern="0" spc="50" dirty="0">
                <a:ln w="11430"/>
                <a:effectLst>
                  <a:outerShdw blurRad="76200" dist="50800" dir="5400000" algn="tl" rotWithShape="0">
                    <a:srgbClr val="000000">
                      <a:alpha val="65000"/>
                    </a:srgbClr>
                  </a:outerShdw>
                </a:effectLst>
                <a:latin typeface="Arial Narrow" pitchFamily="34" charset="0"/>
              </a:endParaRPr>
            </a:p>
          </p:txBody>
        </p:sp>
        <p:sp>
          <p:nvSpPr>
            <p:cNvPr id="77" name="Rectangle 11">
              <a:extLst>
                <a:ext uri="{FF2B5EF4-FFF2-40B4-BE49-F238E27FC236}">
                  <a16:creationId xmlns:a16="http://schemas.microsoft.com/office/drawing/2014/main" id="{92CCFCE7-8F2F-4A75-BD6C-A8F6D70D57B7}"/>
                </a:ext>
              </a:extLst>
            </p:cNvPr>
            <p:cNvSpPr>
              <a:spLocks noChangeArrowheads="1"/>
            </p:cNvSpPr>
            <p:nvPr/>
          </p:nvSpPr>
          <p:spPr bwMode="auto">
            <a:xfrm>
              <a:off x="4752" y="1647"/>
              <a:ext cx="336" cy="384"/>
            </a:xfrm>
            <a:prstGeom prst="rect">
              <a:avLst/>
            </a:prstGeom>
            <a:grpFill/>
            <a:ln w="9525" cap="flat" cmpd="sng" algn="ctr">
              <a:solidFill>
                <a:schemeClr val="tx1"/>
              </a:solidFill>
              <a:prstDash val="solid"/>
              <a:headEnd/>
              <a:tailEnd/>
            </a:ln>
            <a:effectLst>
              <a:outerShdw blurRad="63500" dist="25400" dir="5400000" rotWithShape="0">
                <a:srgbClr val="000000">
                  <a:alpha val="43137"/>
                </a:srgbClr>
              </a:outerShdw>
            </a:effectLst>
          </p:spPr>
          <p:txBody>
            <a:bodyPr wrap="none" anchor="ct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fontAlgn="base">
                <a:spcBef>
                  <a:spcPct val="0"/>
                </a:spcBef>
                <a:spcAft>
                  <a:spcPct val="0"/>
                </a:spcAft>
              </a:pPr>
              <a:r>
                <a:rPr lang="es-MX" sz="3600" b="1" kern="0" spc="50" dirty="0">
                  <a:ln w="11430"/>
                  <a:effectLst>
                    <a:outerShdw blurRad="76200" dist="50800" dir="5400000" algn="tl" rotWithShape="0">
                      <a:srgbClr val="000000">
                        <a:alpha val="65000"/>
                      </a:srgbClr>
                    </a:outerShdw>
                  </a:effectLst>
                  <a:latin typeface="Arial Narrow" pitchFamily="34" charset="0"/>
                </a:rPr>
                <a:t>9</a:t>
              </a:r>
              <a:endParaRPr lang="es-ES" sz="3600" b="1" kern="0" spc="50" dirty="0">
                <a:ln w="11430"/>
                <a:effectLst>
                  <a:outerShdw blurRad="76200" dist="50800" dir="5400000" algn="tl" rotWithShape="0">
                    <a:srgbClr val="000000">
                      <a:alpha val="65000"/>
                    </a:srgbClr>
                  </a:outerShdw>
                </a:effectLst>
                <a:latin typeface="Arial Narrow" pitchFamily="34" charset="0"/>
              </a:endParaRPr>
            </a:p>
          </p:txBody>
        </p:sp>
        <p:sp>
          <p:nvSpPr>
            <p:cNvPr id="78" name="Rectangle 12">
              <a:extLst>
                <a:ext uri="{FF2B5EF4-FFF2-40B4-BE49-F238E27FC236}">
                  <a16:creationId xmlns:a16="http://schemas.microsoft.com/office/drawing/2014/main" id="{C9DF7C05-A923-4ED7-A10E-C487DCEB7232}"/>
                </a:ext>
              </a:extLst>
            </p:cNvPr>
            <p:cNvSpPr>
              <a:spLocks noChangeArrowheads="1"/>
            </p:cNvSpPr>
            <p:nvPr/>
          </p:nvSpPr>
          <p:spPr bwMode="auto">
            <a:xfrm>
              <a:off x="4320" y="1647"/>
              <a:ext cx="336" cy="384"/>
            </a:xfrm>
            <a:prstGeom prst="rect">
              <a:avLst/>
            </a:prstGeom>
            <a:grpFill/>
            <a:ln w="9525" cap="flat" cmpd="sng" algn="ctr">
              <a:solidFill>
                <a:schemeClr val="tx1"/>
              </a:solidFill>
              <a:prstDash val="solid"/>
              <a:headEnd/>
              <a:tailEnd/>
            </a:ln>
            <a:effectLst>
              <a:outerShdw blurRad="63500" dist="25400" dir="5400000" rotWithShape="0">
                <a:srgbClr val="000000">
                  <a:alpha val="43137"/>
                </a:srgbClr>
              </a:outerShdw>
            </a:effectLst>
          </p:spPr>
          <p:txBody>
            <a:bodyPr wrap="none" anchor="ct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fontAlgn="base">
                <a:spcBef>
                  <a:spcPct val="0"/>
                </a:spcBef>
                <a:spcAft>
                  <a:spcPct val="0"/>
                </a:spcAft>
              </a:pPr>
              <a:r>
                <a:rPr lang="es-MX" sz="3600" b="1" kern="0" spc="50" dirty="0">
                  <a:ln w="11430"/>
                  <a:effectLst>
                    <a:outerShdw blurRad="76200" dist="50800" dir="5400000" algn="tl" rotWithShape="0">
                      <a:srgbClr val="000000">
                        <a:alpha val="65000"/>
                      </a:srgbClr>
                    </a:outerShdw>
                  </a:effectLst>
                  <a:latin typeface="Arial Narrow" pitchFamily="34" charset="0"/>
                </a:rPr>
                <a:t>8</a:t>
              </a:r>
              <a:endParaRPr lang="es-ES" sz="3600" b="1" kern="0" spc="50" dirty="0">
                <a:ln w="11430"/>
                <a:effectLst>
                  <a:outerShdw blurRad="76200" dist="50800" dir="5400000" algn="tl" rotWithShape="0">
                    <a:srgbClr val="000000">
                      <a:alpha val="65000"/>
                    </a:srgbClr>
                  </a:outerShdw>
                </a:effectLst>
                <a:latin typeface="Arial Narrow" pitchFamily="34" charset="0"/>
              </a:endParaRPr>
            </a:p>
          </p:txBody>
        </p:sp>
        <p:sp>
          <p:nvSpPr>
            <p:cNvPr id="79" name="Rectangle 13">
              <a:extLst>
                <a:ext uri="{FF2B5EF4-FFF2-40B4-BE49-F238E27FC236}">
                  <a16:creationId xmlns:a16="http://schemas.microsoft.com/office/drawing/2014/main" id="{A41BB686-462B-4CB9-99B2-3CA42E83BB43}"/>
                </a:ext>
              </a:extLst>
            </p:cNvPr>
            <p:cNvSpPr>
              <a:spLocks noChangeArrowheads="1"/>
            </p:cNvSpPr>
            <p:nvPr/>
          </p:nvSpPr>
          <p:spPr bwMode="auto">
            <a:xfrm>
              <a:off x="3888" y="1647"/>
              <a:ext cx="336" cy="384"/>
            </a:xfrm>
            <a:prstGeom prst="rect">
              <a:avLst/>
            </a:prstGeom>
            <a:solidFill>
              <a:schemeClr val="bg1">
                <a:lumMod val="65000"/>
              </a:schemeClr>
            </a:solidFill>
            <a:ln w="9525" cap="flat" cmpd="sng" algn="ctr">
              <a:solidFill>
                <a:schemeClr val="tx1"/>
              </a:solidFill>
              <a:prstDash val="solid"/>
              <a:headEnd/>
              <a:tailEnd/>
            </a:ln>
            <a:effectLst>
              <a:outerShdw blurRad="63500" dist="25400" dir="5400000" rotWithShape="0">
                <a:srgbClr val="000000">
                  <a:alpha val="43137"/>
                </a:srgbClr>
              </a:outerShdw>
            </a:effectLst>
          </p:spPr>
          <p:txBody>
            <a:bodyPr wrap="none" anchor="ct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fontAlgn="base">
                <a:spcBef>
                  <a:spcPct val="0"/>
                </a:spcBef>
                <a:spcAft>
                  <a:spcPct val="0"/>
                </a:spcAft>
              </a:pPr>
              <a:r>
                <a:rPr lang="es-MX" sz="3600" b="1" kern="0" spc="50" dirty="0">
                  <a:ln w="11430"/>
                  <a:effectLst>
                    <a:outerShdw blurRad="76200" dist="50800" dir="5400000" algn="tl" rotWithShape="0">
                      <a:srgbClr val="000000">
                        <a:alpha val="65000"/>
                      </a:srgbClr>
                    </a:outerShdw>
                  </a:effectLst>
                  <a:latin typeface="Arial Narrow" pitchFamily="34" charset="0"/>
                </a:rPr>
                <a:t>6</a:t>
              </a:r>
              <a:endParaRPr lang="es-ES" sz="3600" b="1" kern="0" spc="50" dirty="0">
                <a:ln w="11430"/>
                <a:effectLst>
                  <a:outerShdw blurRad="76200" dist="50800" dir="5400000" algn="tl" rotWithShape="0">
                    <a:srgbClr val="000000">
                      <a:alpha val="65000"/>
                    </a:srgbClr>
                  </a:outerShdw>
                </a:effectLst>
                <a:latin typeface="Arial Narrow" pitchFamily="34" charset="0"/>
              </a:endParaRPr>
            </a:p>
          </p:txBody>
        </p:sp>
        <p:sp>
          <p:nvSpPr>
            <p:cNvPr id="80" name="Rectangle 14">
              <a:extLst>
                <a:ext uri="{FF2B5EF4-FFF2-40B4-BE49-F238E27FC236}">
                  <a16:creationId xmlns:a16="http://schemas.microsoft.com/office/drawing/2014/main" id="{B32C39A3-B643-4F18-B861-789E83DC8CB3}"/>
                </a:ext>
              </a:extLst>
            </p:cNvPr>
            <p:cNvSpPr>
              <a:spLocks noChangeArrowheads="1"/>
            </p:cNvSpPr>
            <p:nvPr/>
          </p:nvSpPr>
          <p:spPr bwMode="auto">
            <a:xfrm>
              <a:off x="3456" y="1647"/>
              <a:ext cx="336" cy="384"/>
            </a:xfrm>
            <a:prstGeom prst="rect">
              <a:avLst/>
            </a:prstGeom>
            <a:solidFill>
              <a:schemeClr val="bg1">
                <a:lumMod val="65000"/>
              </a:schemeClr>
            </a:solidFill>
            <a:ln w="9525" cap="flat" cmpd="sng" algn="ctr">
              <a:solidFill>
                <a:schemeClr val="tx1"/>
              </a:solidFill>
              <a:prstDash val="solid"/>
              <a:headEnd/>
              <a:tailEnd/>
            </a:ln>
            <a:effectLst>
              <a:outerShdw blurRad="63500" dist="25400" dir="5400000" rotWithShape="0">
                <a:srgbClr val="000000">
                  <a:alpha val="43137"/>
                </a:srgbClr>
              </a:outerShdw>
            </a:effectLst>
          </p:spPr>
          <p:txBody>
            <a:bodyPr wrap="none" anchor="ct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fontAlgn="base">
                <a:spcBef>
                  <a:spcPct val="0"/>
                </a:spcBef>
                <a:spcAft>
                  <a:spcPct val="0"/>
                </a:spcAft>
              </a:pPr>
              <a:r>
                <a:rPr lang="es-MX" sz="3600" b="1" kern="0" spc="50" dirty="0">
                  <a:ln w="11430"/>
                  <a:effectLst>
                    <a:outerShdw blurRad="76200" dist="50800" dir="5400000" algn="tl" rotWithShape="0">
                      <a:srgbClr val="000000">
                        <a:alpha val="65000"/>
                      </a:srgbClr>
                    </a:outerShdw>
                  </a:effectLst>
                  <a:latin typeface="Arial Narrow" pitchFamily="34" charset="0"/>
                </a:rPr>
                <a:t>7</a:t>
              </a:r>
              <a:endParaRPr lang="es-ES" sz="3600" b="1" kern="0" spc="50" dirty="0">
                <a:ln w="11430"/>
                <a:effectLst>
                  <a:outerShdw blurRad="76200" dist="50800" dir="5400000" algn="tl" rotWithShape="0">
                    <a:srgbClr val="000000">
                      <a:alpha val="65000"/>
                    </a:srgbClr>
                  </a:outerShdw>
                </a:effectLst>
                <a:latin typeface="Arial Narrow" pitchFamily="34" charset="0"/>
              </a:endParaRPr>
            </a:p>
          </p:txBody>
        </p:sp>
      </p:grpSp>
      <p:cxnSp>
        <p:nvCxnSpPr>
          <p:cNvPr id="81" name="AutoShape 17">
            <a:extLst>
              <a:ext uri="{FF2B5EF4-FFF2-40B4-BE49-F238E27FC236}">
                <a16:creationId xmlns:a16="http://schemas.microsoft.com/office/drawing/2014/main" id="{E899EF01-8B0F-43D3-9346-36AD096249CE}"/>
              </a:ext>
            </a:extLst>
          </p:cNvPr>
          <p:cNvCxnSpPr>
            <a:cxnSpLocks noChangeShapeType="1"/>
          </p:cNvCxnSpPr>
          <p:nvPr/>
        </p:nvCxnSpPr>
        <p:spPr bwMode="auto">
          <a:xfrm rot="5400000" flipV="1">
            <a:off x="8957613" y="3914469"/>
            <a:ext cx="1587" cy="685800"/>
          </a:xfrm>
          <a:prstGeom prst="bentConnector3">
            <a:avLst>
              <a:gd name="adj1" fmla="val -14400005"/>
            </a:avLst>
          </a:prstGeom>
          <a:noFill/>
          <a:ln w="38100">
            <a:solidFill>
              <a:schemeClr val="tx1"/>
            </a:solidFill>
            <a:miter lim="800000"/>
            <a:headEnd type="triangle" w="med" len="med"/>
            <a:tailEnd type="triangle" w="med" len="med"/>
          </a:ln>
          <a:effectLst>
            <a:prstShdw prst="shdw13" dist="53882" dir="13500000">
              <a:schemeClr val="bg2"/>
            </a:prstShdw>
          </a:effectLst>
        </p:spPr>
      </p:cxnSp>
      <p:cxnSp>
        <p:nvCxnSpPr>
          <p:cNvPr id="82" name="AutoShape 19">
            <a:extLst>
              <a:ext uri="{FF2B5EF4-FFF2-40B4-BE49-F238E27FC236}">
                <a16:creationId xmlns:a16="http://schemas.microsoft.com/office/drawing/2014/main" id="{4AF3E27E-D334-4A21-82E1-EF5C5087701A}"/>
              </a:ext>
            </a:extLst>
          </p:cNvPr>
          <p:cNvCxnSpPr>
            <a:cxnSpLocks noChangeShapeType="1"/>
          </p:cNvCxnSpPr>
          <p:nvPr/>
        </p:nvCxnSpPr>
        <p:spPr bwMode="auto">
          <a:xfrm rot="5400000" flipV="1">
            <a:off x="9605313" y="3900181"/>
            <a:ext cx="1588" cy="685800"/>
          </a:xfrm>
          <a:prstGeom prst="bentConnector3">
            <a:avLst>
              <a:gd name="adj1" fmla="val -14400005"/>
            </a:avLst>
          </a:prstGeom>
          <a:noFill/>
          <a:ln w="38100">
            <a:solidFill>
              <a:schemeClr val="tx1"/>
            </a:solidFill>
            <a:miter lim="800000"/>
            <a:headEnd type="triangle" w="med" len="med"/>
            <a:tailEnd type="triangle" w="med" len="med"/>
          </a:ln>
          <a:effectLst>
            <a:prstShdw prst="shdw13" dist="53882" dir="13500000">
              <a:schemeClr val="bg2"/>
            </a:prstShdw>
          </a:effectLst>
        </p:spPr>
      </p:cxnSp>
      <p:cxnSp>
        <p:nvCxnSpPr>
          <p:cNvPr id="83" name="AutoShape 21">
            <a:extLst>
              <a:ext uri="{FF2B5EF4-FFF2-40B4-BE49-F238E27FC236}">
                <a16:creationId xmlns:a16="http://schemas.microsoft.com/office/drawing/2014/main" id="{3EE3309E-BEBF-48F7-9E3E-82F4C3466711}"/>
              </a:ext>
            </a:extLst>
          </p:cNvPr>
          <p:cNvCxnSpPr>
            <a:cxnSpLocks noChangeShapeType="1"/>
          </p:cNvCxnSpPr>
          <p:nvPr/>
        </p:nvCxnSpPr>
        <p:spPr bwMode="auto">
          <a:xfrm rot="5400000" flipV="1">
            <a:off x="10291113" y="3900181"/>
            <a:ext cx="1588" cy="685800"/>
          </a:xfrm>
          <a:prstGeom prst="bentConnector3">
            <a:avLst>
              <a:gd name="adj1" fmla="val -14400005"/>
            </a:avLst>
          </a:prstGeom>
          <a:noFill/>
          <a:ln w="38100">
            <a:solidFill>
              <a:schemeClr val="tx1"/>
            </a:solidFill>
            <a:miter lim="800000"/>
            <a:headEnd type="triangle" w="med" len="med"/>
            <a:tailEnd type="triangle" w="med" len="med"/>
          </a:ln>
          <a:effectLst>
            <a:prstShdw prst="shdw13" dist="53882" dir="13500000">
              <a:schemeClr val="bg2"/>
            </a:prstShdw>
          </a:effectLst>
        </p:spPr>
      </p:cxnSp>
      <p:cxnSp>
        <p:nvCxnSpPr>
          <p:cNvPr id="84" name="AutoShape 23">
            <a:extLst>
              <a:ext uri="{FF2B5EF4-FFF2-40B4-BE49-F238E27FC236}">
                <a16:creationId xmlns:a16="http://schemas.microsoft.com/office/drawing/2014/main" id="{3D0B08C9-8EAC-406B-BABB-995C41A40EE2}"/>
              </a:ext>
            </a:extLst>
          </p:cNvPr>
          <p:cNvCxnSpPr>
            <a:cxnSpLocks noChangeShapeType="1"/>
          </p:cNvCxnSpPr>
          <p:nvPr/>
        </p:nvCxnSpPr>
        <p:spPr bwMode="auto">
          <a:xfrm rot="5400000" flipV="1">
            <a:off x="10976913" y="3898594"/>
            <a:ext cx="1587" cy="685800"/>
          </a:xfrm>
          <a:prstGeom prst="bentConnector3">
            <a:avLst>
              <a:gd name="adj1" fmla="val -14400005"/>
            </a:avLst>
          </a:prstGeom>
          <a:noFill/>
          <a:ln w="38100">
            <a:solidFill>
              <a:schemeClr val="tx1"/>
            </a:solidFill>
            <a:miter lim="800000"/>
            <a:headEnd type="triangle" w="med" len="med"/>
            <a:tailEnd type="triangle" w="med" len="med"/>
          </a:ln>
          <a:effectLst>
            <a:prstShdw prst="shdw13" dist="53882" dir="13500000">
              <a:schemeClr val="bg2"/>
            </a:prstShdw>
          </a:effectLst>
        </p:spPr>
      </p:cxnSp>
      <p:grpSp>
        <p:nvGrpSpPr>
          <p:cNvPr id="85" name="Group 24">
            <a:extLst>
              <a:ext uri="{FF2B5EF4-FFF2-40B4-BE49-F238E27FC236}">
                <a16:creationId xmlns:a16="http://schemas.microsoft.com/office/drawing/2014/main" id="{766D1D1D-FBD1-42A9-9264-2729A609FEE8}"/>
              </a:ext>
            </a:extLst>
          </p:cNvPr>
          <p:cNvGrpSpPr>
            <a:grpSpLocks/>
          </p:cNvGrpSpPr>
          <p:nvPr/>
        </p:nvGrpSpPr>
        <p:grpSpPr bwMode="auto">
          <a:xfrm>
            <a:off x="8348012" y="4355395"/>
            <a:ext cx="1217613" cy="608013"/>
            <a:chOff x="3295" y="1655"/>
            <a:chExt cx="767" cy="383"/>
          </a:xfrm>
          <a:solidFill>
            <a:schemeClr val="bg1">
              <a:lumMod val="85000"/>
            </a:schemeClr>
          </a:solidFill>
        </p:grpSpPr>
        <p:sp>
          <p:nvSpPr>
            <p:cNvPr id="86" name="Text Box 25">
              <a:extLst>
                <a:ext uri="{FF2B5EF4-FFF2-40B4-BE49-F238E27FC236}">
                  <a16:creationId xmlns:a16="http://schemas.microsoft.com/office/drawing/2014/main" id="{BAFCC398-C042-4444-9B26-AB5FDC835F19}"/>
                </a:ext>
              </a:extLst>
            </p:cNvPr>
            <p:cNvSpPr txBox="1">
              <a:spLocks noChangeArrowheads="1"/>
            </p:cNvSpPr>
            <p:nvPr/>
          </p:nvSpPr>
          <p:spPr bwMode="auto">
            <a:xfrm>
              <a:off x="3295" y="1655"/>
              <a:ext cx="336" cy="383"/>
            </a:xfrm>
            <a:prstGeom prst="rect">
              <a:avLst/>
            </a:prstGeom>
            <a:grpFill/>
            <a:ln w="9525" cap="flat" cmpd="sng" algn="ctr">
              <a:solidFill>
                <a:schemeClr val="tx1"/>
              </a:solidFill>
              <a:prstDash val="solid"/>
              <a:headEnd/>
              <a:tailEnd/>
            </a:ln>
            <a:effectLst>
              <a:outerShdw blurRad="63500" dist="25400" dir="5400000" rotWithShape="0">
                <a:srgbClr val="000000">
                  <a:alpha val="43137"/>
                </a:srgbClr>
              </a:outerShdw>
            </a:effectLst>
          </p:spPr>
          <p:txBody>
            <a:bodyPr wrap="none" anchor="ctr">
              <a:scene3d>
                <a:camera prst="orthographicFront"/>
                <a:lightRig rig="soft" dir="tl">
                  <a:rot lat="0" lon="0" rev="0"/>
                </a:lightRig>
              </a:scene3d>
              <a:sp3d contourW="25400" prstMaterial="matte">
                <a:bevelT w="25400" h="55880" prst="artDeco"/>
                <a:contourClr>
                  <a:schemeClr val="accent2">
                    <a:tint val="20000"/>
                  </a:schemeClr>
                </a:contourClr>
              </a:sp3d>
            </a:bodyPr>
            <a:lstStyle>
              <a:defPPr>
                <a:defRPr lang="es-CO"/>
              </a:defPPr>
              <a:lvl1pPr algn="ctr" fontAlgn="base">
                <a:spcBef>
                  <a:spcPct val="0"/>
                </a:spcBef>
                <a:spcAft>
                  <a:spcPct val="0"/>
                </a:spcAft>
                <a:defRPr sz="3600" b="1" kern="0" spc="50">
                  <a:ln w="11430"/>
                  <a:effectLst>
                    <a:outerShdw blurRad="76200" dist="50800" dir="5400000" algn="tl" rotWithShape="0">
                      <a:srgbClr val="000000">
                        <a:alpha val="65000"/>
                      </a:srgbClr>
                    </a:outerShdw>
                  </a:effectLst>
                  <a:latin typeface="Arial Narrow" pitchFamily="34" charset="0"/>
                </a:defRPr>
              </a:lvl1pPr>
            </a:lstStyle>
            <a:p>
              <a:r>
                <a:rPr lang="es-MX" dirty="0"/>
                <a:t>6</a:t>
              </a:r>
              <a:endParaRPr lang="es-ES" dirty="0"/>
            </a:p>
          </p:txBody>
        </p:sp>
        <p:sp>
          <p:nvSpPr>
            <p:cNvPr id="87" name="Text Box 26">
              <a:extLst>
                <a:ext uri="{FF2B5EF4-FFF2-40B4-BE49-F238E27FC236}">
                  <a16:creationId xmlns:a16="http://schemas.microsoft.com/office/drawing/2014/main" id="{21A552C3-57E9-40AB-8876-1DD9246B424E}"/>
                </a:ext>
              </a:extLst>
            </p:cNvPr>
            <p:cNvSpPr txBox="1">
              <a:spLocks noChangeArrowheads="1"/>
            </p:cNvSpPr>
            <p:nvPr/>
          </p:nvSpPr>
          <p:spPr bwMode="auto">
            <a:xfrm>
              <a:off x="3726" y="1655"/>
              <a:ext cx="336" cy="383"/>
            </a:xfrm>
            <a:prstGeom prst="rect">
              <a:avLst/>
            </a:prstGeom>
            <a:grpFill/>
            <a:ln w="9525" cap="flat" cmpd="sng" algn="ctr">
              <a:solidFill>
                <a:schemeClr val="tx1"/>
              </a:solidFill>
              <a:prstDash val="solid"/>
              <a:headEnd/>
              <a:tailEnd/>
            </a:ln>
            <a:effectLst>
              <a:outerShdw blurRad="63500" dist="25400" dir="5400000" rotWithShape="0">
                <a:srgbClr val="000000">
                  <a:alpha val="43137"/>
                </a:srgbClr>
              </a:outerShdw>
            </a:effectLst>
          </p:spPr>
          <p:txBody>
            <a:bodyPr wrap="none" anchor="ctr">
              <a:scene3d>
                <a:camera prst="orthographicFront"/>
                <a:lightRig rig="soft" dir="tl">
                  <a:rot lat="0" lon="0" rev="0"/>
                </a:lightRig>
              </a:scene3d>
              <a:sp3d contourW="25400" prstMaterial="matte">
                <a:bevelT w="25400" h="55880" prst="artDeco"/>
                <a:contourClr>
                  <a:schemeClr val="accent2">
                    <a:tint val="20000"/>
                  </a:schemeClr>
                </a:contourClr>
              </a:sp3d>
            </a:bodyPr>
            <a:lstStyle>
              <a:defPPr>
                <a:defRPr lang="es-CO"/>
              </a:defPPr>
              <a:lvl1pPr algn="ctr" fontAlgn="base">
                <a:spcBef>
                  <a:spcPct val="0"/>
                </a:spcBef>
                <a:spcAft>
                  <a:spcPct val="0"/>
                </a:spcAft>
                <a:defRPr sz="3600" b="1" kern="0" spc="50">
                  <a:ln w="11430"/>
                  <a:effectLst>
                    <a:outerShdw blurRad="76200" dist="50800" dir="5400000" algn="tl" rotWithShape="0">
                      <a:srgbClr val="000000">
                        <a:alpha val="65000"/>
                      </a:srgbClr>
                    </a:outerShdw>
                  </a:effectLst>
                  <a:latin typeface="Arial Narrow" pitchFamily="34" charset="0"/>
                </a:defRPr>
              </a:lvl1pPr>
            </a:lstStyle>
            <a:p>
              <a:r>
                <a:rPr lang="es-MX" dirty="0"/>
                <a:t>7</a:t>
              </a:r>
              <a:endParaRPr lang="es-ES" dirty="0"/>
            </a:p>
          </p:txBody>
        </p:sp>
      </p:grpSp>
      <p:grpSp>
        <p:nvGrpSpPr>
          <p:cNvPr id="88" name="Group 37">
            <a:extLst>
              <a:ext uri="{FF2B5EF4-FFF2-40B4-BE49-F238E27FC236}">
                <a16:creationId xmlns:a16="http://schemas.microsoft.com/office/drawing/2014/main" id="{1EC478BF-2BB8-4881-8B70-F3B3174B9102}"/>
              </a:ext>
            </a:extLst>
          </p:cNvPr>
          <p:cNvGrpSpPr>
            <a:grpSpLocks/>
          </p:cNvGrpSpPr>
          <p:nvPr/>
        </p:nvGrpSpPr>
        <p:grpSpPr bwMode="auto">
          <a:xfrm>
            <a:off x="7177236" y="914400"/>
            <a:ext cx="4495800" cy="874713"/>
            <a:chOff x="2736" y="1623"/>
            <a:chExt cx="2832" cy="551"/>
          </a:xfrm>
          <a:solidFill>
            <a:schemeClr val="bg1">
              <a:lumMod val="85000"/>
            </a:schemeClr>
          </a:solidFill>
        </p:grpSpPr>
        <p:sp>
          <p:nvSpPr>
            <p:cNvPr id="89" name="Rectangle 38">
              <a:extLst>
                <a:ext uri="{FF2B5EF4-FFF2-40B4-BE49-F238E27FC236}">
                  <a16:creationId xmlns:a16="http://schemas.microsoft.com/office/drawing/2014/main" id="{960AED5F-DBE5-42FF-9A0E-D97AD6ED68C4}"/>
                </a:ext>
              </a:extLst>
            </p:cNvPr>
            <p:cNvSpPr>
              <a:spLocks noChangeArrowheads="1"/>
            </p:cNvSpPr>
            <p:nvPr/>
          </p:nvSpPr>
          <p:spPr bwMode="auto">
            <a:xfrm>
              <a:off x="3415" y="1623"/>
              <a:ext cx="431" cy="432"/>
            </a:xfrm>
            <a:prstGeom prst="rect">
              <a:avLst/>
            </a:prstGeom>
            <a:grpFill/>
            <a:ln w="38100">
              <a:solidFill>
                <a:schemeClr val="tx1"/>
              </a:solidFill>
              <a:miter lim="800000"/>
              <a:headEnd/>
              <a:tailEnd/>
            </a:ln>
          </p:spPr>
          <p:txBody>
            <a:bodyPr wrap="none" anchor="ctr"/>
            <a:lstStyle/>
            <a:p>
              <a:endParaRPr lang="es-ES" sz="3200">
                <a:latin typeface="Arial Narrow" pitchFamily="34" charset="0"/>
              </a:endParaRPr>
            </a:p>
          </p:txBody>
        </p:sp>
        <p:sp>
          <p:nvSpPr>
            <p:cNvPr id="90" name="Rectangle 39">
              <a:extLst>
                <a:ext uri="{FF2B5EF4-FFF2-40B4-BE49-F238E27FC236}">
                  <a16:creationId xmlns:a16="http://schemas.microsoft.com/office/drawing/2014/main" id="{4C1FD2FA-EA3F-43C3-88C2-3160BB6894FC}"/>
                </a:ext>
              </a:extLst>
            </p:cNvPr>
            <p:cNvSpPr>
              <a:spLocks noChangeArrowheads="1"/>
            </p:cNvSpPr>
            <p:nvPr/>
          </p:nvSpPr>
          <p:spPr bwMode="auto">
            <a:xfrm>
              <a:off x="3846" y="1623"/>
              <a:ext cx="430" cy="432"/>
            </a:xfrm>
            <a:prstGeom prst="rect">
              <a:avLst/>
            </a:prstGeom>
            <a:grpFill/>
            <a:ln w="38100">
              <a:solidFill>
                <a:schemeClr val="tx1"/>
              </a:solidFill>
              <a:miter lim="800000"/>
              <a:headEnd/>
              <a:tailEnd/>
            </a:ln>
          </p:spPr>
          <p:txBody>
            <a:bodyPr wrap="none" anchor="ctr"/>
            <a:lstStyle/>
            <a:p>
              <a:endParaRPr lang="es-ES" sz="3200">
                <a:latin typeface="Arial Narrow" pitchFamily="34" charset="0"/>
              </a:endParaRPr>
            </a:p>
          </p:txBody>
        </p:sp>
        <p:sp>
          <p:nvSpPr>
            <p:cNvPr id="91" name="Rectangle 40">
              <a:extLst>
                <a:ext uri="{FF2B5EF4-FFF2-40B4-BE49-F238E27FC236}">
                  <a16:creationId xmlns:a16="http://schemas.microsoft.com/office/drawing/2014/main" id="{D6D27374-AFB6-474C-9C91-9A72CC28BAC5}"/>
                </a:ext>
              </a:extLst>
            </p:cNvPr>
            <p:cNvSpPr>
              <a:spLocks noChangeArrowheads="1"/>
            </p:cNvSpPr>
            <p:nvPr/>
          </p:nvSpPr>
          <p:spPr bwMode="auto">
            <a:xfrm>
              <a:off x="4276" y="1623"/>
              <a:ext cx="431" cy="432"/>
            </a:xfrm>
            <a:prstGeom prst="rect">
              <a:avLst/>
            </a:prstGeom>
            <a:grpFill/>
            <a:ln w="38100">
              <a:solidFill>
                <a:schemeClr val="tx1"/>
              </a:solidFill>
              <a:miter lim="800000"/>
              <a:headEnd/>
              <a:tailEnd/>
            </a:ln>
          </p:spPr>
          <p:txBody>
            <a:bodyPr wrap="none" anchor="ctr"/>
            <a:lstStyle/>
            <a:p>
              <a:endParaRPr lang="es-ES" sz="3200">
                <a:latin typeface="Arial Narrow" pitchFamily="34" charset="0"/>
              </a:endParaRPr>
            </a:p>
          </p:txBody>
        </p:sp>
        <p:sp>
          <p:nvSpPr>
            <p:cNvPr id="92" name="Rectangle 41">
              <a:extLst>
                <a:ext uri="{FF2B5EF4-FFF2-40B4-BE49-F238E27FC236}">
                  <a16:creationId xmlns:a16="http://schemas.microsoft.com/office/drawing/2014/main" id="{C04F99E8-3413-4C36-A005-1F1B9AE972C5}"/>
                </a:ext>
              </a:extLst>
            </p:cNvPr>
            <p:cNvSpPr>
              <a:spLocks noChangeArrowheads="1"/>
            </p:cNvSpPr>
            <p:nvPr/>
          </p:nvSpPr>
          <p:spPr bwMode="auto">
            <a:xfrm>
              <a:off x="4707" y="1623"/>
              <a:ext cx="430" cy="432"/>
            </a:xfrm>
            <a:prstGeom prst="rect">
              <a:avLst/>
            </a:prstGeom>
            <a:grpFill/>
            <a:ln w="38100">
              <a:solidFill>
                <a:schemeClr val="tx1"/>
              </a:solidFill>
              <a:miter lim="800000"/>
              <a:headEnd/>
              <a:tailEnd/>
            </a:ln>
          </p:spPr>
          <p:txBody>
            <a:bodyPr wrap="none" anchor="ctr"/>
            <a:lstStyle/>
            <a:p>
              <a:endParaRPr lang="es-ES" sz="3200">
                <a:latin typeface="Arial Narrow" pitchFamily="34" charset="0"/>
              </a:endParaRPr>
            </a:p>
          </p:txBody>
        </p:sp>
        <p:sp>
          <p:nvSpPr>
            <p:cNvPr id="93" name="Rectangle 42">
              <a:extLst>
                <a:ext uri="{FF2B5EF4-FFF2-40B4-BE49-F238E27FC236}">
                  <a16:creationId xmlns:a16="http://schemas.microsoft.com/office/drawing/2014/main" id="{84FA169F-00D7-4E93-8FCD-A8A07A3E9C94}"/>
                </a:ext>
              </a:extLst>
            </p:cNvPr>
            <p:cNvSpPr>
              <a:spLocks noChangeArrowheads="1"/>
            </p:cNvSpPr>
            <p:nvPr/>
          </p:nvSpPr>
          <p:spPr bwMode="auto">
            <a:xfrm>
              <a:off x="5137" y="1623"/>
              <a:ext cx="431" cy="432"/>
            </a:xfrm>
            <a:prstGeom prst="rect">
              <a:avLst/>
            </a:prstGeom>
            <a:grpFill/>
            <a:ln w="38100">
              <a:solidFill>
                <a:schemeClr val="tx1"/>
              </a:solidFill>
              <a:miter lim="800000"/>
              <a:headEnd/>
              <a:tailEnd/>
            </a:ln>
          </p:spPr>
          <p:txBody>
            <a:bodyPr wrap="none" anchor="ctr"/>
            <a:lstStyle/>
            <a:p>
              <a:endParaRPr lang="es-ES" sz="3200">
                <a:latin typeface="Arial Narrow" pitchFamily="34" charset="0"/>
              </a:endParaRPr>
            </a:p>
          </p:txBody>
        </p:sp>
        <p:sp>
          <p:nvSpPr>
            <p:cNvPr id="94" name="Text Box 43">
              <a:extLst>
                <a:ext uri="{FF2B5EF4-FFF2-40B4-BE49-F238E27FC236}">
                  <a16:creationId xmlns:a16="http://schemas.microsoft.com/office/drawing/2014/main" id="{A95525E6-FF51-4EFA-9466-709A0D0FFCB5}"/>
                </a:ext>
              </a:extLst>
            </p:cNvPr>
            <p:cNvSpPr txBox="1">
              <a:spLocks noChangeArrowheads="1"/>
            </p:cNvSpPr>
            <p:nvPr/>
          </p:nvSpPr>
          <p:spPr bwMode="auto">
            <a:xfrm>
              <a:off x="2736" y="1651"/>
              <a:ext cx="715" cy="523"/>
            </a:xfrm>
            <a:prstGeom prst="rect">
              <a:avLst/>
            </a:prstGeom>
            <a:noFill/>
            <a:ln w="9525">
              <a:noFill/>
              <a:miter lim="800000"/>
              <a:headEnd/>
              <a:tailEnd/>
            </a:ln>
          </p:spPr>
          <p:txBody>
            <a:bodyPr>
              <a:spAutoFit/>
            </a:bodyPr>
            <a:lstStyle/>
            <a:p>
              <a:pPr algn="l">
                <a:spcBef>
                  <a:spcPct val="50000"/>
                </a:spcBef>
              </a:pPr>
              <a:r>
                <a:rPr lang="es-MX" sz="3200" b="1" dirty="0">
                  <a:latin typeface="Arial Narrow" pitchFamily="34" charset="0"/>
                </a:rPr>
                <a:t>VEC</a:t>
              </a:r>
              <a:br>
                <a:rPr lang="es-MX" sz="3200" b="1" dirty="0">
                  <a:latin typeface="Arial Narrow" pitchFamily="34" charset="0"/>
                </a:rPr>
              </a:br>
              <a:r>
                <a:rPr lang="es-MX" sz="1600" b="1" dirty="0">
                  <a:latin typeface="Arial Narrow" pitchFamily="34" charset="0"/>
                </a:rPr>
                <a:t>1er. Pasón</a:t>
              </a:r>
              <a:endParaRPr lang="es-ES" sz="3200" b="1" dirty="0">
                <a:latin typeface="Arial Narrow" pitchFamily="34" charset="0"/>
              </a:endParaRPr>
            </a:p>
          </p:txBody>
        </p:sp>
        <p:sp>
          <p:nvSpPr>
            <p:cNvPr id="95" name="Rectangle 45">
              <a:extLst>
                <a:ext uri="{FF2B5EF4-FFF2-40B4-BE49-F238E27FC236}">
                  <a16:creationId xmlns:a16="http://schemas.microsoft.com/office/drawing/2014/main" id="{335AE0A1-1BC7-4D3F-8B9A-ABE1EAD0108C}"/>
                </a:ext>
              </a:extLst>
            </p:cNvPr>
            <p:cNvSpPr>
              <a:spLocks noChangeArrowheads="1"/>
            </p:cNvSpPr>
            <p:nvPr/>
          </p:nvSpPr>
          <p:spPr bwMode="auto">
            <a:xfrm>
              <a:off x="5166" y="1644"/>
              <a:ext cx="361" cy="384"/>
            </a:xfrm>
            <a:prstGeom prst="rect">
              <a:avLst/>
            </a:prstGeom>
            <a:grpFill/>
            <a:ln w="9525" cap="flat" cmpd="sng" algn="ctr">
              <a:solidFill>
                <a:schemeClr val="tx1"/>
              </a:solidFill>
              <a:prstDash val="solid"/>
              <a:headEnd/>
              <a:tailEnd/>
            </a:ln>
            <a:effectLst>
              <a:outerShdw blurRad="63500" dist="25400" dir="5400000" rotWithShape="0">
                <a:srgbClr val="000000">
                  <a:alpha val="43137"/>
                </a:srgbClr>
              </a:outerShdw>
            </a:effectLst>
          </p:spPr>
          <p:txBody>
            <a:bodyPr wrap="none" anchor="ct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fontAlgn="base">
                <a:spcBef>
                  <a:spcPct val="0"/>
                </a:spcBef>
                <a:spcAft>
                  <a:spcPct val="0"/>
                </a:spcAft>
              </a:pPr>
              <a:r>
                <a:rPr lang="es-MX" sz="3600" b="1" kern="0" spc="50" dirty="0">
                  <a:ln w="11430"/>
                  <a:effectLst>
                    <a:outerShdw blurRad="76200" dist="50800" dir="5400000" algn="tl" rotWithShape="0">
                      <a:srgbClr val="000000">
                        <a:alpha val="65000"/>
                      </a:srgbClr>
                    </a:outerShdw>
                  </a:effectLst>
                  <a:latin typeface="Arial Narrow" pitchFamily="34" charset="0"/>
                </a:rPr>
                <a:t>10</a:t>
              </a:r>
              <a:endParaRPr lang="es-ES" sz="3600" b="1" kern="0" spc="50" dirty="0">
                <a:ln w="11430"/>
                <a:effectLst>
                  <a:outerShdw blurRad="76200" dist="50800" dir="5400000" algn="tl" rotWithShape="0">
                    <a:srgbClr val="000000">
                      <a:alpha val="65000"/>
                    </a:srgbClr>
                  </a:outerShdw>
                </a:effectLst>
                <a:latin typeface="Arial Narrow" pitchFamily="34" charset="0"/>
              </a:endParaRPr>
            </a:p>
          </p:txBody>
        </p:sp>
        <p:sp>
          <p:nvSpPr>
            <p:cNvPr id="96" name="Rectangle 46">
              <a:extLst>
                <a:ext uri="{FF2B5EF4-FFF2-40B4-BE49-F238E27FC236}">
                  <a16:creationId xmlns:a16="http://schemas.microsoft.com/office/drawing/2014/main" id="{31AE4F95-96FA-4ED0-9AD4-8FA00ED861AA}"/>
                </a:ext>
              </a:extLst>
            </p:cNvPr>
            <p:cNvSpPr>
              <a:spLocks noChangeArrowheads="1"/>
            </p:cNvSpPr>
            <p:nvPr/>
          </p:nvSpPr>
          <p:spPr bwMode="auto">
            <a:xfrm>
              <a:off x="4740" y="1644"/>
              <a:ext cx="361" cy="384"/>
            </a:xfrm>
            <a:prstGeom prst="rect">
              <a:avLst/>
            </a:prstGeom>
            <a:solidFill>
              <a:schemeClr val="bg1">
                <a:lumMod val="65000"/>
              </a:schemeClr>
            </a:solidFill>
            <a:ln w="9525" cap="flat" cmpd="sng" algn="ctr">
              <a:solidFill>
                <a:schemeClr val="tx1"/>
              </a:solidFill>
              <a:prstDash val="solid"/>
              <a:headEnd/>
              <a:tailEnd/>
            </a:ln>
            <a:effectLst>
              <a:outerShdw blurRad="63500" dist="25400" dir="5400000" rotWithShape="0">
                <a:srgbClr val="000000">
                  <a:alpha val="43137"/>
                </a:srgbClr>
              </a:outerShdw>
            </a:effectLst>
          </p:spPr>
          <p:txBody>
            <a:bodyPr wrap="none" anchor="ct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fontAlgn="base">
                <a:spcBef>
                  <a:spcPct val="0"/>
                </a:spcBef>
                <a:spcAft>
                  <a:spcPct val="0"/>
                </a:spcAft>
              </a:pPr>
              <a:r>
                <a:rPr lang="es-MX" sz="3600" b="1" kern="0" spc="50" dirty="0">
                  <a:ln w="11430"/>
                  <a:effectLst>
                    <a:outerShdw blurRad="76200" dist="50800" dir="5400000" algn="tl" rotWithShape="0">
                      <a:srgbClr val="000000">
                        <a:alpha val="65000"/>
                      </a:srgbClr>
                    </a:outerShdw>
                  </a:effectLst>
                  <a:latin typeface="Arial Narrow" pitchFamily="34" charset="0"/>
                </a:rPr>
                <a:t>6</a:t>
              </a:r>
              <a:endParaRPr lang="es-ES" sz="3600" b="1" kern="0" spc="50" dirty="0">
                <a:ln w="11430"/>
                <a:effectLst>
                  <a:outerShdw blurRad="76200" dist="50800" dir="5400000" algn="tl" rotWithShape="0">
                    <a:srgbClr val="000000">
                      <a:alpha val="65000"/>
                    </a:srgbClr>
                  </a:outerShdw>
                </a:effectLst>
                <a:latin typeface="Arial Narrow" pitchFamily="34" charset="0"/>
              </a:endParaRPr>
            </a:p>
          </p:txBody>
        </p:sp>
        <p:sp>
          <p:nvSpPr>
            <p:cNvPr id="97" name="Rectangle 47">
              <a:extLst>
                <a:ext uri="{FF2B5EF4-FFF2-40B4-BE49-F238E27FC236}">
                  <a16:creationId xmlns:a16="http://schemas.microsoft.com/office/drawing/2014/main" id="{F89894F5-054F-4077-8F4C-3C2D6A332045}"/>
                </a:ext>
              </a:extLst>
            </p:cNvPr>
            <p:cNvSpPr>
              <a:spLocks noChangeArrowheads="1"/>
            </p:cNvSpPr>
            <p:nvPr/>
          </p:nvSpPr>
          <p:spPr bwMode="auto">
            <a:xfrm>
              <a:off x="4308" y="1644"/>
              <a:ext cx="361" cy="384"/>
            </a:xfrm>
            <a:prstGeom prst="rect">
              <a:avLst/>
            </a:prstGeom>
            <a:solidFill>
              <a:schemeClr val="bg1">
                <a:lumMod val="65000"/>
              </a:schemeClr>
            </a:solidFill>
            <a:ln w="9525" cap="flat" cmpd="sng" algn="ctr">
              <a:solidFill>
                <a:schemeClr val="tx1"/>
              </a:solidFill>
              <a:prstDash val="solid"/>
              <a:headEnd/>
              <a:tailEnd/>
            </a:ln>
            <a:effectLst>
              <a:outerShdw blurRad="63500" dist="25400" dir="5400000" rotWithShape="0">
                <a:srgbClr val="000000">
                  <a:alpha val="43137"/>
                </a:srgbClr>
              </a:outerShdw>
            </a:effectLst>
          </p:spPr>
          <p:txBody>
            <a:bodyPr wrap="none" anchor="ct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fontAlgn="base">
                <a:spcBef>
                  <a:spcPct val="0"/>
                </a:spcBef>
                <a:spcAft>
                  <a:spcPct val="0"/>
                </a:spcAft>
              </a:pPr>
              <a:r>
                <a:rPr lang="es-MX" sz="3600" b="1" kern="0" spc="50" dirty="0">
                  <a:ln w="11430"/>
                  <a:effectLst>
                    <a:outerShdw blurRad="76200" dist="50800" dir="5400000" algn="tl" rotWithShape="0">
                      <a:srgbClr val="000000">
                        <a:alpha val="65000"/>
                      </a:srgbClr>
                    </a:outerShdw>
                  </a:effectLst>
                  <a:latin typeface="Arial Narrow" pitchFamily="34" charset="0"/>
                </a:rPr>
                <a:t>7</a:t>
              </a:r>
              <a:endParaRPr lang="es-ES" sz="3600" b="1" kern="0" spc="50" dirty="0">
                <a:ln w="11430"/>
                <a:effectLst>
                  <a:outerShdw blurRad="76200" dist="50800" dir="5400000" algn="tl" rotWithShape="0">
                    <a:srgbClr val="000000">
                      <a:alpha val="65000"/>
                    </a:srgbClr>
                  </a:outerShdw>
                </a:effectLst>
                <a:latin typeface="Arial Narrow" pitchFamily="34" charset="0"/>
              </a:endParaRPr>
            </a:p>
          </p:txBody>
        </p:sp>
        <p:sp>
          <p:nvSpPr>
            <p:cNvPr id="98" name="Rectangle 48">
              <a:extLst>
                <a:ext uri="{FF2B5EF4-FFF2-40B4-BE49-F238E27FC236}">
                  <a16:creationId xmlns:a16="http://schemas.microsoft.com/office/drawing/2014/main" id="{B8CC8867-0276-4D99-9242-DA0C4AD75ACB}"/>
                </a:ext>
              </a:extLst>
            </p:cNvPr>
            <p:cNvSpPr>
              <a:spLocks noChangeArrowheads="1"/>
            </p:cNvSpPr>
            <p:nvPr/>
          </p:nvSpPr>
          <p:spPr bwMode="auto">
            <a:xfrm>
              <a:off x="3876" y="1644"/>
              <a:ext cx="361" cy="384"/>
            </a:xfrm>
            <a:prstGeom prst="rect">
              <a:avLst/>
            </a:prstGeom>
            <a:solidFill>
              <a:schemeClr val="bg1">
                <a:lumMod val="65000"/>
              </a:schemeClr>
            </a:solidFill>
            <a:ln w="9525" cap="flat" cmpd="sng" algn="ctr">
              <a:solidFill>
                <a:schemeClr val="tx1"/>
              </a:solidFill>
              <a:prstDash val="solid"/>
              <a:headEnd/>
              <a:tailEnd/>
            </a:ln>
            <a:effectLst>
              <a:outerShdw blurRad="63500" dist="25400" dir="5400000" rotWithShape="0">
                <a:srgbClr val="000000">
                  <a:alpha val="43137"/>
                </a:srgbClr>
              </a:outerShdw>
            </a:effectLst>
          </p:spPr>
          <p:txBody>
            <a:bodyPr wrap="none" anchor="ct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fontAlgn="base">
                <a:spcBef>
                  <a:spcPct val="0"/>
                </a:spcBef>
                <a:spcAft>
                  <a:spcPct val="0"/>
                </a:spcAft>
              </a:pPr>
              <a:r>
                <a:rPr lang="es-MX" sz="3600" b="1" kern="0" spc="50" dirty="0">
                  <a:ln w="11430"/>
                  <a:effectLst>
                    <a:outerShdw blurRad="76200" dist="50800" dir="5400000" algn="tl" rotWithShape="0">
                      <a:srgbClr val="000000">
                        <a:alpha val="65000"/>
                      </a:srgbClr>
                    </a:outerShdw>
                  </a:effectLst>
                  <a:latin typeface="Arial Narrow" pitchFamily="34" charset="0"/>
                </a:rPr>
                <a:t>8</a:t>
              </a:r>
              <a:endParaRPr lang="es-ES" sz="3600" b="1" kern="0" spc="50" dirty="0">
                <a:ln w="11430"/>
                <a:effectLst>
                  <a:outerShdw blurRad="76200" dist="50800" dir="5400000" algn="tl" rotWithShape="0">
                    <a:srgbClr val="000000">
                      <a:alpha val="65000"/>
                    </a:srgbClr>
                  </a:outerShdw>
                </a:effectLst>
                <a:latin typeface="Arial Narrow" pitchFamily="34" charset="0"/>
              </a:endParaRPr>
            </a:p>
          </p:txBody>
        </p:sp>
        <p:sp>
          <p:nvSpPr>
            <p:cNvPr id="99" name="Rectangle 49">
              <a:extLst>
                <a:ext uri="{FF2B5EF4-FFF2-40B4-BE49-F238E27FC236}">
                  <a16:creationId xmlns:a16="http://schemas.microsoft.com/office/drawing/2014/main" id="{C2C51CFA-AFC0-4580-A79C-F9CB37A45446}"/>
                </a:ext>
              </a:extLst>
            </p:cNvPr>
            <p:cNvSpPr>
              <a:spLocks noChangeArrowheads="1"/>
            </p:cNvSpPr>
            <p:nvPr/>
          </p:nvSpPr>
          <p:spPr bwMode="auto">
            <a:xfrm>
              <a:off x="3448" y="1644"/>
              <a:ext cx="361" cy="384"/>
            </a:xfrm>
            <a:prstGeom prst="rect">
              <a:avLst/>
            </a:prstGeom>
            <a:solidFill>
              <a:schemeClr val="bg1">
                <a:lumMod val="65000"/>
              </a:schemeClr>
            </a:solidFill>
            <a:ln w="9525" cap="flat" cmpd="sng" algn="ctr">
              <a:solidFill>
                <a:schemeClr val="tx1"/>
              </a:solidFill>
              <a:prstDash val="solid"/>
              <a:headEnd/>
              <a:tailEnd/>
            </a:ln>
            <a:effectLst>
              <a:outerShdw blurRad="63500" dist="25400" dir="5400000" rotWithShape="0">
                <a:srgbClr val="000000">
                  <a:alpha val="43137"/>
                </a:srgbClr>
              </a:outerShdw>
            </a:effectLst>
          </p:spPr>
          <p:txBody>
            <a:bodyPr wrap="none" anchor="ct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fontAlgn="base">
                <a:spcBef>
                  <a:spcPct val="0"/>
                </a:spcBef>
                <a:spcAft>
                  <a:spcPct val="0"/>
                </a:spcAft>
              </a:pPr>
              <a:r>
                <a:rPr lang="es-MX" sz="3600" b="1" kern="0" spc="50" dirty="0">
                  <a:ln w="11430"/>
                  <a:effectLst>
                    <a:outerShdw blurRad="76200" dist="50800" dir="5400000" algn="tl" rotWithShape="0">
                      <a:srgbClr val="000000">
                        <a:alpha val="65000"/>
                      </a:srgbClr>
                    </a:outerShdw>
                  </a:effectLst>
                  <a:latin typeface="Arial Narrow" pitchFamily="34" charset="0"/>
                </a:rPr>
                <a:t>9</a:t>
              </a:r>
              <a:endParaRPr lang="es-ES" sz="3600" b="1" kern="0" spc="50" dirty="0">
                <a:ln w="11430"/>
                <a:effectLst>
                  <a:outerShdw blurRad="76200" dist="50800" dir="5400000" algn="tl" rotWithShape="0">
                    <a:srgbClr val="000000">
                      <a:alpha val="65000"/>
                    </a:srgbClr>
                  </a:outerShdw>
                </a:effectLst>
                <a:latin typeface="Arial Narrow" pitchFamily="34" charset="0"/>
              </a:endParaRPr>
            </a:p>
          </p:txBody>
        </p:sp>
      </p:grpSp>
      <p:grpSp>
        <p:nvGrpSpPr>
          <p:cNvPr id="100" name="Group 37">
            <a:extLst>
              <a:ext uri="{FF2B5EF4-FFF2-40B4-BE49-F238E27FC236}">
                <a16:creationId xmlns:a16="http://schemas.microsoft.com/office/drawing/2014/main" id="{E2198281-581C-4AF3-985E-4B995F7D31C2}"/>
              </a:ext>
            </a:extLst>
          </p:cNvPr>
          <p:cNvGrpSpPr>
            <a:grpSpLocks/>
          </p:cNvGrpSpPr>
          <p:nvPr/>
        </p:nvGrpSpPr>
        <p:grpSpPr bwMode="auto">
          <a:xfrm>
            <a:off x="7177236" y="1922512"/>
            <a:ext cx="4495800" cy="874713"/>
            <a:chOff x="2736" y="1623"/>
            <a:chExt cx="2832" cy="551"/>
          </a:xfrm>
          <a:solidFill>
            <a:schemeClr val="bg1">
              <a:lumMod val="85000"/>
            </a:schemeClr>
          </a:solidFill>
        </p:grpSpPr>
        <p:sp>
          <p:nvSpPr>
            <p:cNvPr id="101" name="Rectangle 38">
              <a:extLst>
                <a:ext uri="{FF2B5EF4-FFF2-40B4-BE49-F238E27FC236}">
                  <a16:creationId xmlns:a16="http://schemas.microsoft.com/office/drawing/2014/main" id="{894834AC-2C8D-4317-98CA-4508F075E655}"/>
                </a:ext>
              </a:extLst>
            </p:cNvPr>
            <p:cNvSpPr>
              <a:spLocks noChangeArrowheads="1"/>
            </p:cNvSpPr>
            <p:nvPr/>
          </p:nvSpPr>
          <p:spPr bwMode="auto">
            <a:xfrm>
              <a:off x="3415" y="1623"/>
              <a:ext cx="431" cy="432"/>
            </a:xfrm>
            <a:prstGeom prst="rect">
              <a:avLst/>
            </a:prstGeom>
            <a:grpFill/>
            <a:ln w="38100">
              <a:solidFill>
                <a:schemeClr val="tx1"/>
              </a:solidFill>
              <a:miter lim="800000"/>
              <a:headEnd/>
              <a:tailEnd/>
            </a:ln>
          </p:spPr>
          <p:txBody>
            <a:bodyPr wrap="none" anchor="ctr"/>
            <a:lstStyle/>
            <a:p>
              <a:endParaRPr lang="es-ES" sz="3200">
                <a:latin typeface="Arial Narrow" pitchFamily="34" charset="0"/>
              </a:endParaRPr>
            </a:p>
          </p:txBody>
        </p:sp>
        <p:sp>
          <p:nvSpPr>
            <p:cNvPr id="102" name="Rectangle 39">
              <a:extLst>
                <a:ext uri="{FF2B5EF4-FFF2-40B4-BE49-F238E27FC236}">
                  <a16:creationId xmlns:a16="http://schemas.microsoft.com/office/drawing/2014/main" id="{23EA2663-DFB4-4466-A9DC-B9FCB5981BAA}"/>
                </a:ext>
              </a:extLst>
            </p:cNvPr>
            <p:cNvSpPr>
              <a:spLocks noChangeArrowheads="1"/>
            </p:cNvSpPr>
            <p:nvPr/>
          </p:nvSpPr>
          <p:spPr bwMode="auto">
            <a:xfrm>
              <a:off x="3846" y="1623"/>
              <a:ext cx="430" cy="432"/>
            </a:xfrm>
            <a:prstGeom prst="rect">
              <a:avLst/>
            </a:prstGeom>
            <a:grpFill/>
            <a:ln w="38100">
              <a:solidFill>
                <a:schemeClr val="tx1"/>
              </a:solidFill>
              <a:miter lim="800000"/>
              <a:headEnd/>
              <a:tailEnd/>
            </a:ln>
          </p:spPr>
          <p:txBody>
            <a:bodyPr wrap="none" anchor="ctr"/>
            <a:lstStyle/>
            <a:p>
              <a:endParaRPr lang="es-ES" sz="3200">
                <a:latin typeface="Arial Narrow" pitchFamily="34" charset="0"/>
              </a:endParaRPr>
            </a:p>
          </p:txBody>
        </p:sp>
        <p:sp>
          <p:nvSpPr>
            <p:cNvPr id="103" name="Rectangle 40">
              <a:extLst>
                <a:ext uri="{FF2B5EF4-FFF2-40B4-BE49-F238E27FC236}">
                  <a16:creationId xmlns:a16="http://schemas.microsoft.com/office/drawing/2014/main" id="{40AB73DE-9802-46D8-A989-5F61DF0E4D33}"/>
                </a:ext>
              </a:extLst>
            </p:cNvPr>
            <p:cNvSpPr>
              <a:spLocks noChangeArrowheads="1"/>
            </p:cNvSpPr>
            <p:nvPr/>
          </p:nvSpPr>
          <p:spPr bwMode="auto">
            <a:xfrm>
              <a:off x="4276" y="1623"/>
              <a:ext cx="431" cy="432"/>
            </a:xfrm>
            <a:prstGeom prst="rect">
              <a:avLst/>
            </a:prstGeom>
            <a:grpFill/>
            <a:ln w="38100">
              <a:solidFill>
                <a:schemeClr val="tx1"/>
              </a:solidFill>
              <a:miter lim="800000"/>
              <a:headEnd/>
              <a:tailEnd/>
            </a:ln>
          </p:spPr>
          <p:txBody>
            <a:bodyPr wrap="none" anchor="ctr"/>
            <a:lstStyle/>
            <a:p>
              <a:endParaRPr lang="es-ES" sz="3200">
                <a:latin typeface="Arial Narrow" pitchFamily="34" charset="0"/>
              </a:endParaRPr>
            </a:p>
          </p:txBody>
        </p:sp>
        <p:sp>
          <p:nvSpPr>
            <p:cNvPr id="104" name="Rectangle 41">
              <a:extLst>
                <a:ext uri="{FF2B5EF4-FFF2-40B4-BE49-F238E27FC236}">
                  <a16:creationId xmlns:a16="http://schemas.microsoft.com/office/drawing/2014/main" id="{9FCD1406-C98A-4179-9188-04357F801C4B}"/>
                </a:ext>
              </a:extLst>
            </p:cNvPr>
            <p:cNvSpPr>
              <a:spLocks noChangeArrowheads="1"/>
            </p:cNvSpPr>
            <p:nvPr/>
          </p:nvSpPr>
          <p:spPr bwMode="auto">
            <a:xfrm>
              <a:off x="4707" y="1623"/>
              <a:ext cx="430" cy="432"/>
            </a:xfrm>
            <a:prstGeom prst="rect">
              <a:avLst/>
            </a:prstGeom>
            <a:grpFill/>
            <a:ln w="38100">
              <a:solidFill>
                <a:schemeClr val="tx1"/>
              </a:solidFill>
              <a:miter lim="800000"/>
              <a:headEnd/>
              <a:tailEnd/>
            </a:ln>
          </p:spPr>
          <p:txBody>
            <a:bodyPr wrap="none" anchor="ctr"/>
            <a:lstStyle/>
            <a:p>
              <a:endParaRPr lang="es-ES" sz="3200">
                <a:latin typeface="Arial Narrow" pitchFamily="34" charset="0"/>
              </a:endParaRPr>
            </a:p>
          </p:txBody>
        </p:sp>
        <p:sp>
          <p:nvSpPr>
            <p:cNvPr id="105" name="Rectangle 42">
              <a:extLst>
                <a:ext uri="{FF2B5EF4-FFF2-40B4-BE49-F238E27FC236}">
                  <a16:creationId xmlns:a16="http://schemas.microsoft.com/office/drawing/2014/main" id="{D68F471F-12DF-4F5F-AEC5-937F3B88918E}"/>
                </a:ext>
              </a:extLst>
            </p:cNvPr>
            <p:cNvSpPr>
              <a:spLocks noChangeArrowheads="1"/>
            </p:cNvSpPr>
            <p:nvPr/>
          </p:nvSpPr>
          <p:spPr bwMode="auto">
            <a:xfrm>
              <a:off x="5137" y="1623"/>
              <a:ext cx="431" cy="432"/>
            </a:xfrm>
            <a:prstGeom prst="rect">
              <a:avLst/>
            </a:prstGeom>
            <a:grpFill/>
            <a:ln w="38100">
              <a:solidFill>
                <a:schemeClr val="tx1"/>
              </a:solidFill>
              <a:miter lim="800000"/>
              <a:headEnd/>
              <a:tailEnd/>
            </a:ln>
          </p:spPr>
          <p:txBody>
            <a:bodyPr wrap="none" anchor="ctr"/>
            <a:lstStyle/>
            <a:p>
              <a:endParaRPr lang="es-ES" sz="3200">
                <a:latin typeface="Arial Narrow" pitchFamily="34" charset="0"/>
              </a:endParaRPr>
            </a:p>
          </p:txBody>
        </p:sp>
        <p:sp>
          <p:nvSpPr>
            <p:cNvPr id="106" name="Text Box 43">
              <a:extLst>
                <a:ext uri="{FF2B5EF4-FFF2-40B4-BE49-F238E27FC236}">
                  <a16:creationId xmlns:a16="http://schemas.microsoft.com/office/drawing/2014/main" id="{1D8E4DDE-2630-4478-8835-DD6F457096AC}"/>
                </a:ext>
              </a:extLst>
            </p:cNvPr>
            <p:cNvSpPr txBox="1">
              <a:spLocks noChangeArrowheads="1"/>
            </p:cNvSpPr>
            <p:nvPr/>
          </p:nvSpPr>
          <p:spPr bwMode="auto">
            <a:xfrm>
              <a:off x="2736" y="1651"/>
              <a:ext cx="715" cy="523"/>
            </a:xfrm>
            <a:prstGeom prst="rect">
              <a:avLst/>
            </a:prstGeom>
            <a:noFill/>
            <a:ln w="9525">
              <a:noFill/>
              <a:miter lim="800000"/>
              <a:headEnd/>
              <a:tailEnd/>
            </a:ln>
          </p:spPr>
          <p:txBody>
            <a:bodyPr>
              <a:spAutoFit/>
            </a:bodyPr>
            <a:lstStyle/>
            <a:p>
              <a:pPr algn="l">
                <a:spcBef>
                  <a:spcPct val="50000"/>
                </a:spcBef>
              </a:pPr>
              <a:r>
                <a:rPr lang="es-MX" sz="3200" b="1" dirty="0">
                  <a:latin typeface="Arial Narrow" pitchFamily="34" charset="0"/>
                </a:rPr>
                <a:t>VEC</a:t>
              </a:r>
              <a:br>
                <a:rPr lang="es-MX" sz="3200" b="1" dirty="0">
                  <a:latin typeface="Arial Narrow" pitchFamily="34" charset="0"/>
                </a:rPr>
              </a:br>
              <a:r>
                <a:rPr lang="es-MX" sz="1600" b="1" dirty="0">
                  <a:latin typeface="Arial Narrow" pitchFamily="34" charset="0"/>
                </a:rPr>
                <a:t>2do. Pasón</a:t>
              </a:r>
              <a:endParaRPr lang="es-ES" sz="3200" b="1" dirty="0">
                <a:latin typeface="Arial Narrow" pitchFamily="34" charset="0"/>
              </a:endParaRPr>
            </a:p>
          </p:txBody>
        </p:sp>
        <p:sp>
          <p:nvSpPr>
            <p:cNvPr id="107" name="Rectangle 45">
              <a:extLst>
                <a:ext uri="{FF2B5EF4-FFF2-40B4-BE49-F238E27FC236}">
                  <a16:creationId xmlns:a16="http://schemas.microsoft.com/office/drawing/2014/main" id="{9890F6AD-B6E3-4D25-8B06-C0EE61178598}"/>
                </a:ext>
              </a:extLst>
            </p:cNvPr>
            <p:cNvSpPr>
              <a:spLocks noChangeArrowheads="1"/>
            </p:cNvSpPr>
            <p:nvPr/>
          </p:nvSpPr>
          <p:spPr bwMode="auto">
            <a:xfrm>
              <a:off x="5166" y="1644"/>
              <a:ext cx="361" cy="384"/>
            </a:xfrm>
            <a:prstGeom prst="rect">
              <a:avLst/>
            </a:prstGeom>
            <a:grpFill/>
            <a:ln w="9525" cap="flat" cmpd="sng" algn="ctr">
              <a:solidFill>
                <a:schemeClr val="tx1"/>
              </a:solidFill>
              <a:prstDash val="solid"/>
              <a:headEnd/>
              <a:tailEnd/>
            </a:ln>
            <a:effectLst>
              <a:outerShdw blurRad="63500" dist="25400" dir="5400000" rotWithShape="0">
                <a:srgbClr val="000000">
                  <a:alpha val="43137"/>
                </a:srgbClr>
              </a:outerShdw>
            </a:effectLst>
          </p:spPr>
          <p:txBody>
            <a:bodyPr wrap="none" anchor="ct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fontAlgn="base">
                <a:spcBef>
                  <a:spcPct val="0"/>
                </a:spcBef>
                <a:spcAft>
                  <a:spcPct val="0"/>
                </a:spcAft>
              </a:pPr>
              <a:r>
                <a:rPr lang="es-MX" sz="3600" b="1" kern="0" spc="50" dirty="0">
                  <a:ln w="11430"/>
                  <a:effectLst>
                    <a:outerShdw blurRad="76200" dist="50800" dir="5400000" algn="tl" rotWithShape="0">
                      <a:srgbClr val="000000">
                        <a:alpha val="65000"/>
                      </a:srgbClr>
                    </a:outerShdw>
                  </a:effectLst>
                  <a:latin typeface="Arial Narrow" pitchFamily="34" charset="0"/>
                </a:rPr>
                <a:t>10</a:t>
              </a:r>
              <a:endParaRPr lang="es-ES" sz="3600" b="1" kern="0" spc="50" dirty="0">
                <a:ln w="11430"/>
                <a:effectLst>
                  <a:outerShdw blurRad="76200" dist="50800" dir="5400000" algn="tl" rotWithShape="0">
                    <a:srgbClr val="000000">
                      <a:alpha val="65000"/>
                    </a:srgbClr>
                  </a:outerShdw>
                </a:effectLst>
                <a:latin typeface="Arial Narrow" pitchFamily="34" charset="0"/>
              </a:endParaRPr>
            </a:p>
          </p:txBody>
        </p:sp>
        <p:sp>
          <p:nvSpPr>
            <p:cNvPr id="108" name="Rectangle 46">
              <a:extLst>
                <a:ext uri="{FF2B5EF4-FFF2-40B4-BE49-F238E27FC236}">
                  <a16:creationId xmlns:a16="http://schemas.microsoft.com/office/drawing/2014/main" id="{131A8B1F-2B20-4AEB-9EBB-33E5EFCB1B70}"/>
                </a:ext>
              </a:extLst>
            </p:cNvPr>
            <p:cNvSpPr>
              <a:spLocks noChangeArrowheads="1"/>
            </p:cNvSpPr>
            <p:nvPr/>
          </p:nvSpPr>
          <p:spPr bwMode="auto">
            <a:xfrm>
              <a:off x="4740" y="1644"/>
              <a:ext cx="361" cy="384"/>
            </a:xfrm>
            <a:prstGeom prst="rect">
              <a:avLst/>
            </a:prstGeom>
            <a:grpFill/>
            <a:ln w="9525" cap="flat" cmpd="sng" algn="ctr">
              <a:solidFill>
                <a:schemeClr val="tx1"/>
              </a:solidFill>
              <a:prstDash val="solid"/>
              <a:headEnd/>
              <a:tailEnd/>
            </a:ln>
            <a:effectLst>
              <a:outerShdw blurRad="63500" dist="25400" dir="5400000" rotWithShape="0">
                <a:srgbClr val="000000">
                  <a:alpha val="43137"/>
                </a:srgbClr>
              </a:outerShdw>
            </a:effectLst>
          </p:spPr>
          <p:txBody>
            <a:bodyPr wrap="none" anchor="ct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fontAlgn="base">
                <a:spcBef>
                  <a:spcPct val="0"/>
                </a:spcBef>
                <a:spcAft>
                  <a:spcPct val="0"/>
                </a:spcAft>
              </a:pPr>
              <a:r>
                <a:rPr lang="es-MX" sz="3600" b="1" kern="0" spc="50" dirty="0">
                  <a:ln w="11430"/>
                  <a:effectLst>
                    <a:outerShdw blurRad="76200" dist="50800" dir="5400000" algn="tl" rotWithShape="0">
                      <a:srgbClr val="000000">
                        <a:alpha val="65000"/>
                      </a:srgbClr>
                    </a:outerShdw>
                  </a:effectLst>
                  <a:latin typeface="Arial Narrow" pitchFamily="34" charset="0"/>
                </a:rPr>
                <a:t>9</a:t>
              </a:r>
              <a:endParaRPr lang="es-ES" sz="3600" b="1" kern="0" spc="50" dirty="0">
                <a:ln w="11430"/>
                <a:effectLst>
                  <a:outerShdw blurRad="76200" dist="50800" dir="5400000" algn="tl" rotWithShape="0">
                    <a:srgbClr val="000000">
                      <a:alpha val="65000"/>
                    </a:srgbClr>
                  </a:outerShdw>
                </a:effectLst>
                <a:latin typeface="Arial Narrow" pitchFamily="34" charset="0"/>
              </a:endParaRPr>
            </a:p>
          </p:txBody>
        </p:sp>
        <p:sp>
          <p:nvSpPr>
            <p:cNvPr id="173" name="Rectangle 47">
              <a:extLst>
                <a:ext uri="{FF2B5EF4-FFF2-40B4-BE49-F238E27FC236}">
                  <a16:creationId xmlns:a16="http://schemas.microsoft.com/office/drawing/2014/main" id="{859D04EE-0A29-4694-A60F-DA1B2660673F}"/>
                </a:ext>
              </a:extLst>
            </p:cNvPr>
            <p:cNvSpPr>
              <a:spLocks noChangeArrowheads="1"/>
            </p:cNvSpPr>
            <p:nvPr/>
          </p:nvSpPr>
          <p:spPr bwMode="auto">
            <a:xfrm>
              <a:off x="4308" y="1644"/>
              <a:ext cx="361" cy="384"/>
            </a:xfrm>
            <a:prstGeom prst="rect">
              <a:avLst/>
            </a:prstGeom>
            <a:solidFill>
              <a:schemeClr val="bg1">
                <a:lumMod val="65000"/>
              </a:schemeClr>
            </a:solidFill>
            <a:ln w="9525" cap="flat" cmpd="sng" algn="ctr">
              <a:solidFill>
                <a:schemeClr val="tx1"/>
              </a:solidFill>
              <a:prstDash val="solid"/>
              <a:headEnd/>
              <a:tailEnd/>
            </a:ln>
            <a:effectLst>
              <a:outerShdw blurRad="63500" dist="25400" dir="5400000" rotWithShape="0">
                <a:srgbClr val="000000">
                  <a:alpha val="43137"/>
                </a:srgbClr>
              </a:outerShdw>
            </a:effectLst>
          </p:spPr>
          <p:txBody>
            <a:bodyPr wrap="none" anchor="ct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fontAlgn="base">
                <a:spcBef>
                  <a:spcPct val="0"/>
                </a:spcBef>
                <a:spcAft>
                  <a:spcPct val="0"/>
                </a:spcAft>
              </a:pPr>
              <a:r>
                <a:rPr lang="es-MX" sz="3600" b="1" kern="0" spc="50" dirty="0">
                  <a:ln w="11430"/>
                  <a:effectLst>
                    <a:outerShdw blurRad="76200" dist="50800" dir="5400000" algn="tl" rotWithShape="0">
                      <a:srgbClr val="000000">
                        <a:alpha val="65000"/>
                      </a:srgbClr>
                    </a:outerShdw>
                  </a:effectLst>
                  <a:latin typeface="Arial Narrow" pitchFamily="34" charset="0"/>
                </a:rPr>
                <a:t>6</a:t>
              </a:r>
              <a:endParaRPr lang="es-ES" sz="3600" b="1" kern="0" spc="50" dirty="0">
                <a:ln w="11430"/>
                <a:effectLst>
                  <a:outerShdw blurRad="76200" dist="50800" dir="5400000" algn="tl" rotWithShape="0">
                    <a:srgbClr val="000000">
                      <a:alpha val="65000"/>
                    </a:srgbClr>
                  </a:outerShdw>
                </a:effectLst>
                <a:latin typeface="Arial Narrow" pitchFamily="34" charset="0"/>
              </a:endParaRPr>
            </a:p>
          </p:txBody>
        </p:sp>
        <p:sp>
          <p:nvSpPr>
            <p:cNvPr id="174" name="Rectangle 48">
              <a:extLst>
                <a:ext uri="{FF2B5EF4-FFF2-40B4-BE49-F238E27FC236}">
                  <a16:creationId xmlns:a16="http://schemas.microsoft.com/office/drawing/2014/main" id="{231CEEC3-DC78-47C2-9727-6AA1B90D1D82}"/>
                </a:ext>
              </a:extLst>
            </p:cNvPr>
            <p:cNvSpPr>
              <a:spLocks noChangeArrowheads="1"/>
            </p:cNvSpPr>
            <p:nvPr/>
          </p:nvSpPr>
          <p:spPr bwMode="auto">
            <a:xfrm>
              <a:off x="3876" y="1644"/>
              <a:ext cx="361" cy="384"/>
            </a:xfrm>
            <a:prstGeom prst="rect">
              <a:avLst/>
            </a:prstGeom>
            <a:solidFill>
              <a:schemeClr val="bg1">
                <a:lumMod val="65000"/>
              </a:schemeClr>
            </a:solidFill>
            <a:ln w="9525" cap="flat" cmpd="sng" algn="ctr">
              <a:solidFill>
                <a:schemeClr val="tx1"/>
              </a:solidFill>
              <a:prstDash val="solid"/>
              <a:headEnd/>
              <a:tailEnd/>
            </a:ln>
            <a:effectLst>
              <a:outerShdw blurRad="63500" dist="25400" dir="5400000" rotWithShape="0">
                <a:srgbClr val="000000">
                  <a:alpha val="43137"/>
                </a:srgbClr>
              </a:outerShdw>
            </a:effectLst>
          </p:spPr>
          <p:txBody>
            <a:bodyPr wrap="none" anchor="ct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fontAlgn="base">
                <a:spcBef>
                  <a:spcPct val="0"/>
                </a:spcBef>
                <a:spcAft>
                  <a:spcPct val="0"/>
                </a:spcAft>
              </a:pPr>
              <a:r>
                <a:rPr lang="es-MX" sz="3600" b="1" kern="0" spc="50" dirty="0">
                  <a:ln w="11430"/>
                  <a:effectLst>
                    <a:outerShdw blurRad="76200" dist="50800" dir="5400000" algn="tl" rotWithShape="0">
                      <a:srgbClr val="000000">
                        <a:alpha val="65000"/>
                      </a:srgbClr>
                    </a:outerShdw>
                  </a:effectLst>
                  <a:latin typeface="Arial Narrow" pitchFamily="34" charset="0"/>
                </a:rPr>
                <a:t>7</a:t>
              </a:r>
              <a:endParaRPr lang="es-ES" sz="3600" b="1" kern="0" spc="50" dirty="0">
                <a:ln w="11430"/>
                <a:effectLst>
                  <a:outerShdw blurRad="76200" dist="50800" dir="5400000" algn="tl" rotWithShape="0">
                    <a:srgbClr val="000000">
                      <a:alpha val="65000"/>
                    </a:srgbClr>
                  </a:outerShdw>
                </a:effectLst>
                <a:latin typeface="Arial Narrow" pitchFamily="34" charset="0"/>
              </a:endParaRPr>
            </a:p>
          </p:txBody>
        </p:sp>
        <p:sp>
          <p:nvSpPr>
            <p:cNvPr id="175" name="Rectangle 49">
              <a:extLst>
                <a:ext uri="{FF2B5EF4-FFF2-40B4-BE49-F238E27FC236}">
                  <a16:creationId xmlns:a16="http://schemas.microsoft.com/office/drawing/2014/main" id="{2896D601-8657-4856-B140-3C10A04B68F4}"/>
                </a:ext>
              </a:extLst>
            </p:cNvPr>
            <p:cNvSpPr>
              <a:spLocks noChangeArrowheads="1"/>
            </p:cNvSpPr>
            <p:nvPr/>
          </p:nvSpPr>
          <p:spPr bwMode="auto">
            <a:xfrm>
              <a:off x="3448" y="1644"/>
              <a:ext cx="361" cy="384"/>
            </a:xfrm>
            <a:prstGeom prst="rect">
              <a:avLst/>
            </a:prstGeom>
            <a:solidFill>
              <a:schemeClr val="bg1">
                <a:lumMod val="65000"/>
              </a:schemeClr>
            </a:solidFill>
            <a:ln w="9525" cap="flat" cmpd="sng" algn="ctr">
              <a:solidFill>
                <a:schemeClr val="tx1"/>
              </a:solidFill>
              <a:prstDash val="solid"/>
              <a:headEnd/>
              <a:tailEnd/>
            </a:ln>
            <a:effectLst>
              <a:outerShdw blurRad="63500" dist="25400" dir="5400000" rotWithShape="0">
                <a:srgbClr val="000000">
                  <a:alpha val="43137"/>
                </a:srgbClr>
              </a:outerShdw>
            </a:effectLst>
          </p:spPr>
          <p:txBody>
            <a:bodyPr wrap="none" anchor="ct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fontAlgn="base">
                <a:spcBef>
                  <a:spcPct val="0"/>
                </a:spcBef>
                <a:spcAft>
                  <a:spcPct val="0"/>
                </a:spcAft>
              </a:pPr>
              <a:r>
                <a:rPr lang="es-MX" sz="3600" b="1" kern="0" spc="50" dirty="0">
                  <a:ln w="11430"/>
                  <a:effectLst>
                    <a:outerShdw blurRad="76200" dist="50800" dir="5400000" algn="tl" rotWithShape="0">
                      <a:srgbClr val="000000">
                        <a:alpha val="65000"/>
                      </a:srgbClr>
                    </a:outerShdw>
                  </a:effectLst>
                  <a:latin typeface="Arial Narrow" pitchFamily="34" charset="0"/>
                </a:rPr>
                <a:t>8</a:t>
              </a:r>
              <a:endParaRPr lang="es-ES" sz="3600" b="1" kern="0" spc="50" dirty="0">
                <a:ln w="11430"/>
                <a:effectLst>
                  <a:outerShdw blurRad="76200" dist="50800" dir="5400000" algn="tl" rotWithShape="0">
                    <a:srgbClr val="000000">
                      <a:alpha val="65000"/>
                    </a:srgbClr>
                  </a:outerShdw>
                </a:effectLst>
                <a:latin typeface="Arial Narrow" pitchFamily="34" charset="0"/>
              </a:endParaRPr>
            </a:p>
          </p:txBody>
        </p:sp>
      </p:grpSp>
      <p:grpSp>
        <p:nvGrpSpPr>
          <p:cNvPr id="176" name="Group 37">
            <a:extLst>
              <a:ext uri="{FF2B5EF4-FFF2-40B4-BE49-F238E27FC236}">
                <a16:creationId xmlns:a16="http://schemas.microsoft.com/office/drawing/2014/main" id="{D963D286-D537-4EFA-A0F4-3C445A6AAC70}"/>
              </a:ext>
            </a:extLst>
          </p:cNvPr>
          <p:cNvGrpSpPr>
            <a:grpSpLocks/>
          </p:cNvGrpSpPr>
          <p:nvPr/>
        </p:nvGrpSpPr>
        <p:grpSpPr bwMode="auto">
          <a:xfrm>
            <a:off x="7177236" y="2975074"/>
            <a:ext cx="4495800" cy="874713"/>
            <a:chOff x="2736" y="1623"/>
            <a:chExt cx="2832" cy="551"/>
          </a:xfrm>
          <a:solidFill>
            <a:schemeClr val="bg1">
              <a:lumMod val="85000"/>
            </a:schemeClr>
          </a:solidFill>
        </p:grpSpPr>
        <p:sp>
          <p:nvSpPr>
            <p:cNvPr id="177" name="Rectangle 38">
              <a:extLst>
                <a:ext uri="{FF2B5EF4-FFF2-40B4-BE49-F238E27FC236}">
                  <a16:creationId xmlns:a16="http://schemas.microsoft.com/office/drawing/2014/main" id="{8273C783-36EC-4AAB-A1FF-63FB00B644D9}"/>
                </a:ext>
              </a:extLst>
            </p:cNvPr>
            <p:cNvSpPr>
              <a:spLocks noChangeArrowheads="1"/>
            </p:cNvSpPr>
            <p:nvPr/>
          </p:nvSpPr>
          <p:spPr bwMode="auto">
            <a:xfrm>
              <a:off x="3415" y="1623"/>
              <a:ext cx="431" cy="432"/>
            </a:xfrm>
            <a:prstGeom prst="rect">
              <a:avLst/>
            </a:prstGeom>
            <a:grpFill/>
            <a:ln w="38100">
              <a:solidFill>
                <a:schemeClr val="tx1"/>
              </a:solidFill>
              <a:miter lim="800000"/>
              <a:headEnd/>
              <a:tailEnd/>
            </a:ln>
          </p:spPr>
          <p:txBody>
            <a:bodyPr wrap="none" anchor="ctr"/>
            <a:lstStyle/>
            <a:p>
              <a:endParaRPr lang="es-ES" sz="3200">
                <a:latin typeface="Arial Narrow" pitchFamily="34" charset="0"/>
              </a:endParaRPr>
            </a:p>
          </p:txBody>
        </p:sp>
        <p:sp>
          <p:nvSpPr>
            <p:cNvPr id="178" name="Rectangle 39">
              <a:extLst>
                <a:ext uri="{FF2B5EF4-FFF2-40B4-BE49-F238E27FC236}">
                  <a16:creationId xmlns:a16="http://schemas.microsoft.com/office/drawing/2014/main" id="{F59952AA-17E4-4606-A8BF-6B2F59C214CA}"/>
                </a:ext>
              </a:extLst>
            </p:cNvPr>
            <p:cNvSpPr>
              <a:spLocks noChangeArrowheads="1"/>
            </p:cNvSpPr>
            <p:nvPr/>
          </p:nvSpPr>
          <p:spPr bwMode="auto">
            <a:xfrm>
              <a:off x="3846" y="1623"/>
              <a:ext cx="430" cy="432"/>
            </a:xfrm>
            <a:prstGeom prst="rect">
              <a:avLst/>
            </a:prstGeom>
            <a:grpFill/>
            <a:ln w="38100">
              <a:solidFill>
                <a:schemeClr val="tx1"/>
              </a:solidFill>
              <a:miter lim="800000"/>
              <a:headEnd/>
              <a:tailEnd/>
            </a:ln>
          </p:spPr>
          <p:txBody>
            <a:bodyPr wrap="none" anchor="ctr"/>
            <a:lstStyle/>
            <a:p>
              <a:endParaRPr lang="es-ES" sz="3200">
                <a:latin typeface="Arial Narrow" pitchFamily="34" charset="0"/>
              </a:endParaRPr>
            </a:p>
          </p:txBody>
        </p:sp>
        <p:sp>
          <p:nvSpPr>
            <p:cNvPr id="179" name="Rectangle 40">
              <a:extLst>
                <a:ext uri="{FF2B5EF4-FFF2-40B4-BE49-F238E27FC236}">
                  <a16:creationId xmlns:a16="http://schemas.microsoft.com/office/drawing/2014/main" id="{057934AA-1CE1-42DA-A43B-EAE5E0ACB85B}"/>
                </a:ext>
              </a:extLst>
            </p:cNvPr>
            <p:cNvSpPr>
              <a:spLocks noChangeArrowheads="1"/>
            </p:cNvSpPr>
            <p:nvPr/>
          </p:nvSpPr>
          <p:spPr bwMode="auto">
            <a:xfrm>
              <a:off x="4276" y="1623"/>
              <a:ext cx="431" cy="432"/>
            </a:xfrm>
            <a:prstGeom prst="rect">
              <a:avLst/>
            </a:prstGeom>
            <a:grpFill/>
            <a:ln w="38100">
              <a:solidFill>
                <a:schemeClr val="tx1"/>
              </a:solidFill>
              <a:miter lim="800000"/>
              <a:headEnd/>
              <a:tailEnd/>
            </a:ln>
          </p:spPr>
          <p:txBody>
            <a:bodyPr wrap="none" anchor="ctr"/>
            <a:lstStyle/>
            <a:p>
              <a:endParaRPr lang="es-ES" sz="3200">
                <a:latin typeface="Arial Narrow" pitchFamily="34" charset="0"/>
              </a:endParaRPr>
            </a:p>
          </p:txBody>
        </p:sp>
        <p:sp>
          <p:nvSpPr>
            <p:cNvPr id="180" name="Rectangle 41">
              <a:extLst>
                <a:ext uri="{FF2B5EF4-FFF2-40B4-BE49-F238E27FC236}">
                  <a16:creationId xmlns:a16="http://schemas.microsoft.com/office/drawing/2014/main" id="{E48C0A93-E021-4588-B4DD-D57F9C276A45}"/>
                </a:ext>
              </a:extLst>
            </p:cNvPr>
            <p:cNvSpPr>
              <a:spLocks noChangeArrowheads="1"/>
            </p:cNvSpPr>
            <p:nvPr/>
          </p:nvSpPr>
          <p:spPr bwMode="auto">
            <a:xfrm>
              <a:off x="4707" y="1623"/>
              <a:ext cx="430" cy="432"/>
            </a:xfrm>
            <a:prstGeom prst="rect">
              <a:avLst/>
            </a:prstGeom>
            <a:grpFill/>
            <a:ln w="38100">
              <a:solidFill>
                <a:schemeClr val="tx1"/>
              </a:solidFill>
              <a:miter lim="800000"/>
              <a:headEnd/>
              <a:tailEnd/>
            </a:ln>
          </p:spPr>
          <p:txBody>
            <a:bodyPr wrap="none" anchor="ctr"/>
            <a:lstStyle/>
            <a:p>
              <a:endParaRPr lang="es-ES" sz="3200">
                <a:latin typeface="Arial Narrow" pitchFamily="34" charset="0"/>
              </a:endParaRPr>
            </a:p>
          </p:txBody>
        </p:sp>
        <p:sp>
          <p:nvSpPr>
            <p:cNvPr id="181" name="Rectangle 42">
              <a:extLst>
                <a:ext uri="{FF2B5EF4-FFF2-40B4-BE49-F238E27FC236}">
                  <a16:creationId xmlns:a16="http://schemas.microsoft.com/office/drawing/2014/main" id="{40A13BE9-FF28-4622-887F-E5F96B46813D}"/>
                </a:ext>
              </a:extLst>
            </p:cNvPr>
            <p:cNvSpPr>
              <a:spLocks noChangeArrowheads="1"/>
            </p:cNvSpPr>
            <p:nvPr/>
          </p:nvSpPr>
          <p:spPr bwMode="auto">
            <a:xfrm>
              <a:off x="5137" y="1623"/>
              <a:ext cx="431" cy="432"/>
            </a:xfrm>
            <a:prstGeom prst="rect">
              <a:avLst/>
            </a:prstGeom>
            <a:grpFill/>
            <a:ln w="38100">
              <a:solidFill>
                <a:schemeClr val="tx1"/>
              </a:solidFill>
              <a:miter lim="800000"/>
              <a:headEnd/>
              <a:tailEnd/>
            </a:ln>
          </p:spPr>
          <p:txBody>
            <a:bodyPr wrap="none" anchor="ctr"/>
            <a:lstStyle/>
            <a:p>
              <a:endParaRPr lang="es-ES" sz="3200">
                <a:latin typeface="Arial Narrow" pitchFamily="34" charset="0"/>
              </a:endParaRPr>
            </a:p>
          </p:txBody>
        </p:sp>
        <p:sp>
          <p:nvSpPr>
            <p:cNvPr id="182" name="Text Box 43">
              <a:extLst>
                <a:ext uri="{FF2B5EF4-FFF2-40B4-BE49-F238E27FC236}">
                  <a16:creationId xmlns:a16="http://schemas.microsoft.com/office/drawing/2014/main" id="{FA9F2B91-A746-49D6-80D5-31F6F51B3A5C}"/>
                </a:ext>
              </a:extLst>
            </p:cNvPr>
            <p:cNvSpPr txBox="1">
              <a:spLocks noChangeArrowheads="1"/>
            </p:cNvSpPr>
            <p:nvPr/>
          </p:nvSpPr>
          <p:spPr bwMode="auto">
            <a:xfrm>
              <a:off x="2736" y="1651"/>
              <a:ext cx="715" cy="523"/>
            </a:xfrm>
            <a:prstGeom prst="rect">
              <a:avLst/>
            </a:prstGeom>
            <a:noFill/>
            <a:ln w="9525">
              <a:noFill/>
              <a:miter lim="800000"/>
              <a:headEnd/>
              <a:tailEnd/>
            </a:ln>
          </p:spPr>
          <p:txBody>
            <a:bodyPr>
              <a:spAutoFit/>
            </a:bodyPr>
            <a:lstStyle/>
            <a:p>
              <a:pPr>
                <a:spcBef>
                  <a:spcPct val="50000"/>
                </a:spcBef>
              </a:pPr>
              <a:r>
                <a:rPr lang="es-MX" sz="3200" b="1" dirty="0">
                  <a:latin typeface="Arial Narrow" pitchFamily="34" charset="0"/>
                </a:rPr>
                <a:t>VEC</a:t>
              </a:r>
              <a:br>
                <a:rPr lang="es-MX" sz="3200" b="1" dirty="0">
                  <a:latin typeface="Arial Narrow" pitchFamily="34" charset="0"/>
                </a:rPr>
              </a:br>
              <a:r>
                <a:rPr lang="es-MX" sz="1600" b="1" dirty="0">
                  <a:latin typeface="Arial Narrow" pitchFamily="34" charset="0"/>
                </a:rPr>
                <a:t>3er. Pasón</a:t>
              </a:r>
              <a:endParaRPr lang="es-ES" sz="3200" b="1" dirty="0">
                <a:latin typeface="Arial Narrow" pitchFamily="34" charset="0"/>
              </a:endParaRPr>
            </a:p>
          </p:txBody>
        </p:sp>
        <p:sp>
          <p:nvSpPr>
            <p:cNvPr id="183" name="Rectangle 45">
              <a:extLst>
                <a:ext uri="{FF2B5EF4-FFF2-40B4-BE49-F238E27FC236}">
                  <a16:creationId xmlns:a16="http://schemas.microsoft.com/office/drawing/2014/main" id="{F1F1DDAB-6FF7-45FF-860A-1BE0FBE2FB02}"/>
                </a:ext>
              </a:extLst>
            </p:cNvPr>
            <p:cNvSpPr>
              <a:spLocks noChangeArrowheads="1"/>
            </p:cNvSpPr>
            <p:nvPr/>
          </p:nvSpPr>
          <p:spPr bwMode="auto">
            <a:xfrm>
              <a:off x="5166" y="1644"/>
              <a:ext cx="361" cy="384"/>
            </a:xfrm>
            <a:prstGeom prst="rect">
              <a:avLst/>
            </a:prstGeom>
            <a:grpFill/>
            <a:ln w="9525" cap="flat" cmpd="sng" algn="ctr">
              <a:solidFill>
                <a:schemeClr val="tx1"/>
              </a:solidFill>
              <a:prstDash val="solid"/>
              <a:headEnd/>
              <a:tailEnd/>
            </a:ln>
            <a:effectLst>
              <a:outerShdw blurRad="63500" dist="25400" dir="5400000" rotWithShape="0">
                <a:srgbClr val="000000">
                  <a:alpha val="43137"/>
                </a:srgbClr>
              </a:outerShdw>
            </a:effectLst>
          </p:spPr>
          <p:txBody>
            <a:bodyPr wrap="none" anchor="ct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fontAlgn="base">
                <a:spcBef>
                  <a:spcPct val="0"/>
                </a:spcBef>
                <a:spcAft>
                  <a:spcPct val="0"/>
                </a:spcAft>
              </a:pPr>
              <a:r>
                <a:rPr lang="es-MX" sz="3600" b="1" kern="0" spc="50" dirty="0">
                  <a:ln w="11430"/>
                  <a:effectLst>
                    <a:outerShdw blurRad="76200" dist="50800" dir="5400000" algn="tl" rotWithShape="0">
                      <a:srgbClr val="000000">
                        <a:alpha val="65000"/>
                      </a:srgbClr>
                    </a:outerShdw>
                  </a:effectLst>
                  <a:latin typeface="Arial Narrow" pitchFamily="34" charset="0"/>
                </a:rPr>
                <a:t>10</a:t>
              </a:r>
              <a:endParaRPr lang="es-ES" sz="3600" b="1" kern="0" spc="50" dirty="0">
                <a:ln w="11430"/>
                <a:effectLst>
                  <a:outerShdw blurRad="76200" dist="50800" dir="5400000" algn="tl" rotWithShape="0">
                    <a:srgbClr val="000000">
                      <a:alpha val="65000"/>
                    </a:srgbClr>
                  </a:outerShdw>
                </a:effectLst>
                <a:latin typeface="Arial Narrow" pitchFamily="34" charset="0"/>
              </a:endParaRPr>
            </a:p>
          </p:txBody>
        </p:sp>
        <p:sp>
          <p:nvSpPr>
            <p:cNvPr id="184" name="Rectangle 46">
              <a:extLst>
                <a:ext uri="{FF2B5EF4-FFF2-40B4-BE49-F238E27FC236}">
                  <a16:creationId xmlns:a16="http://schemas.microsoft.com/office/drawing/2014/main" id="{E340E48B-E23B-4673-9325-62C2BFC7F270}"/>
                </a:ext>
              </a:extLst>
            </p:cNvPr>
            <p:cNvSpPr>
              <a:spLocks noChangeArrowheads="1"/>
            </p:cNvSpPr>
            <p:nvPr/>
          </p:nvSpPr>
          <p:spPr bwMode="auto">
            <a:xfrm>
              <a:off x="4740" y="1644"/>
              <a:ext cx="361" cy="384"/>
            </a:xfrm>
            <a:prstGeom prst="rect">
              <a:avLst/>
            </a:prstGeom>
            <a:grpFill/>
            <a:ln w="9525" cap="flat" cmpd="sng" algn="ctr">
              <a:solidFill>
                <a:schemeClr val="tx1"/>
              </a:solidFill>
              <a:prstDash val="solid"/>
              <a:headEnd/>
              <a:tailEnd/>
            </a:ln>
            <a:effectLst>
              <a:outerShdw blurRad="63500" dist="25400" dir="5400000" rotWithShape="0">
                <a:srgbClr val="000000">
                  <a:alpha val="43137"/>
                </a:srgbClr>
              </a:outerShdw>
            </a:effectLst>
          </p:spPr>
          <p:txBody>
            <a:bodyPr wrap="none" anchor="ct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fontAlgn="base">
                <a:spcBef>
                  <a:spcPct val="0"/>
                </a:spcBef>
                <a:spcAft>
                  <a:spcPct val="0"/>
                </a:spcAft>
              </a:pPr>
              <a:r>
                <a:rPr lang="es-MX" sz="3600" b="1" kern="0" spc="50" dirty="0">
                  <a:ln w="11430"/>
                  <a:effectLst>
                    <a:outerShdw blurRad="76200" dist="50800" dir="5400000" algn="tl" rotWithShape="0">
                      <a:srgbClr val="000000">
                        <a:alpha val="65000"/>
                      </a:srgbClr>
                    </a:outerShdw>
                  </a:effectLst>
                  <a:latin typeface="Arial Narrow" pitchFamily="34" charset="0"/>
                </a:rPr>
                <a:t>9</a:t>
              </a:r>
              <a:endParaRPr lang="es-ES" sz="3600" b="1" kern="0" spc="50" dirty="0">
                <a:ln w="11430"/>
                <a:effectLst>
                  <a:outerShdw blurRad="76200" dist="50800" dir="5400000" algn="tl" rotWithShape="0">
                    <a:srgbClr val="000000">
                      <a:alpha val="65000"/>
                    </a:srgbClr>
                  </a:outerShdw>
                </a:effectLst>
                <a:latin typeface="Arial Narrow" pitchFamily="34" charset="0"/>
              </a:endParaRPr>
            </a:p>
          </p:txBody>
        </p:sp>
        <p:sp>
          <p:nvSpPr>
            <p:cNvPr id="185" name="Rectangle 47">
              <a:extLst>
                <a:ext uri="{FF2B5EF4-FFF2-40B4-BE49-F238E27FC236}">
                  <a16:creationId xmlns:a16="http://schemas.microsoft.com/office/drawing/2014/main" id="{9D6A6BFB-9C33-4235-9E4F-5B390DDD6C45}"/>
                </a:ext>
              </a:extLst>
            </p:cNvPr>
            <p:cNvSpPr>
              <a:spLocks noChangeArrowheads="1"/>
            </p:cNvSpPr>
            <p:nvPr/>
          </p:nvSpPr>
          <p:spPr bwMode="auto">
            <a:xfrm>
              <a:off x="4308" y="1644"/>
              <a:ext cx="361" cy="384"/>
            </a:xfrm>
            <a:prstGeom prst="rect">
              <a:avLst/>
            </a:prstGeom>
            <a:grpFill/>
            <a:ln w="9525" cap="flat" cmpd="sng" algn="ctr">
              <a:solidFill>
                <a:schemeClr val="tx1"/>
              </a:solidFill>
              <a:prstDash val="solid"/>
              <a:headEnd/>
              <a:tailEnd/>
            </a:ln>
            <a:effectLst>
              <a:outerShdw blurRad="63500" dist="25400" dir="5400000" rotWithShape="0">
                <a:srgbClr val="000000">
                  <a:alpha val="43137"/>
                </a:srgbClr>
              </a:outerShdw>
            </a:effectLst>
          </p:spPr>
          <p:txBody>
            <a:bodyPr wrap="none" anchor="ct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fontAlgn="base">
                <a:spcBef>
                  <a:spcPct val="0"/>
                </a:spcBef>
                <a:spcAft>
                  <a:spcPct val="0"/>
                </a:spcAft>
              </a:pPr>
              <a:r>
                <a:rPr lang="es-MX" sz="3600" b="1" kern="0" spc="50" dirty="0">
                  <a:ln w="11430"/>
                  <a:effectLst>
                    <a:outerShdw blurRad="76200" dist="50800" dir="5400000" algn="tl" rotWithShape="0">
                      <a:srgbClr val="000000">
                        <a:alpha val="65000"/>
                      </a:srgbClr>
                    </a:outerShdw>
                  </a:effectLst>
                  <a:latin typeface="Arial Narrow" pitchFamily="34" charset="0"/>
                </a:rPr>
                <a:t>8</a:t>
              </a:r>
              <a:endParaRPr lang="es-ES" sz="3600" b="1" kern="0" spc="50" dirty="0">
                <a:ln w="11430"/>
                <a:effectLst>
                  <a:outerShdw blurRad="76200" dist="50800" dir="5400000" algn="tl" rotWithShape="0">
                    <a:srgbClr val="000000">
                      <a:alpha val="65000"/>
                    </a:srgbClr>
                  </a:outerShdw>
                </a:effectLst>
                <a:latin typeface="Arial Narrow" pitchFamily="34" charset="0"/>
              </a:endParaRPr>
            </a:p>
          </p:txBody>
        </p:sp>
        <p:sp>
          <p:nvSpPr>
            <p:cNvPr id="186" name="Rectangle 48">
              <a:extLst>
                <a:ext uri="{FF2B5EF4-FFF2-40B4-BE49-F238E27FC236}">
                  <a16:creationId xmlns:a16="http://schemas.microsoft.com/office/drawing/2014/main" id="{5D513FEA-F735-434D-BE4F-B1ADDC0ECE98}"/>
                </a:ext>
              </a:extLst>
            </p:cNvPr>
            <p:cNvSpPr>
              <a:spLocks noChangeArrowheads="1"/>
            </p:cNvSpPr>
            <p:nvPr/>
          </p:nvSpPr>
          <p:spPr bwMode="auto">
            <a:xfrm>
              <a:off x="3876" y="1644"/>
              <a:ext cx="361" cy="384"/>
            </a:xfrm>
            <a:prstGeom prst="rect">
              <a:avLst/>
            </a:prstGeom>
            <a:solidFill>
              <a:schemeClr val="bg1">
                <a:lumMod val="65000"/>
              </a:schemeClr>
            </a:solidFill>
            <a:ln w="9525" cap="flat" cmpd="sng" algn="ctr">
              <a:solidFill>
                <a:schemeClr val="tx1"/>
              </a:solidFill>
              <a:prstDash val="solid"/>
              <a:headEnd/>
              <a:tailEnd/>
            </a:ln>
            <a:effectLst>
              <a:outerShdw blurRad="63500" dist="25400" dir="5400000" rotWithShape="0">
                <a:srgbClr val="000000">
                  <a:alpha val="43137"/>
                </a:srgbClr>
              </a:outerShdw>
            </a:effectLst>
          </p:spPr>
          <p:txBody>
            <a:bodyPr wrap="none" anchor="ct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fontAlgn="base">
                <a:spcBef>
                  <a:spcPct val="0"/>
                </a:spcBef>
                <a:spcAft>
                  <a:spcPct val="0"/>
                </a:spcAft>
              </a:pPr>
              <a:r>
                <a:rPr lang="es-MX" sz="3600" b="1" kern="0" spc="50" dirty="0">
                  <a:ln w="11430"/>
                  <a:effectLst>
                    <a:outerShdw blurRad="76200" dist="50800" dir="5400000" algn="tl" rotWithShape="0">
                      <a:srgbClr val="000000">
                        <a:alpha val="65000"/>
                      </a:srgbClr>
                    </a:outerShdw>
                  </a:effectLst>
                  <a:latin typeface="Arial Narrow" pitchFamily="34" charset="0"/>
                </a:rPr>
                <a:t>6</a:t>
              </a:r>
              <a:endParaRPr lang="es-ES" sz="3600" b="1" kern="0" spc="50" dirty="0">
                <a:ln w="11430"/>
                <a:effectLst>
                  <a:outerShdw blurRad="76200" dist="50800" dir="5400000" algn="tl" rotWithShape="0">
                    <a:srgbClr val="000000">
                      <a:alpha val="65000"/>
                    </a:srgbClr>
                  </a:outerShdw>
                </a:effectLst>
                <a:latin typeface="Arial Narrow" pitchFamily="34" charset="0"/>
              </a:endParaRPr>
            </a:p>
          </p:txBody>
        </p:sp>
        <p:sp>
          <p:nvSpPr>
            <p:cNvPr id="187" name="Rectangle 49">
              <a:extLst>
                <a:ext uri="{FF2B5EF4-FFF2-40B4-BE49-F238E27FC236}">
                  <a16:creationId xmlns:a16="http://schemas.microsoft.com/office/drawing/2014/main" id="{0083C67A-66C5-47FD-8816-CD7309519286}"/>
                </a:ext>
              </a:extLst>
            </p:cNvPr>
            <p:cNvSpPr>
              <a:spLocks noChangeArrowheads="1"/>
            </p:cNvSpPr>
            <p:nvPr/>
          </p:nvSpPr>
          <p:spPr bwMode="auto">
            <a:xfrm>
              <a:off x="3448" y="1644"/>
              <a:ext cx="361" cy="384"/>
            </a:xfrm>
            <a:prstGeom prst="rect">
              <a:avLst/>
            </a:prstGeom>
            <a:solidFill>
              <a:schemeClr val="bg1">
                <a:lumMod val="65000"/>
              </a:schemeClr>
            </a:solidFill>
            <a:ln w="9525" cap="flat" cmpd="sng" algn="ctr">
              <a:solidFill>
                <a:schemeClr val="tx1"/>
              </a:solidFill>
              <a:prstDash val="solid"/>
              <a:headEnd/>
              <a:tailEnd/>
            </a:ln>
            <a:effectLst>
              <a:outerShdw blurRad="63500" dist="25400" dir="5400000" rotWithShape="0">
                <a:srgbClr val="000000">
                  <a:alpha val="43137"/>
                </a:srgbClr>
              </a:outerShdw>
            </a:effectLst>
          </p:spPr>
          <p:txBody>
            <a:bodyPr wrap="none" anchor="ct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fontAlgn="base">
                <a:spcBef>
                  <a:spcPct val="0"/>
                </a:spcBef>
                <a:spcAft>
                  <a:spcPct val="0"/>
                </a:spcAft>
              </a:pPr>
              <a:r>
                <a:rPr lang="es-MX" sz="3600" b="1" kern="0" spc="50" dirty="0">
                  <a:ln w="11430"/>
                  <a:effectLst>
                    <a:outerShdw blurRad="76200" dist="50800" dir="5400000" algn="tl" rotWithShape="0">
                      <a:srgbClr val="000000">
                        <a:alpha val="65000"/>
                      </a:srgbClr>
                    </a:outerShdw>
                  </a:effectLst>
                  <a:latin typeface="Arial Narrow" pitchFamily="34" charset="0"/>
                </a:rPr>
                <a:t>7</a:t>
              </a:r>
              <a:endParaRPr lang="es-ES" sz="3600" b="1" kern="0" spc="50" dirty="0">
                <a:ln w="11430"/>
                <a:effectLst>
                  <a:outerShdw blurRad="76200" dist="50800" dir="5400000" algn="tl" rotWithShape="0">
                    <a:srgbClr val="000000">
                      <a:alpha val="65000"/>
                    </a:srgbClr>
                  </a:outerShdw>
                </a:effectLst>
                <a:latin typeface="Arial Narrow" pitchFamily="34" charset="0"/>
              </a:endParaRPr>
            </a:p>
          </p:txBody>
        </p:sp>
      </p:grpSp>
      <p:sp>
        <p:nvSpPr>
          <p:cNvPr id="188" name="Text Box 43">
            <a:extLst>
              <a:ext uri="{FF2B5EF4-FFF2-40B4-BE49-F238E27FC236}">
                <a16:creationId xmlns:a16="http://schemas.microsoft.com/office/drawing/2014/main" id="{7C5280CC-5BDC-4094-9008-5EBD9922495F}"/>
              </a:ext>
            </a:extLst>
          </p:cNvPr>
          <p:cNvSpPr txBox="1">
            <a:spLocks noChangeArrowheads="1"/>
          </p:cNvSpPr>
          <p:nvPr/>
        </p:nvSpPr>
        <p:spPr bwMode="auto">
          <a:xfrm>
            <a:off x="5919582" y="5829984"/>
            <a:ext cx="4326292" cy="646331"/>
          </a:xfrm>
          <a:prstGeom prst="rect">
            <a:avLst/>
          </a:prstGeom>
          <a:grpFill/>
          <a:ln w="9525" cap="flat" cmpd="sng" algn="ctr">
            <a:solidFill>
              <a:schemeClr val="tx1"/>
            </a:solidFill>
            <a:prstDash val="solid"/>
            <a:headEnd/>
            <a:tailEnd/>
          </a:ln>
          <a:effectLst>
            <a:outerShdw blurRad="63500" dist="25400" dir="5400000" rotWithShape="0">
              <a:srgbClr val="000000">
                <a:alpha val="43137"/>
              </a:srgbClr>
            </a:outerShdw>
          </a:effectLst>
        </p:spPr>
        <p:txBody>
          <a:bodyPr wrap="none" anchor="ctr">
            <a:scene3d>
              <a:camera prst="orthographicFront"/>
              <a:lightRig rig="soft" dir="tl">
                <a:rot lat="0" lon="0" rev="0"/>
              </a:lightRig>
            </a:scene3d>
            <a:sp3d contourW="25400" prstMaterial="matte">
              <a:bevelT w="25400" h="55880" prst="artDeco"/>
              <a:contourClr>
                <a:schemeClr val="accent2">
                  <a:tint val="20000"/>
                </a:schemeClr>
              </a:contourClr>
            </a:sp3d>
          </a:bodyPr>
          <a:lstStyle>
            <a:defPPr>
              <a:defRPr lang="es-CO"/>
            </a:defPPr>
            <a:lvl1pPr algn="ctr" fontAlgn="base">
              <a:spcBef>
                <a:spcPct val="0"/>
              </a:spcBef>
              <a:spcAft>
                <a:spcPct val="0"/>
              </a:spcAft>
              <a:defRPr sz="3600" b="1" kern="0" spc="50">
                <a:ln w="11430"/>
                <a:effectLst>
                  <a:outerShdw blurRad="76200" dist="50800" dir="5400000" algn="tl" rotWithShape="0">
                    <a:srgbClr val="000000">
                      <a:alpha val="65000"/>
                    </a:srgbClr>
                  </a:outerShdw>
                </a:effectLst>
                <a:latin typeface="Arial Narrow" pitchFamily="34" charset="0"/>
              </a:defRPr>
            </a:lvl1pPr>
          </a:lstStyle>
          <a:p>
            <a:r>
              <a:rPr lang="es-MX" dirty="0"/>
              <a:t>VECTOR ORDENADO</a:t>
            </a:r>
            <a:endParaRPr lang="es-ES" dirty="0"/>
          </a:p>
        </p:txBody>
      </p:sp>
    </p:spTree>
    <p:extLst>
      <p:ext uri="{BB962C8B-B14F-4D97-AF65-F5344CB8AC3E}">
        <p14:creationId xmlns:p14="http://schemas.microsoft.com/office/powerpoint/2010/main" val="34557194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up)">
                                      <p:cBhvr>
                                        <p:cTn id="7" dur="1000"/>
                                        <p:tgtEl>
                                          <p:spTgt spid="7"/>
                                        </p:tgtEl>
                                      </p:cBhvr>
                                    </p:animEffect>
                                  </p:childTnLst>
                                </p:cTn>
                              </p:par>
                            </p:childTnLst>
                          </p:cTn>
                        </p:par>
                        <p:par>
                          <p:cTn id="8" fill="hold">
                            <p:stCondLst>
                              <p:cond delay="1000"/>
                            </p:stCondLst>
                            <p:childTnLst>
                              <p:par>
                                <p:cTn id="9" presetID="1" presetClass="entr" presetSubtype="0" fill="hold" nodeType="afterEffect">
                                  <p:stCondLst>
                                    <p:cond delay="250"/>
                                  </p:stCondLst>
                                  <p:childTnLst>
                                    <p:set>
                                      <p:cBhvr>
                                        <p:cTn id="10" dur="1" fill="hold">
                                          <p:stCondLst>
                                            <p:cond delay="499"/>
                                          </p:stCondLst>
                                        </p:cTn>
                                        <p:tgtEl>
                                          <p:spTgt spid="88"/>
                                        </p:tgtEl>
                                        <p:attrNameLst>
                                          <p:attrName>style.visibility</p:attrName>
                                        </p:attrNameLst>
                                      </p:cBhvr>
                                      <p:to>
                                        <p:strVal val="visible"/>
                                      </p:to>
                                    </p:set>
                                  </p:childTnLst>
                                </p:cTn>
                              </p:par>
                            </p:childTnLst>
                          </p:cTn>
                        </p:par>
                        <p:par>
                          <p:cTn id="11" fill="hold">
                            <p:stCondLst>
                              <p:cond delay="1750"/>
                            </p:stCondLst>
                            <p:childTnLst>
                              <p:par>
                                <p:cTn id="12" presetID="1" presetClass="entr" presetSubtype="0" fill="hold" nodeType="afterEffect">
                                  <p:stCondLst>
                                    <p:cond delay="250"/>
                                  </p:stCondLst>
                                  <p:childTnLst>
                                    <p:set>
                                      <p:cBhvr>
                                        <p:cTn id="13" dur="1" fill="hold">
                                          <p:stCondLst>
                                            <p:cond delay="499"/>
                                          </p:stCondLst>
                                        </p:cTn>
                                        <p:tgtEl>
                                          <p:spTgt spid="100"/>
                                        </p:tgtEl>
                                        <p:attrNameLst>
                                          <p:attrName>style.visibility</p:attrName>
                                        </p:attrNameLst>
                                      </p:cBhvr>
                                      <p:to>
                                        <p:strVal val="visible"/>
                                      </p:to>
                                    </p:set>
                                  </p:childTnLst>
                                </p:cTn>
                              </p:par>
                            </p:childTnLst>
                          </p:cTn>
                        </p:par>
                        <p:par>
                          <p:cTn id="14" fill="hold">
                            <p:stCondLst>
                              <p:cond delay="2500"/>
                            </p:stCondLst>
                            <p:childTnLst>
                              <p:par>
                                <p:cTn id="15" presetID="1" presetClass="entr" presetSubtype="0" fill="hold" nodeType="afterEffect">
                                  <p:stCondLst>
                                    <p:cond delay="250"/>
                                  </p:stCondLst>
                                  <p:childTnLst>
                                    <p:set>
                                      <p:cBhvr>
                                        <p:cTn id="16" dur="1" fill="hold">
                                          <p:stCondLst>
                                            <p:cond delay="499"/>
                                          </p:stCondLst>
                                        </p:cTn>
                                        <p:tgtEl>
                                          <p:spTgt spid="176"/>
                                        </p:tgtEl>
                                        <p:attrNameLst>
                                          <p:attrName>style.visibility</p:attrName>
                                        </p:attrNameLst>
                                      </p:cBhvr>
                                      <p:to>
                                        <p:strVal val="visible"/>
                                      </p:to>
                                    </p:set>
                                  </p:childTnLst>
                                </p:cTn>
                              </p:par>
                            </p:childTnLst>
                          </p:cTn>
                        </p:par>
                        <p:par>
                          <p:cTn id="17" fill="hold">
                            <p:stCondLst>
                              <p:cond delay="3250"/>
                            </p:stCondLst>
                            <p:childTnLst>
                              <p:par>
                                <p:cTn id="18" presetID="1" presetClass="entr" presetSubtype="0" fill="hold" nodeType="afterEffect">
                                  <p:stCondLst>
                                    <p:cond delay="250"/>
                                  </p:stCondLst>
                                  <p:childTnLst>
                                    <p:set>
                                      <p:cBhvr>
                                        <p:cTn id="19" dur="1" fill="hold">
                                          <p:stCondLst>
                                            <p:cond delay="499"/>
                                          </p:stCondLst>
                                        </p:cTn>
                                        <p:tgtEl>
                                          <p:spTgt spid="68"/>
                                        </p:tgtEl>
                                        <p:attrNameLst>
                                          <p:attrName>style.visibility</p:attrName>
                                        </p:attrNameLst>
                                      </p:cBhvr>
                                      <p:to>
                                        <p:strVal val="visible"/>
                                      </p:to>
                                    </p:set>
                                  </p:childTnLst>
                                </p:cTn>
                              </p:par>
                            </p:childTnLst>
                          </p:cTn>
                        </p:par>
                        <p:par>
                          <p:cTn id="20" fill="hold">
                            <p:stCondLst>
                              <p:cond delay="4000"/>
                            </p:stCondLst>
                            <p:childTnLst>
                              <p:par>
                                <p:cTn id="21" presetID="23" presetClass="entr" presetSubtype="16" fill="hold" nodeType="afterEffect">
                                  <p:stCondLst>
                                    <p:cond delay="0"/>
                                  </p:stCondLst>
                                  <p:childTnLst>
                                    <p:set>
                                      <p:cBhvr>
                                        <p:cTn id="22" dur="1" fill="hold">
                                          <p:stCondLst>
                                            <p:cond delay="0"/>
                                          </p:stCondLst>
                                        </p:cTn>
                                        <p:tgtEl>
                                          <p:spTgt spid="81"/>
                                        </p:tgtEl>
                                        <p:attrNameLst>
                                          <p:attrName>style.visibility</p:attrName>
                                        </p:attrNameLst>
                                      </p:cBhvr>
                                      <p:to>
                                        <p:strVal val="visible"/>
                                      </p:to>
                                    </p:set>
                                    <p:anim calcmode="lin" valueType="num">
                                      <p:cBhvr>
                                        <p:cTn id="23" dur="500" fill="hold"/>
                                        <p:tgtEl>
                                          <p:spTgt spid="81"/>
                                        </p:tgtEl>
                                        <p:attrNameLst>
                                          <p:attrName>ppt_w</p:attrName>
                                        </p:attrNameLst>
                                      </p:cBhvr>
                                      <p:tavLst>
                                        <p:tav tm="0">
                                          <p:val>
                                            <p:fltVal val="0"/>
                                          </p:val>
                                        </p:tav>
                                        <p:tav tm="100000">
                                          <p:val>
                                            <p:strVal val="#ppt_w"/>
                                          </p:val>
                                        </p:tav>
                                      </p:tavLst>
                                    </p:anim>
                                    <p:anim calcmode="lin" valueType="num">
                                      <p:cBhvr>
                                        <p:cTn id="24" dur="500" fill="hold"/>
                                        <p:tgtEl>
                                          <p:spTgt spid="81"/>
                                        </p:tgtEl>
                                        <p:attrNameLst>
                                          <p:attrName>ppt_h</p:attrName>
                                        </p:attrNameLst>
                                      </p:cBhvr>
                                      <p:tavLst>
                                        <p:tav tm="0">
                                          <p:val>
                                            <p:fltVal val="0"/>
                                          </p:val>
                                        </p:tav>
                                        <p:tav tm="100000">
                                          <p:val>
                                            <p:strVal val="#ppt_h"/>
                                          </p:val>
                                        </p:tav>
                                      </p:tavLst>
                                    </p:anim>
                                  </p:childTnLst>
                                  <p:subTnLst>
                                    <p:set>
                                      <p:cBhvr override="childStyle">
                                        <p:cTn dur="1" fill="hold" display="0" masterRel="nextClick" afterEffect="1"/>
                                        <p:tgtEl>
                                          <p:spTgt spid="81"/>
                                        </p:tgtEl>
                                        <p:attrNameLst>
                                          <p:attrName>style.visibility</p:attrName>
                                        </p:attrNameLst>
                                      </p:cBhvr>
                                      <p:to>
                                        <p:strVal val="hidden"/>
                                      </p:to>
                                    </p:set>
                                  </p:subTnLst>
                                </p:cTn>
                              </p:par>
                            </p:childTnLst>
                          </p:cTn>
                        </p:par>
                      </p:childTnLst>
                    </p:cTn>
                  </p:par>
                  <p:par>
                    <p:cTn id="25" fill="hold">
                      <p:stCondLst>
                        <p:cond delay="indefinite"/>
                      </p:stCondLst>
                      <p:childTnLst>
                        <p:par>
                          <p:cTn id="26" fill="hold">
                            <p:stCondLst>
                              <p:cond delay="0"/>
                            </p:stCondLst>
                            <p:childTnLst>
                              <p:par>
                                <p:cTn id="27" presetID="19" presetClass="entr" presetSubtype="10" fill="hold" nodeType="clickEffect">
                                  <p:stCondLst>
                                    <p:cond delay="0"/>
                                  </p:stCondLst>
                                  <p:childTnLst>
                                    <p:set>
                                      <p:cBhvr>
                                        <p:cTn id="28" dur="1" fill="hold">
                                          <p:stCondLst>
                                            <p:cond delay="0"/>
                                          </p:stCondLst>
                                        </p:cTn>
                                        <p:tgtEl>
                                          <p:spTgt spid="85"/>
                                        </p:tgtEl>
                                        <p:attrNameLst>
                                          <p:attrName>style.visibility</p:attrName>
                                        </p:attrNameLst>
                                      </p:cBhvr>
                                      <p:to>
                                        <p:strVal val="visible"/>
                                      </p:to>
                                    </p:set>
                                    <p:anim calcmode="lin" valueType="num">
                                      <p:cBhvr>
                                        <p:cTn id="29" dur="5000" fill="hold"/>
                                        <p:tgtEl>
                                          <p:spTgt spid="85"/>
                                        </p:tgtEl>
                                        <p:attrNameLst>
                                          <p:attrName>ppt_w</p:attrName>
                                        </p:attrNameLst>
                                      </p:cBhvr>
                                      <p:tavLst>
                                        <p:tav tm="0" fmla="#ppt_w*sin(2.5*pi*$)">
                                          <p:val>
                                            <p:fltVal val="0"/>
                                          </p:val>
                                        </p:tav>
                                        <p:tav tm="100000">
                                          <p:val>
                                            <p:fltVal val="1"/>
                                          </p:val>
                                        </p:tav>
                                      </p:tavLst>
                                    </p:anim>
                                    <p:anim calcmode="lin" valueType="num">
                                      <p:cBhvr>
                                        <p:cTn id="30" dur="5000" fill="hold"/>
                                        <p:tgtEl>
                                          <p:spTgt spid="85"/>
                                        </p:tgtEl>
                                        <p:attrNameLst>
                                          <p:attrName>ppt_h</p:attrName>
                                        </p:attrNameLst>
                                      </p:cBhvr>
                                      <p:tavLst>
                                        <p:tav tm="0">
                                          <p:val>
                                            <p:strVal val="#ppt_h"/>
                                          </p:val>
                                        </p:tav>
                                        <p:tav tm="100000">
                                          <p:val>
                                            <p:strVal val="#ppt_h"/>
                                          </p:val>
                                        </p:tav>
                                      </p:tavLst>
                                    </p:anim>
                                  </p:childTnLst>
                                </p:cTn>
                              </p:par>
                            </p:childTnLst>
                          </p:cTn>
                        </p:par>
                        <p:par>
                          <p:cTn id="31" fill="hold">
                            <p:stCondLst>
                              <p:cond delay="5000"/>
                            </p:stCondLst>
                            <p:childTnLst>
                              <p:par>
                                <p:cTn id="32" presetID="23" presetClass="entr" presetSubtype="16" fill="hold" nodeType="afterEffect">
                                  <p:stCondLst>
                                    <p:cond delay="0"/>
                                  </p:stCondLst>
                                  <p:childTnLst>
                                    <p:set>
                                      <p:cBhvr>
                                        <p:cTn id="33" dur="1" fill="hold">
                                          <p:stCondLst>
                                            <p:cond delay="0"/>
                                          </p:stCondLst>
                                        </p:cTn>
                                        <p:tgtEl>
                                          <p:spTgt spid="82"/>
                                        </p:tgtEl>
                                        <p:attrNameLst>
                                          <p:attrName>style.visibility</p:attrName>
                                        </p:attrNameLst>
                                      </p:cBhvr>
                                      <p:to>
                                        <p:strVal val="visible"/>
                                      </p:to>
                                    </p:set>
                                    <p:anim calcmode="lin" valueType="num">
                                      <p:cBhvr>
                                        <p:cTn id="34" dur="500" fill="hold"/>
                                        <p:tgtEl>
                                          <p:spTgt spid="82"/>
                                        </p:tgtEl>
                                        <p:attrNameLst>
                                          <p:attrName>ppt_w</p:attrName>
                                        </p:attrNameLst>
                                      </p:cBhvr>
                                      <p:tavLst>
                                        <p:tav tm="0">
                                          <p:val>
                                            <p:fltVal val="0"/>
                                          </p:val>
                                        </p:tav>
                                        <p:tav tm="100000">
                                          <p:val>
                                            <p:strVal val="#ppt_w"/>
                                          </p:val>
                                        </p:tav>
                                      </p:tavLst>
                                    </p:anim>
                                    <p:anim calcmode="lin" valueType="num">
                                      <p:cBhvr>
                                        <p:cTn id="35" dur="500" fill="hold"/>
                                        <p:tgtEl>
                                          <p:spTgt spid="82"/>
                                        </p:tgtEl>
                                        <p:attrNameLst>
                                          <p:attrName>ppt_h</p:attrName>
                                        </p:attrNameLst>
                                      </p:cBhvr>
                                      <p:tavLst>
                                        <p:tav tm="0">
                                          <p:val>
                                            <p:fltVal val="0"/>
                                          </p:val>
                                        </p:tav>
                                        <p:tav tm="100000">
                                          <p:val>
                                            <p:strVal val="#ppt_h"/>
                                          </p:val>
                                        </p:tav>
                                      </p:tavLst>
                                    </p:anim>
                                  </p:childTnLst>
                                  <p:subTnLst>
                                    <p:set>
                                      <p:cBhvr override="childStyle">
                                        <p:cTn dur="1" fill="hold" display="0" masterRel="nextClick" afterEffect="1"/>
                                        <p:tgtEl>
                                          <p:spTgt spid="82"/>
                                        </p:tgtEl>
                                        <p:attrNameLst>
                                          <p:attrName>style.visibility</p:attrName>
                                        </p:attrNameLst>
                                      </p:cBhvr>
                                      <p:to>
                                        <p:strVal val="hidden"/>
                                      </p:to>
                                    </p:set>
                                  </p:subTnLst>
                                </p:cTn>
                              </p:par>
                            </p:childTnLst>
                          </p:cTn>
                        </p:par>
                        <p:par>
                          <p:cTn id="36" fill="hold">
                            <p:stCondLst>
                              <p:cond delay="5500"/>
                            </p:stCondLst>
                            <p:childTnLst>
                              <p:par>
                                <p:cTn id="37" presetID="23" presetClass="entr" presetSubtype="16" fill="hold" nodeType="afterEffect">
                                  <p:stCondLst>
                                    <p:cond delay="0"/>
                                  </p:stCondLst>
                                  <p:childTnLst>
                                    <p:set>
                                      <p:cBhvr>
                                        <p:cTn id="38" dur="1" fill="hold">
                                          <p:stCondLst>
                                            <p:cond delay="0"/>
                                          </p:stCondLst>
                                        </p:cTn>
                                        <p:tgtEl>
                                          <p:spTgt spid="83"/>
                                        </p:tgtEl>
                                        <p:attrNameLst>
                                          <p:attrName>style.visibility</p:attrName>
                                        </p:attrNameLst>
                                      </p:cBhvr>
                                      <p:to>
                                        <p:strVal val="visible"/>
                                      </p:to>
                                    </p:set>
                                    <p:anim calcmode="lin" valueType="num">
                                      <p:cBhvr>
                                        <p:cTn id="39" dur="500" fill="hold"/>
                                        <p:tgtEl>
                                          <p:spTgt spid="83"/>
                                        </p:tgtEl>
                                        <p:attrNameLst>
                                          <p:attrName>ppt_w</p:attrName>
                                        </p:attrNameLst>
                                      </p:cBhvr>
                                      <p:tavLst>
                                        <p:tav tm="0">
                                          <p:val>
                                            <p:fltVal val="0"/>
                                          </p:val>
                                        </p:tav>
                                        <p:tav tm="100000">
                                          <p:val>
                                            <p:strVal val="#ppt_w"/>
                                          </p:val>
                                        </p:tav>
                                      </p:tavLst>
                                    </p:anim>
                                    <p:anim calcmode="lin" valueType="num">
                                      <p:cBhvr>
                                        <p:cTn id="40" dur="500" fill="hold"/>
                                        <p:tgtEl>
                                          <p:spTgt spid="83"/>
                                        </p:tgtEl>
                                        <p:attrNameLst>
                                          <p:attrName>ppt_h</p:attrName>
                                        </p:attrNameLst>
                                      </p:cBhvr>
                                      <p:tavLst>
                                        <p:tav tm="0">
                                          <p:val>
                                            <p:fltVal val="0"/>
                                          </p:val>
                                        </p:tav>
                                        <p:tav tm="100000">
                                          <p:val>
                                            <p:strVal val="#ppt_h"/>
                                          </p:val>
                                        </p:tav>
                                      </p:tavLst>
                                    </p:anim>
                                  </p:childTnLst>
                                  <p:subTnLst>
                                    <p:set>
                                      <p:cBhvr override="childStyle">
                                        <p:cTn dur="1" fill="hold" display="0" masterRel="nextClick" afterEffect="1"/>
                                        <p:tgtEl>
                                          <p:spTgt spid="83"/>
                                        </p:tgtEl>
                                        <p:attrNameLst>
                                          <p:attrName>style.visibility</p:attrName>
                                        </p:attrNameLst>
                                      </p:cBhvr>
                                      <p:to>
                                        <p:strVal val="hidden"/>
                                      </p:to>
                                    </p:set>
                                  </p:subTnLst>
                                </p:cTn>
                              </p:par>
                            </p:childTnLst>
                          </p:cTn>
                        </p:par>
                        <p:par>
                          <p:cTn id="41" fill="hold">
                            <p:stCondLst>
                              <p:cond delay="6000"/>
                            </p:stCondLst>
                            <p:childTnLst>
                              <p:par>
                                <p:cTn id="42" presetID="23" presetClass="entr" presetSubtype="16" fill="hold" nodeType="afterEffect">
                                  <p:stCondLst>
                                    <p:cond delay="0"/>
                                  </p:stCondLst>
                                  <p:childTnLst>
                                    <p:set>
                                      <p:cBhvr>
                                        <p:cTn id="43" dur="1" fill="hold">
                                          <p:stCondLst>
                                            <p:cond delay="0"/>
                                          </p:stCondLst>
                                        </p:cTn>
                                        <p:tgtEl>
                                          <p:spTgt spid="84"/>
                                        </p:tgtEl>
                                        <p:attrNameLst>
                                          <p:attrName>style.visibility</p:attrName>
                                        </p:attrNameLst>
                                      </p:cBhvr>
                                      <p:to>
                                        <p:strVal val="visible"/>
                                      </p:to>
                                    </p:set>
                                    <p:anim calcmode="lin" valueType="num">
                                      <p:cBhvr>
                                        <p:cTn id="44" dur="500" fill="hold"/>
                                        <p:tgtEl>
                                          <p:spTgt spid="84"/>
                                        </p:tgtEl>
                                        <p:attrNameLst>
                                          <p:attrName>ppt_w</p:attrName>
                                        </p:attrNameLst>
                                      </p:cBhvr>
                                      <p:tavLst>
                                        <p:tav tm="0">
                                          <p:val>
                                            <p:fltVal val="0"/>
                                          </p:val>
                                        </p:tav>
                                        <p:tav tm="100000">
                                          <p:val>
                                            <p:strVal val="#ppt_w"/>
                                          </p:val>
                                        </p:tav>
                                      </p:tavLst>
                                    </p:anim>
                                    <p:anim calcmode="lin" valueType="num">
                                      <p:cBhvr>
                                        <p:cTn id="45" dur="500" fill="hold"/>
                                        <p:tgtEl>
                                          <p:spTgt spid="84"/>
                                        </p:tgtEl>
                                        <p:attrNameLst>
                                          <p:attrName>ppt_h</p:attrName>
                                        </p:attrNameLst>
                                      </p:cBhvr>
                                      <p:tavLst>
                                        <p:tav tm="0">
                                          <p:val>
                                            <p:fltVal val="0"/>
                                          </p:val>
                                        </p:tav>
                                        <p:tav tm="100000">
                                          <p:val>
                                            <p:strVal val="#ppt_h"/>
                                          </p:val>
                                        </p:tav>
                                      </p:tavLst>
                                    </p:anim>
                                  </p:childTnLst>
                                  <p:subTnLst>
                                    <p:set>
                                      <p:cBhvr override="childStyle">
                                        <p:cTn dur="1" fill="hold" display="0" masterRel="nextClick" afterEffect="1"/>
                                        <p:tgtEl>
                                          <p:spTgt spid="84"/>
                                        </p:tgtEl>
                                        <p:attrNameLst>
                                          <p:attrName>style.visibility</p:attrName>
                                        </p:attrNameLst>
                                      </p:cBhvr>
                                      <p:to>
                                        <p:strVal val="hidden"/>
                                      </p:to>
                                    </p:set>
                                  </p:subTnLst>
                                </p:cTn>
                              </p:par>
                            </p:childTnLst>
                          </p:cTn>
                        </p:par>
                        <p:par>
                          <p:cTn id="46" fill="hold">
                            <p:stCondLst>
                              <p:cond delay="6500"/>
                            </p:stCondLst>
                            <p:childTnLst>
                              <p:par>
                                <p:cTn id="47" presetID="1" presetClass="entr" presetSubtype="0" fill="hold" grpId="0" nodeType="afterEffect">
                                  <p:stCondLst>
                                    <p:cond delay="1000"/>
                                  </p:stCondLst>
                                  <p:childTnLst>
                                    <p:set>
                                      <p:cBhvr>
                                        <p:cTn id="48" dur="1" fill="hold">
                                          <p:stCondLst>
                                            <p:cond delay="0"/>
                                          </p:stCondLst>
                                        </p:cTn>
                                        <p:tgtEl>
                                          <p:spTgt spid="18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188"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Imagen 11">
            <a:extLst>
              <a:ext uri="{FF2B5EF4-FFF2-40B4-BE49-F238E27FC236}">
                <a16:creationId xmlns:a16="http://schemas.microsoft.com/office/drawing/2014/main" id="{404AEC87-4E6B-4ECA-8D69-239A31F15885}"/>
              </a:ext>
            </a:extLst>
          </p:cNvPr>
          <p:cNvPicPr>
            <a:picLocks noChangeAspect="1"/>
          </p:cNvPicPr>
          <p:nvPr/>
        </p:nvPicPr>
        <p:blipFill>
          <a:blip r:embed="rId3"/>
          <a:stretch>
            <a:fillRect/>
          </a:stretch>
        </p:blipFill>
        <p:spPr>
          <a:xfrm>
            <a:off x="2106314" y="914400"/>
            <a:ext cx="7877175" cy="5381625"/>
          </a:xfrm>
          <a:prstGeom prst="rect">
            <a:avLst/>
          </a:prstGeom>
          <a:ln w="88900" cap="sq" cmpd="thickThin">
            <a:solidFill>
              <a:srgbClr val="000000"/>
            </a:solidFill>
            <a:prstDash val="solid"/>
            <a:miter lim="800000"/>
          </a:ln>
          <a:effectLst>
            <a:innerShdw blurRad="76200">
              <a:srgbClr val="000000"/>
            </a:innerShdw>
          </a:effectLst>
        </p:spPr>
      </p:pic>
      <p:sp>
        <p:nvSpPr>
          <p:cNvPr id="2" name="Título 1"/>
          <p:cNvSpPr>
            <a:spLocks noGrp="1"/>
          </p:cNvSpPr>
          <p:nvPr>
            <p:ph type="title"/>
          </p:nvPr>
        </p:nvSpPr>
        <p:spPr>
          <a:xfrm>
            <a:off x="989994" y="0"/>
            <a:ext cx="11369040" cy="914400"/>
          </a:xfrm>
        </p:spPr>
        <p:txBody>
          <a:bodyPr>
            <a:noAutofit/>
          </a:bodyPr>
          <a:lstStyle/>
          <a:p>
            <a:pPr algn="ctr"/>
            <a:r>
              <a:rPr lang="es-CO" sz="3800" b="1" dirty="0">
                <a:latin typeface="Bahnschrift Light SemiCondensed" panose="020B0502040204020203" pitchFamily="34" charset="0"/>
              </a:rPr>
              <a:t>“MÉTODOS DE ORDENAMIENTO BURBUJA C++”</a:t>
            </a:r>
          </a:p>
        </p:txBody>
      </p:sp>
      <p:sp>
        <p:nvSpPr>
          <p:cNvPr id="4" name="AutoShape 4">
            <a:extLst>
              <a:ext uri="{FF2B5EF4-FFF2-40B4-BE49-F238E27FC236}">
                <a16:creationId xmlns:a16="http://schemas.microsoft.com/office/drawing/2014/main" id="{894A68A6-12FE-49A9-BF99-29ADC500A9C1}"/>
              </a:ext>
            </a:extLst>
          </p:cNvPr>
          <p:cNvSpPr>
            <a:spLocks noChangeArrowheads="1"/>
          </p:cNvSpPr>
          <p:nvPr/>
        </p:nvSpPr>
        <p:spPr bwMode="auto">
          <a:xfrm>
            <a:off x="6191844" y="1486946"/>
            <a:ext cx="2652294" cy="683708"/>
          </a:xfrm>
          <a:prstGeom prst="wedgeRectCallout">
            <a:avLst>
              <a:gd name="adj1" fmla="val -57857"/>
              <a:gd name="adj2" fmla="val 37748"/>
            </a:avLst>
          </a:prstGeom>
          <a:solidFill>
            <a:schemeClr val="bg1">
              <a:lumMod val="85000"/>
            </a:schemeClr>
          </a:solidFill>
          <a:scene3d>
            <a:camera prst="orthographicFront"/>
            <a:lightRig rig="threePt" dir="t"/>
          </a:scene3d>
          <a:sp3d>
            <a:bevelT w="165100" prst="coolSlant"/>
          </a:sp3d>
        </p:spPr>
        <p:style>
          <a:lnRef idx="1">
            <a:schemeClr val="dk1"/>
          </a:lnRef>
          <a:fillRef idx="1003">
            <a:schemeClr val="dk1"/>
          </a:fillRef>
          <a:effectRef idx="1">
            <a:schemeClr val="dk1"/>
          </a:effectRef>
          <a:fontRef idx="minor">
            <a:schemeClr val="dk1"/>
          </a:fontRef>
        </p:style>
        <p:txBody>
          <a:bodyPr rtlCol="0" anchor="ctr"/>
          <a:lstStyle/>
          <a:p>
            <a:pPr algn="ctr"/>
            <a:r>
              <a:rPr lang="es-MX" sz="2000" dirty="0">
                <a:solidFill>
                  <a:schemeClr val="tx1"/>
                </a:solidFill>
              </a:rPr>
              <a:t>El vector se dimensiona de </a:t>
            </a:r>
            <a:r>
              <a:rPr lang="es-MX" sz="2400" b="1" dirty="0">
                <a:solidFill>
                  <a:schemeClr val="tx1"/>
                </a:solidFill>
                <a:effectLst>
                  <a:outerShdw blurRad="38100" dist="38100" dir="2700000" algn="tl">
                    <a:srgbClr val="000000">
                      <a:alpha val="43137"/>
                    </a:srgbClr>
                  </a:outerShdw>
                </a:effectLst>
              </a:rPr>
              <a:t>n</a:t>
            </a:r>
            <a:r>
              <a:rPr lang="es-MX" sz="2000" dirty="0">
                <a:solidFill>
                  <a:schemeClr val="tx1"/>
                </a:solidFill>
              </a:rPr>
              <a:t> posiciones.</a:t>
            </a:r>
            <a:endParaRPr lang="es-ES" sz="2000" dirty="0">
              <a:solidFill>
                <a:schemeClr val="tx1"/>
              </a:solidFill>
            </a:endParaRPr>
          </a:p>
        </p:txBody>
      </p:sp>
      <p:sp>
        <p:nvSpPr>
          <p:cNvPr id="5" name="AutoShape 5">
            <a:extLst>
              <a:ext uri="{FF2B5EF4-FFF2-40B4-BE49-F238E27FC236}">
                <a16:creationId xmlns:a16="http://schemas.microsoft.com/office/drawing/2014/main" id="{6C5D5583-1607-4DB9-9207-CAEA64BB60EF}"/>
              </a:ext>
            </a:extLst>
          </p:cNvPr>
          <p:cNvSpPr>
            <a:spLocks noChangeArrowheads="1"/>
          </p:cNvSpPr>
          <p:nvPr/>
        </p:nvSpPr>
        <p:spPr bwMode="auto">
          <a:xfrm>
            <a:off x="9132492" y="1673049"/>
            <a:ext cx="2879995" cy="748234"/>
          </a:xfrm>
          <a:prstGeom prst="wedgeRectCallout">
            <a:avLst>
              <a:gd name="adj1" fmla="val -84887"/>
              <a:gd name="adj2" fmla="val 61294"/>
            </a:avLst>
          </a:prstGeom>
          <a:solidFill>
            <a:schemeClr val="bg1">
              <a:lumMod val="85000"/>
            </a:schemeClr>
          </a:solidFill>
          <a:scene3d>
            <a:camera prst="orthographicFront"/>
            <a:lightRig rig="threePt" dir="t"/>
          </a:scene3d>
          <a:sp3d>
            <a:bevelT w="165100" prst="coolSlant"/>
          </a:sp3d>
        </p:spPr>
        <p:style>
          <a:lnRef idx="1">
            <a:schemeClr val="dk1"/>
          </a:lnRef>
          <a:fillRef idx="1003">
            <a:schemeClr val="dk1"/>
          </a:fillRef>
          <a:effectRef idx="1">
            <a:schemeClr val="dk1"/>
          </a:effectRef>
          <a:fontRef idx="minor">
            <a:schemeClr val="dk1"/>
          </a:fontRef>
        </p:style>
        <p:txBody>
          <a:bodyPr rtlCol="0" anchor="ctr"/>
          <a:lstStyle/>
          <a:p>
            <a:pPr algn="ctr"/>
            <a:r>
              <a:rPr lang="es-CO" sz="2000" dirty="0">
                <a:solidFill>
                  <a:schemeClr val="tx1"/>
                </a:solidFill>
              </a:rPr>
              <a:t>Se hace un ciclo </a:t>
            </a:r>
            <a:r>
              <a:rPr lang="es-CO" sz="2400" b="1" dirty="0">
                <a:solidFill>
                  <a:schemeClr val="tx1"/>
                </a:solidFill>
                <a:effectLst>
                  <a:outerShdw blurRad="38100" dist="38100" dir="2700000" algn="tl">
                    <a:srgbClr val="000000">
                      <a:alpha val="43137"/>
                    </a:srgbClr>
                  </a:outerShdw>
                </a:effectLst>
              </a:rPr>
              <a:t>k</a:t>
            </a:r>
            <a:r>
              <a:rPr lang="es-CO" sz="2000" dirty="0">
                <a:solidFill>
                  <a:schemeClr val="tx1"/>
                </a:solidFill>
              </a:rPr>
              <a:t> que va desde </a:t>
            </a:r>
            <a:r>
              <a:rPr lang="es-CO" sz="2000" b="1" dirty="0">
                <a:solidFill>
                  <a:schemeClr val="tx1"/>
                </a:solidFill>
                <a:effectLst>
                  <a:outerShdw blurRad="38100" dist="38100" dir="2700000" algn="tl">
                    <a:srgbClr val="000000">
                      <a:alpha val="43137"/>
                    </a:srgbClr>
                  </a:outerShdw>
                </a:effectLst>
              </a:rPr>
              <a:t>0</a:t>
            </a:r>
            <a:r>
              <a:rPr lang="es-CO" sz="2000" dirty="0">
                <a:solidFill>
                  <a:schemeClr val="tx1"/>
                </a:solidFill>
              </a:rPr>
              <a:t> hasta </a:t>
            </a:r>
            <a:r>
              <a:rPr lang="es-CO" sz="2400" b="1" dirty="0">
                <a:solidFill>
                  <a:schemeClr val="tx1"/>
                </a:solidFill>
                <a:effectLst>
                  <a:outerShdw blurRad="38100" dist="38100" dir="2700000" algn="tl">
                    <a:srgbClr val="000000">
                      <a:alpha val="43137"/>
                    </a:srgbClr>
                  </a:outerShdw>
                </a:effectLst>
              </a:rPr>
              <a:t>k&lt;n-1</a:t>
            </a:r>
            <a:r>
              <a:rPr lang="es-CO" sz="2000" dirty="0">
                <a:solidFill>
                  <a:schemeClr val="tx1"/>
                </a:solidFill>
              </a:rPr>
              <a:t>.</a:t>
            </a:r>
            <a:endParaRPr lang="es-ES" sz="2000" dirty="0">
              <a:solidFill>
                <a:schemeClr val="tx1"/>
              </a:solidFill>
            </a:endParaRPr>
          </a:p>
        </p:txBody>
      </p:sp>
      <p:sp>
        <p:nvSpPr>
          <p:cNvPr id="6" name="AutoShape 6">
            <a:extLst>
              <a:ext uri="{FF2B5EF4-FFF2-40B4-BE49-F238E27FC236}">
                <a16:creationId xmlns:a16="http://schemas.microsoft.com/office/drawing/2014/main" id="{24268893-2330-4EAF-A3E1-B635333C0EAF}"/>
              </a:ext>
            </a:extLst>
          </p:cNvPr>
          <p:cNvSpPr>
            <a:spLocks noChangeArrowheads="1"/>
          </p:cNvSpPr>
          <p:nvPr/>
        </p:nvSpPr>
        <p:spPr bwMode="auto">
          <a:xfrm>
            <a:off x="175485" y="3943487"/>
            <a:ext cx="3015390" cy="1788762"/>
          </a:xfrm>
          <a:prstGeom prst="wedgeRectCallout">
            <a:avLst>
              <a:gd name="adj1" fmla="val 108661"/>
              <a:gd name="adj2" fmla="val -72505"/>
            </a:avLst>
          </a:prstGeom>
          <a:solidFill>
            <a:schemeClr val="bg1">
              <a:lumMod val="85000"/>
            </a:schemeClr>
          </a:solidFill>
          <a:scene3d>
            <a:camera prst="orthographicFront"/>
            <a:lightRig rig="threePt" dir="t"/>
          </a:scene3d>
          <a:sp3d>
            <a:bevelT w="165100" prst="coolSlant"/>
          </a:sp3d>
        </p:spPr>
        <p:style>
          <a:lnRef idx="1">
            <a:schemeClr val="dk1"/>
          </a:lnRef>
          <a:fillRef idx="1003">
            <a:schemeClr val="dk1"/>
          </a:fillRef>
          <a:effectRef idx="1">
            <a:schemeClr val="dk1"/>
          </a:effectRef>
          <a:fontRef idx="minor">
            <a:schemeClr val="dk1"/>
          </a:fontRef>
        </p:style>
        <p:txBody>
          <a:bodyPr rtlCol="0" anchor="ctr"/>
          <a:lstStyle/>
          <a:p>
            <a:pPr algn="ctr"/>
            <a:r>
              <a:rPr lang="es-MX" sz="2000" dirty="0">
                <a:solidFill>
                  <a:schemeClr val="tx1"/>
                </a:solidFill>
              </a:rPr>
              <a:t>Se comparan elementos en posiciones adyacentes. Use Mayor (</a:t>
            </a:r>
            <a:r>
              <a:rPr lang="es-MX" sz="2400" b="1" dirty="0">
                <a:solidFill>
                  <a:schemeClr val="tx1"/>
                </a:solidFill>
                <a:effectLst>
                  <a:outerShdw blurRad="38100" dist="38100" dir="2700000" algn="tl">
                    <a:srgbClr val="000000">
                      <a:alpha val="43137"/>
                    </a:srgbClr>
                  </a:outerShdw>
                </a:effectLst>
              </a:rPr>
              <a:t>&gt;</a:t>
            </a:r>
            <a:r>
              <a:rPr lang="es-MX" sz="2000" dirty="0">
                <a:solidFill>
                  <a:schemeClr val="tx1"/>
                </a:solidFill>
              </a:rPr>
              <a:t>) para ordenar </a:t>
            </a:r>
            <a:r>
              <a:rPr lang="es-MX" sz="2400" b="1" dirty="0">
                <a:solidFill>
                  <a:schemeClr val="tx1"/>
                </a:solidFill>
                <a:effectLst>
                  <a:outerShdw blurRad="38100" dist="38100" dir="2700000" algn="tl">
                    <a:srgbClr val="000000">
                      <a:alpha val="43137"/>
                    </a:srgbClr>
                  </a:outerShdw>
                </a:effectLst>
              </a:rPr>
              <a:t>ASCENDENTE</a:t>
            </a:r>
            <a:r>
              <a:rPr lang="es-MX" sz="2000" dirty="0">
                <a:solidFill>
                  <a:schemeClr val="tx1"/>
                </a:solidFill>
              </a:rPr>
              <a:t>, menor (</a:t>
            </a:r>
            <a:r>
              <a:rPr lang="es-MX" sz="2400" b="1" dirty="0">
                <a:solidFill>
                  <a:schemeClr val="tx1"/>
                </a:solidFill>
                <a:effectLst>
                  <a:outerShdw blurRad="38100" dist="38100" dir="2700000" algn="tl">
                    <a:srgbClr val="000000">
                      <a:alpha val="43137"/>
                    </a:srgbClr>
                  </a:outerShdw>
                </a:effectLst>
              </a:rPr>
              <a:t>&lt;</a:t>
            </a:r>
            <a:r>
              <a:rPr lang="es-MX" sz="2000" dirty="0">
                <a:solidFill>
                  <a:schemeClr val="tx1"/>
                </a:solidFill>
              </a:rPr>
              <a:t>) para </a:t>
            </a:r>
            <a:r>
              <a:rPr lang="es-MX" sz="2400" b="1" dirty="0">
                <a:solidFill>
                  <a:schemeClr val="tx1"/>
                </a:solidFill>
                <a:effectLst>
                  <a:outerShdw blurRad="38100" dist="38100" dir="2700000" algn="tl">
                    <a:srgbClr val="000000">
                      <a:alpha val="43137"/>
                    </a:srgbClr>
                  </a:outerShdw>
                </a:effectLst>
              </a:rPr>
              <a:t>DESCENDENTE</a:t>
            </a:r>
            <a:r>
              <a:rPr lang="es-MX" sz="2000" dirty="0">
                <a:solidFill>
                  <a:schemeClr val="tx1"/>
                </a:solidFill>
              </a:rPr>
              <a:t>.</a:t>
            </a:r>
            <a:endParaRPr lang="es-ES" sz="2000" dirty="0">
              <a:solidFill>
                <a:schemeClr val="tx1"/>
              </a:solidFill>
            </a:endParaRPr>
          </a:p>
        </p:txBody>
      </p:sp>
      <p:sp>
        <p:nvSpPr>
          <p:cNvPr id="8" name="AutoShape 7">
            <a:extLst>
              <a:ext uri="{FF2B5EF4-FFF2-40B4-BE49-F238E27FC236}">
                <a16:creationId xmlns:a16="http://schemas.microsoft.com/office/drawing/2014/main" id="{F6F3E555-7AC3-4627-9EA8-89026F1A6228}"/>
              </a:ext>
            </a:extLst>
          </p:cNvPr>
          <p:cNvSpPr>
            <a:spLocks noChangeArrowheads="1"/>
          </p:cNvSpPr>
          <p:nvPr/>
        </p:nvSpPr>
        <p:spPr bwMode="auto">
          <a:xfrm>
            <a:off x="8714086" y="4582763"/>
            <a:ext cx="3302429" cy="748234"/>
          </a:xfrm>
          <a:prstGeom prst="wedgeRectCallout">
            <a:avLst>
              <a:gd name="adj1" fmla="val -43749"/>
              <a:gd name="adj2" fmla="val -84925"/>
            </a:avLst>
          </a:prstGeom>
          <a:solidFill>
            <a:schemeClr val="bg1">
              <a:lumMod val="85000"/>
            </a:schemeClr>
          </a:solidFill>
          <a:scene3d>
            <a:camera prst="orthographicFront"/>
            <a:lightRig rig="threePt" dir="t"/>
          </a:scene3d>
          <a:sp3d>
            <a:bevelT w="165100" prst="coolSlant"/>
          </a:sp3d>
        </p:spPr>
        <p:style>
          <a:lnRef idx="1">
            <a:schemeClr val="dk1"/>
          </a:lnRef>
          <a:fillRef idx="1003">
            <a:schemeClr val="dk1"/>
          </a:fillRef>
          <a:effectRef idx="1">
            <a:schemeClr val="dk1"/>
          </a:effectRef>
          <a:fontRef idx="minor">
            <a:schemeClr val="dk1"/>
          </a:fontRef>
        </p:style>
        <p:txBody>
          <a:bodyPr rtlCol="0" anchor="ctr"/>
          <a:lstStyle/>
          <a:p>
            <a:pPr algn="ctr"/>
            <a:r>
              <a:rPr lang="es-MX" sz="2000" b="1" dirty="0">
                <a:solidFill>
                  <a:schemeClr val="tx1"/>
                </a:solidFill>
                <a:effectLst>
                  <a:outerShdw blurRad="38100" dist="38100" dir="2700000" algn="tl">
                    <a:srgbClr val="000000">
                      <a:alpha val="43137"/>
                    </a:srgbClr>
                  </a:outerShdw>
                </a:effectLst>
              </a:rPr>
              <a:t>Si cumple</a:t>
            </a:r>
            <a:r>
              <a:rPr lang="es-MX" sz="2000" dirty="0">
                <a:solidFill>
                  <a:schemeClr val="tx1"/>
                </a:solidFill>
              </a:rPr>
              <a:t> la condición se hace el </a:t>
            </a:r>
            <a:r>
              <a:rPr lang="es-MX" sz="2000" b="1" dirty="0">
                <a:solidFill>
                  <a:schemeClr val="tx1"/>
                </a:solidFill>
                <a:effectLst>
                  <a:outerShdw blurRad="38100" dist="38100" dir="2700000" algn="tl">
                    <a:srgbClr val="000000">
                      <a:alpha val="43137"/>
                    </a:srgbClr>
                  </a:outerShdw>
                </a:effectLst>
              </a:rPr>
              <a:t>intercambio</a:t>
            </a:r>
            <a:r>
              <a:rPr lang="es-MX" sz="2000" dirty="0">
                <a:solidFill>
                  <a:schemeClr val="tx1"/>
                </a:solidFill>
              </a:rPr>
              <a:t>.</a:t>
            </a:r>
            <a:endParaRPr lang="es-ES" sz="2000" dirty="0">
              <a:solidFill>
                <a:schemeClr val="tx1"/>
              </a:solidFill>
            </a:endParaRPr>
          </a:p>
        </p:txBody>
      </p:sp>
      <p:sp>
        <p:nvSpPr>
          <p:cNvPr id="9" name="AutoShape 8">
            <a:extLst>
              <a:ext uri="{FF2B5EF4-FFF2-40B4-BE49-F238E27FC236}">
                <a16:creationId xmlns:a16="http://schemas.microsoft.com/office/drawing/2014/main" id="{5111DFFA-CEC7-4D6A-8951-6D090C578554}"/>
              </a:ext>
            </a:extLst>
          </p:cNvPr>
          <p:cNvSpPr>
            <a:spLocks noChangeArrowheads="1"/>
          </p:cNvSpPr>
          <p:nvPr/>
        </p:nvSpPr>
        <p:spPr bwMode="auto">
          <a:xfrm>
            <a:off x="4747406" y="5259891"/>
            <a:ext cx="3182269" cy="683709"/>
          </a:xfrm>
          <a:prstGeom prst="wedgeRectCallout">
            <a:avLst>
              <a:gd name="adj1" fmla="val -79316"/>
              <a:gd name="adj2" fmla="val 2122"/>
            </a:avLst>
          </a:prstGeom>
          <a:solidFill>
            <a:schemeClr val="bg1">
              <a:lumMod val="85000"/>
            </a:schemeClr>
          </a:solidFill>
          <a:scene3d>
            <a:camera prst="orthographicFront"/>
            <a:lightRig rig="threePt" dir="t"/>
          </a:scene3d>
          <a:sp3d>
            <a:bevelT w="165100" prst="coolSlant"/>
          </a:sp3d>
        </p:spPr>
        <p:style>
          <a:lnRef idx="1">
            <a:schemeClr val="dk1"/>
          </a:lnRef>
          <a:fillRef idx="1003">
            <a:schemeClr val="dk1"/>
          </a:fillRef>
          <a:effectRef idx="1">
            <a:schemeClr val="dk1"/>
          </a:effectRef>
          <a:fontRef idx="minor">
            <a:schemeClr val="dk1"/>
          </a:fontRef>
        </p:style>
        <p:txBody>
          <a:bodyPr rtlCol="0" anchor="ctr"/>
          <a:lstStyle/>
          <a:p>
            <a:pPr algn="ctr"/>
            <a:r>
              <a:rPr lang="es-MX" sz="2000" dirty="0">
                <a:solidFill>
                  <a:schemeClr val="tx1"/>
                </a:solidFill>
              </a:rPr>
              <a:t>Se cierran la estructura de decisión y los dos ciclos.</a:t>
            </a:r>
            <a:endParaRPr lang="es-ES" sz="2000" dirty="0">
              <a:solidFill>
                <a:schemeClr val="tx1"/>
              </a:solidFill>
            </a:endParaRPr>
          </a:p>
        </p:txBody>
      </p:sp>
      <p:sp>
        <p:nvSpPr>
          <p:cNvPr id="11" name="AutoShape 5">
            <a:extLst>
              <a:ext uri="{FF2B5EF4-FFF2-40B4-BE49-F238E27FC236}">
                <a16:creationId xmlns:a16="http://schemas.microsoft.com/office/drawing/2014/main" id="{AAE16BFC-50C4-45F5-81EB-741A900B7EDE}"/>
              </a:ext>
            </a:extLst>
          </p:cNvPr>
          <p:cNvSpPr>
            <a:spLocks noChangeArrowheads="1"/>
          </p:cNvSpPr>
          <p:nvPr/>
        </p:nvSpPr>
        <p:spPr bwMode="auto">
          <a:xfrm>
            <a:off x="9132493" y="2504366"/>
            <a:ext cx="2879995" cy="748234"/>
          </a:xfrm>
          <a:prstGeom prst="wedgeRectCallout">
            <a:avLst>
              <a:gd name="adj1" fmla="val -60260"/>
              <a:gd name="adj2" fmla="val 10195"/>
            </a:avLst>
          </a:prstGeom>
          <a:solidFill>
            <a:schemeClr val="bg1">
              <a:lumMod val="85000"/>
            </a:schemeClr>
          </a:solidFill>
          <a:scene3d>
            <a:camera prst="orthographicFront"/>
            <a:lightRig rig="threePt" dir="t"/>
          </a:scene3d>
          <a:sp3d>
            <a:bevelT w="165100" prst="coolSlant"/>
          </a:sp3d>
        </p:spPr>
        <p:style>
          <a:lnRef idx="1">
            <a:schemeClr val="dk1"/>
          </a:lnRef>
          <a:fillRef idx="1003">
            <a:schemeClr val="dk1"/>
          </a:fillRef>
          <a:effectRef idx="1">
            <a:schemeClr val="dk1"/>
          </a:effectRef>
          <a:fontRef idx="minor">
            <a:schemeClr val="dk1"/>
          </a:fontRef>
        </p:style>
        <p:txBody>
          <a:bodyPr rtlCol="0" anchor="ctr"/>
          <a:lstStyle/>
          <a:p>
            <a:pPr algn="ctr"/>
            <a:r>
              <a:rPr lang="es-CO" sz="2000" dirty="0">
                <a:solidFill>
                  <a:schemeClr val="tx1"/>
                </a:solidFill>
              </a:rPr>
              <a:t>Se hace un ciclo </a:t>
            </a:r>
            <a:r>
              <a:rPr lang="es-CO" sz="2400" b="1" dirty="0">
                <a:solidFill>
                  <a:schemeClr val="tx1"/>
                </a:solidFill>
                <a:effectLst>
                  <a:outerShdw blurRad="38100" dist="38100" dir="2700000" algn="tl">
                    <a:srgbClr val="000000">
                      <a:alpha val="43137"/>
                    </a:srgbClr>
                  </a:outerShdw>
                </a:effectLst>
              </a:rPr>
              <a:t>p</a:t>
            </a:r>
            <a:r>
              <a:rPr lang="es-CO" sz="2000" dirty="0">
                <a:solidFill>
                  <a:schemeClr val="tx1"/>
                </a:solidFill>
              </a:rPr>
              <a:t> que va desde </a:t>
            </a:r>
            <a:r>
              <a:rPr lang="es-CO" sz="2000" b="1" dirty="0">
                <a:solidFill>
                  <a:schemeClr val="tx1"/>
                </a:solidFill>
                <a:effectLst>
                  <a:outerShdw blurRad="38100" dist="38100" dir="2700000" algn="tl">
                    <a:srgbClr val="000000">
                      <a:alpha val="43137"/>
                    </a:srgbClr>
                  </a:outerShdw>
                </a:effectLst>
              </a:rPr>
              <a:t>0</a:t>
            </a:r>
            <a:r>
              <a:rPr lang="es-CO" sz="2000" dirty="0">
                <a:solidFill>
                  <a:schemeClr val="tx1"/>
                </a:solidFill>
              </a:rPr>
              <a:t> hasta </a:t>
            </a:r>
            <a:r>
              <a:rPr lang="es-CO" sz="2400" b="1" dirty="0">
                <a:solidFill>
                  <a:schemeClr val="tx1"/>
                </a:solidFill>
                <a:effectLst>
                  <a:outerShdw blurRad="38100" dist="38100" dir="2700000" algn="tl">
                    <a:srgbClr val="000000">
                      <a:alpha val="43137"/>
                    </a:srgbClr>
                  </a:outerShdw>
                </a:effectLst>
              </a:rPr>
              <a:t>p&lt;n-1</a:t>
            </a:r>
            <a:r>
              <a:rPr lang="es-CO" sz="2000" dirty="0">
                <a:solidFill>
                  <a:schemeClr val="tx1"/>
                </a:solidFill>
              </a:rPr>
              <a:t>.</a:t>
            </a:r>
            <a:endParaRPr lang="es-ES" sz="2000" dirty="0">
              <a:solidFill>
                <a:schemeClr val="tx1"/>
              </a:solidFill>
            </a:endParaRPr>
          </a:p>
        </p:txBody>
      </p:sp>
      <p:pic>
        <p:nvPicPr>
          <p:cNvPr id="10" name="Imagen 9">
            <a:extLst>
              <a:ext uri="{FF2B5EF4-FFF2-40B4-BE49-F238E27FC236}">
                <a16:creationId xmlns:a16="http://schemas.microsoft.com/office/drawing/2014/main" id="{575E9B80-F912-4430-AFC3-B76572E0E0FD}"/>
              </a:ext>
            </a:extLst>
          </p:cNvPr>
          <p:cNvPicPr>
            <a:picLocks noChangeAspect="1"/>
          </p:cNvPicPr>
          <p:nvPr/>
        </p:nvPicPr>
        <p:blipFill>
          <a:blip r:embed="rId4"/>
          <a:stretch>
            <a:fillRect/>
          </a:stretch>
        </p:blipFill>
        <p:spPr>
          <a:xfrm>
            <a:off x="175485" y="3943487"/>
            <a:ext cx="4682265" cy="2512189"/>
          </a:xfrm>
          <a:prstGeom prst="rect">
            <a:avLst/>
          </a:prstGeom>
          <a:ln w="88900" cap="sq" cmpd="thickThin">
            <a:solidFill>
              <a:srgbClr val="000000"/>
            </a:solidFill>
            <a:prstDash val="solid"/>
            <a:miter lim="800000"/>
          </a:ln>
          <a:effectLst>
            <a:innerShdw blurRad="76200">
              <a:srgbClr val="000000"/>
            </a:innerShdw>
          </a:effectLst>
        </p:spPr>
      </p:pic>
    </p:spTree>
    <p:extLst>
      <p:ext uri="{BB962C8B-B14F-4D97-AF65-F5344CB8AC3E}">
        <p14:creationId xmlns:p14="http://schemas.microsoft.com/office/powerpoint/2010/main" val="15309372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dissolv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dissolve">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dissolve">
                                      <p:cBhvr>
                                        <p:cTn id="17" dur="500"/>
                                        <p:tgtEl>
                                          <p:spTgt spid="11"/>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dissolve">
                                      <p:cBhvr>
                                        <p:cTn id="22" dur="500"/>
                                        <p:tgtEl>
                                          <p:spTgt spid="6"/>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dissolve">
                                      <p:cBhvr>
                                        <p:cTn id="27" dur="500"/>
                                        <p:tgtEl>
                                          <p:spTgt spid="8"/>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grpId="0" nodeType="clickEffect">
                                  <p:stCondLst>
                                    <p:cond delay="0"/>
                                  </p:stCondLst>
                                  <p:childTnLst>
                                    <p:set>
                                      <p:cBhvr>
                                        <p:cTn id="31" dur="1" fill="hold">
                                          <p:stCondLst>
                                            <p:cond delay="0"/>
                                          </p:stCondLst>
                                        </p:cTn>
                                        <p:tgtEl>
                                          <p:spTgt spid="9"/>
                                        </p:tgtEl>
                                        <p:attrNameLst>
                                          <p:attrName>style.visibility</p:attrName>
                                        </p:attrNameLst>
                                      </p:cBhvr>
                                      <p:to>
                                        <p:strVal val="visible"/>
                                      </p:to>
                                    </p:set>
                                    <p:animEffect transition="in" filter="dissolve">
                                      <p:cBhvr>
                                        <p:cTn id="32" dur="500"/>
                                        <p:tgtEl>
                                          <p:spTgt spid="9"/>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10"/>
                                        </p:tgtEl>
                                        <p:attrNameLst>
                                          <p:attrName>style.visibility</p:attrName>
                                        </p:attrNameLst>
                                      </p:cBhvr>
                                      <p:to>
                                        <p:strVal val="visible"/>
                                      </p:to>
                                    </p:set>
                                    <p:animEffect transition="in" filter="wipe(left)">
                                      <p:cBhvr>
                                        <p:cTn id="3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autoUpdateAnimBg="0"/>
      <p:bldP spid="5" grpId="0" animBg="1" autoUpdateAnimBg="0"/>
      <p:bldP spid="6" grpId="0" animBg="1" autoUpdateAnimBg="0"/>
      <p:bldP spid="8" grpId="0" animBg="1" autoUpdateAnimBg="0"/>
      <p:bldP spid="9" grpId="0" animBg="1" autoUpdateAnimBg="0"/>
      <p:bldP spid="11" grpId="0" animBg="1" autoUpdateAnimBg="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Imagen 13">
            <a:extLst>
              <a:ext uri="{FF2B5EF4-FFF2-40B4-BE49-F238E27FC236}">
                <a16:creationId xmlns:a16="http://schemas.microsoft.com/office/drawing/2014/main" id="{92177144-9C3D-4648-A034-EC6DCC629C1E}"/>
              </a:ext>
            </a:extLst>
          </p:cNvPr>
          <p:cNvPicPr>
            <a:picLocks noChangeAspect="1"/>
          </p:cNvPicPr>
          <p:nvPr/>
        </p:nvPicPr>
        <p:blipFill>
          <a:blip r:embed="rId3"/>
          <a:stretch>
            <a:fillRect/>
          </a:stretch>
        </p:blipFill>
        <p:spPr>
          <a:xfrm>
            <a:off x="1918959" y="914400"/>
            <a:ext cx="8753475" cy="5514975"/>
          </a:xfrm>
          <a:prstGeom prst="rect">
            <a:avLst/>
          </a:prstGeom>
          <a:ln w="88900" cap="sq" cmpd="thickThin">
            <a:solidFill>
              <a:srgbClr val="000000"/>
            </a:solidFill>
            <a:prstDash val="solid"/>
            <a:miter lim="800000"/>
          </a:ln>
          <a:effectLst>
            <a:innerShdw blurRad="76200">
              <a:srgbClr val="000000"/>
            </a:innerShdw>
          </a:effectLst>
        </p:spPr>
      </p:pic>
      <p:sp>
        <p:nvSpPr>
          <p:cNvPr id="2" name="Título 1"/>
          <p:cNvSpPr>
            <a:spLocks noGrp="1"/>
          </p:cNvSpPr>
          <p:nvPr>
            <p:ph type="title"/>
          </p:nvPr>
        </p:nvSpPr>
        <p:spPr>
          <a:xfrm>
            <a:off x="989994" y="0"/>
            <a:ext cx="11369040" cy="914400"/>
          </a:xfrm>
        </p:spPr>
        <p:txBody>
          <a:bodyPr>
            <a:noAutofit/>
          </a:bodyPr>
          <a:lstStyle/>
          <a:p>
            <a:pPr algn="ctr"/>
            <a:r>
              <a:rPr lang="es-CO" sz="3800" b="1" dirty="0">
                <a:latin typeface="Bahnschrift Light SemiCondensed" panose="020B0502040204020203" pitchFamily="34" charset="0"/>
              </a:rPr>
              <a:t>“MÉTODOS DE ORDENAMIENTO BURBUJA OPTIMIZADO C++”</a:t>
            </a:r>
          </a:p>
        </p:txBody>
      </p:sp>
      <p:sp>
        <p:nvSpPr>
          <p:cNvPr id="13" name="AutoShape 4">
            <a:extLst>
              <a:ext uri="{FF2B5EF4-FFF2-40B4-BE49-F238E27FC236}">
                <a16:creationId xmlns:a16="http://schemas.microsoft.com/office/drawing/2014/main" id="{F275F9AB-6ECA-43E1-8F7F-F875EC22E1BE}"/>
              </a:ext>
            </a:extLst>
          </p:cNvPr>
          <p:cNvSpPr>
            <a:spLocks noChangeArrowheads="1"/>
          </p:cNvSpPr>
          <p:nvPr/>
        </p:nvSpPr>
        <p:spPr bwMode="auto">
          <a:xfrm>
            <a:off x="4855778" y="2745292"/>
            <a:ext cx="6022429" cy="683708"/>
          </a:xfrm>
          <a:prstGeom prst="wedgeRectCallout">
            <a:avLst>
              <a:gd name="adj1" fmla="val -37442"/>
              <a:gd name="adj2" fmla="val 66956"/>
            </a:avLst>
          </a:prstGeom>
          <a:solidFill>
            <a:schemeClr val="bg1">
              <a:lumMod val="85000"/>
            </a:schemeClr>
          </a:solidFill>
          <a:scene3d>
            <a:camera prst="orthographicFront"/>
            <a:lightRig rig="threePt" dir="t"/>
          </a:scene3d>
          <a:sp3d>
            <a:bevelT w="165100" prst="coolSlant"/>
          </a:sp3d>
        </p:spPr>
        <p:style>
          <a:lnRef idx="1">
            <a:schemeClr val="dk1"/>
          </a:lnRef>
          <a:fillRef idx="1003">
            <a:schemeClr val="dk1"/>
          </a:fillRef>
          <a:effectRef idx="1">
            <a:schemeClr val="dk1"/>
          </a:effectRef>
          <a:fontRef idx="minor">
            <a:schemeClr val="dk1"/>
          </a:fontRef>
        </p:style>
        <p:txBody>
          <a:bodyPr rtlCol="0" anchor="ctr"/>
          <a:lstStyle/>
          <a:p>
            <a:pPr algn="ctr"/>
            <a:r>
              <a:rPr lang="es-MX" sz="2000" dirty="0">
                <a:solidFill>
                  <a:schemeClr val="tx1"/>
                </a:solidFill>
              </a:rPr>
              <a:t>La clave de este método radica en esta bandera. Cuando no hay intercambios es porque ya está ordenado</a:t>
            </a:r>
            <a:endParaRPr lang="es-ES" sz="2000" dirty="0">
              <a:solidFill>
                <a:schemeClr val="tx1"/>
              </a:solidFill>
            </a:endParaRPr>
          </a:p>
        </p:txBody>
      </p:sp>
      <p:pic>
        <p:nvPicPr>
          <p:cNvPr id="15" name="Imagen 14">
            <a:extLst>
              <a:ext uri="{FF2B5EF4-FFF2-40B4-BE49-F238E27FC236}">
                <a16:creationId xmlns:a16="http://schemas.microsoft.com/office/drawing/2014/main" id="{A880312B-C736-4031-AC3D-78FF2CF3FEDF}"/>
              </a:ext>
            </a:extLst>
          </p:cNvPr>
          <p:cNvPicPr>
            <a:picLocks noChangeAspect="1"/>
          </p:cNvPicPr>
          <p:nvPr/>
        </p:nvPicPr>
        <p:blipFill rotWithShape="1">
          <a:blip r:embed="rId4"/>
          <a:srcRect t="12342"/>
          <a:stretch/>
        </p:blipFill>
        <p:spPr>
          <a:xfrm>
            <a:off x="389868" y="3983421"/>
            <a:ext cx="3676650" cy="2212591"/>
          </a:xfrm>
          <a:prstGeom prst="rect">
            <a:avLst/>
          </a:prstGeom>
          <a:ln w="88900" cap="sq" cmpd="thickThin">
            <a:solidFill>
              <a:srgbClr val="000000"/>
            </a:solidFill>
            <a:prstDash val="solid"/>
            <a:miter lim="800000"/>
          </a:ln>
          <a:effectLst>
            <a:innerShdw blurRad="76200">
              <a:srgbClr val="000000"/>
            </a:innerShdw>
          </a:effectLst>
        </p:spPr>
      </p:pic>
      <p:sp>
        <p:nvSpPr>
          <p:cNvPr id="16" name="AutoShape 4">
            <a:extLst>
              <a:ext uri="{FF2B5EF4-FFF2-40B4-BE49-F238E27FC236}">
                <a16:creationId xmlns:a16="http://schemas.microsoft.com/office/drawing/2014/main" id="{A86E6444-CB18-4582-B21A-8CB7295119A8}"/>
              </a:ext>
            </a:extLst>
          </p:cNvPr>
          <p:cNvSpPr>
            <a:spLocks noChangeArrowheads="1"/>
          </p:cNvSpPr>
          <p:nvPr/>
        </p:nvSpPr>
        <p:spPr bwMode="auto">
          <a:xfrm>
            <a:off x="6674514" y="4747862"/>
            <a:ext cx="3909403" cy="683708"/>
          </a:xfrm>
          <a:prstGeom prst="wedgeRectCallout">
            <a:avLst>
              <a:gd name="adj1" fmla="val -60296"/>
              <a:gd name="adj2" fmla="val -112903"/>
            </a:avLst>
          </a:prstGeom>
          <a:solidFill>
            <a:schemeClr val="bg1">
              <a:lumMod val="85000"/>
            </a:schemeClr>
          </a:solidFill>
          <a:scene3d>
            <a:camera prst="orthographicFront"/>
            <a:lightRig rig="threePt" dir="t"/>
          </a:scene3d>
          <a:sp3d>
            <a:bevelT w="165100" prst="coolSlant"/>
          </a:sp3d>
        </p:spPr>
        <p:style>
          <a:lnRef idx="1">
            <a:schemeClr val="dk1"/>
          </a:lnRef>
          <a:fillRef idx="1003">
            <a:schemeClr val="dk1"/>
          </a:fillRef>
          <a:effectRef idx="1">
            <a:schemeClr val="dk1"/>
          </a:effectRef>
          <a:fontRef idx="minor">
            <a:schemeClr val="dk1"/>
          </a:fontRef>
        </p:style>
        <p:txBody>
          <a:bodyPr rtlCol="0" anchor="ctr"/>
          <a:lstStyle/>
          <a:p>
            <a:pPr algn="ctr"/>
            <a:r>
              <a:rPr lang="es-MX" sz="2000" dirty="0">
                <a:solidFill>
                  <a:schemeClr val="tx1"/>
                </a:solidFill>
              </a:rPr>
              <a:t>Al agregar esta instrucción no se recorre las N últimas posiciones.</a:t>
            </a:r>
            <a:endParaRPr lang="es-ES" sz="2000" dirty="0">
              <a:solidFill>
                <a:schemeClr val="tx1"/>
              </a:solidFill>
            </a:endParaRPr>
          </a:p>
        </p:txBody>
      </p:sp>
    </p:spTree>
    <p:extLst>
      <p:ext uri="{BB962C8B-B14F-4D97-AF65-F5344CB8AC3E}">
        <p14:creationId xmlns:p14="http://schemas.microsoft.com/office/powerpoint/2010/main" val="11569798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dissolve">
                                      <p:cBhvr>
                                        <p:cTn id="7" dur="50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6"/>
                                        </p:tgtEl>
                                        <p:attrNameLst>
                                          <p:attrName>style.visibility</p:attrName>
                                        </p:attrNameLst>
                                      </p:cBhvr>
                                      <p:to>
                                        <p:strVal val="visible"/>
                                      </p:to>
                                    </p:set>
                                    <p:animEffect transition="in" filter="dissolve">
                                      <p:cBhvr>
                                        <p:cTn id="12" dur="500"/>
                                        <p:tgtEl>
                                          <p:spTgt spid="1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5"/>
                                        </p:tgtEl>
                                        <p:attrNameLst>
                                          <p:attrName>style.visibility</p:attrName>
                                        </p:attrNameLst>
                                      </p:cBhvr>
                                      <p:to>
                                        <p:strVal val="visible"/>
                                      </p:to>
                                    </p:set>
                                    <p:animEffect transition="in" filter="wipe(left)">
                                      <p:cBhvr>
                                        <p:cTn id="17"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autoUpdateAnimBg="0"/>
      <p:bldP spid="16" grpId="0" animBg="1" autoUpdateAnimBg="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989994" y="0"/>
            <a:ext cx="11369040" cy="914400"/>
          </a:xfrm>
        </p:spPr>
        <p:txBody>
          <a:bodyPr>
            <a:noAutofit/>
          </a:bodyPr>
          <a:lstStyle/>
          <a:p>
            <a:pPr algn="ctr"/>
            <a:r>
              <a:rPr lang="es-CO" sz="3800" b="1" dirty="0">
                <a:latin typeface="Bahnschrift Light SemiCondensed" panose="020B0502040204020203" pitchFamily="34" charset="0"/>
              </a:rPr>
              <a:t>“MÉTODOS DE ORDENAMIENTO SELECCIÓN C++”</a:t>
            </a:r>
          </a:p>
        </p:txBody>
      </p:sp>
      <p:sp>
        <p:nvSpPr>
          <p:cNvPr id="7" name="CuadroTexto 6">
            <a:extLst>
              <a:ext uri="{FF2B5EF4-FFF2-40B4-BE49-F238E27FC236}">
                <a16:creationId xmlns:a16="http://schemas.microsoft.com/office/drawing/2014/main" id="{B3245438-2EFA-4DBF-85CF-60E0A78BBF68}"/>
              </a:ext>
            </a:extLst>
          </p:cNvPr>
          <p:cNvSpPr txBox="1"/>
          <p:nvPr/>
        </p:nvSpPr>
        <p:spPr>
          <a:xfrm>
            <a:off x="989994" y="1087225"/>
            <a:ext cx="10551766" cy="4500775"/>
          </a:xfrm>
          <a:prstGeom prst="rect">
            <a:avLst/>
          </a:prstGeom>
          <a:solidFill>
            <a:schemeClr val="accent5">
              <a:lumMod val="20000"/>
              <a:lumOff val="80000"/>
            </a:schemeClr>
          </a:solidFill>
          <a:scene3d>
            <a:camera prst="orthographicFront"/>
            <a:lightRig rig="flat" dir="t"/>
          </a:scene3d>
          <a:sp3d/>
        </p:spPr>
        <p:style>
          <a:lnRef idx="0">
            <a:scrgbClr r="0" g="0" b="0"/>
          </a:lnRef>
          <a:fillRef idx="0">
            <a:scrgbClr r="0" g="0" b="0"/>
          </a:fillRef>
          <a:effectRef idx="0">
            <a:scrgbClr r="0" g="0" b="0"/>
          </a:effectRef>
          <a:fontRef idx="minor">
            <a:schemeClr val="dk1"/>
          </a:fontRef>
        </p:style>
        <p:txBody>
          <a:bodyPr spcFirstLastPara="0" vert="horz" wrap="square" lIns="121920" tIns="121920" rIns="121920" bIns="121920" numCol="1" spcCol="1270" anchor="ctr" anchorCtr="0">
            <a:noAutofit/>
          </a:bodyPr>
          <a:lstStyle/>
          <a:p>
            <a:pPr algn="just">
              <a:spcBef>
                <a:spcPct val="50000"/>
              </a:spcBef>
            </a:pPr>
            <a:r>
              <a:rPr lang="es-CO" sz="2800" dirty="0">
                <a:latin typeface="Arial Narrow" pitchFamily="34" charset="0"/>
              </a:rPr>
              <a:t>El método de selección, consiste en comparar una posición con todas las demás (que estén hacia su lado derecho), dejando al lado izquierdo el vector ordenado.  Este método compara en un vector de 5 posiciones, la 1ª posición con la 2ª, 3ª, 4ª y 5ª (dejando en la primera posición elemento mayor o menor –dependiendo si se pide ordenar ascendente o descendente)-.  Luego compara la 2ª posición con la 3ª, 4ª y 5ª, quedando en la segunda posición el segundo mayor o menor –quedando ordenadas las 2 primeras posiciones.  Luego la 3ª posición con la 4ª y 5ª.  Finalmente, compara la 4ª y 5ª.  Note que es diferente al método de burbuja que compara posiciones adyacentes N-1 veces. </a:t>
            </a:r>
            <a:endParaRPr lang="es-ES" sz="2800" dirty="0">
              <a:latin typeface="Arial Narrow" pitchFamily="34" charset="0"/>
            </a:endParaRPr>
          </a:p>
        </p:txBody>
      </p:sp>
    </p:spTree>
    <p:extLst>
      <p:ext uri="{BB962C8B-B14F-4D97-AF65-F5344CB8AC3E}">
        <p14:creationId xmlns:p14="http://schemas.microsoft.com/office/powerpoint/2010/main" val="35473560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up)">
                                      <p:cBhvr>
                                        <p:cTn id="7" dur="1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uadroTexto 6">
            <a:extLst>
              <a:ext uri="{FF2B5EF4-FFF2-40B4-BE49-F238E27FC236}">
                <a16:creationId xmlns:a16="http://schemas.microsoft.com/office/drawing/2014/main" id="{B3245438-2EFA-4DBF-85CF-60E0A78BBF68}"/>
              </a:ext>
            </a:extLst>
          </p:cNvPr>
          <p:cNvSpPr txBox="1"/>
          <p:nvPr/>
        </p:nvSpPr>
        <p:spPr>
          <a:xfrm>
            <a:off x="989994" y="825501"/>
            <a:ext cx="10782906" cy="3657600"/>
          </a:xfrm>
          <a:prstGeom prst="rect">
            <a:avLst/>
          </a:prstGeom>
          <a:solidFill>
            <a:schemeClr val="accent5">
              <a:lumMod val="20000"/>
              <a:lumOff val="80000"/>
            </a:schemeClr>
          </a:solidFill>
          <a:scene3d>
            <a:camera prst="orthographicFront"/>
            <a:lightRig rig="flat" dir="t"/>
          </a:scene3d>
          <a:sp3d/>
        </p:spPr>
        <p:style>
          <a:lnRef idx="0">
            <a:scrgbClr r="0" g="0" b="0"/>
          </a:lnRef>
          <a:fillRef idx="0">
            <a:scrgbClr r="0" g="0" b="0"/>
          </a:fillRef>
          <a:effectRef idx="0">
            <a:scrgbClr r="0" g="0" b="0"/>
          </a:effectRef>
          <a:fontRef idx="minor">
            <a:schemeClr val="dk1"/>
          </a:fontRef>
        </p:style>
        <p:txBody>
          <a:bodyPr spcFirstLastPara="0" vert="horz" wrap="square" lIns="121920" tIns="121920" rIns="121920" bIns="121920" numCol="1" spcCol="1270" anchor="ctr" anchorCtr="0">
            <a:noAutofit/>
          </a:bodyPr>
          <a:lstStyle/>
          <a:p>
            <a:pPr algn="just">
              <a:spcBef>
                <a:spcPct val="50000"/>
              </a:spcBef>
            </a:pPr>
            <a:r>
              <a:rPr lang="es-CO" sz="3200" dirty="0">
                <a:latin typeface="Arial Narrow" pitchFamily="34" charset="0"/>
              </a:rPr>
              <a:t>Note en los números anteriores que la posición en la que se selecciona (suponga una variable K) para comparar con todos los demás empieza en 0 y va hasta K &lt; 4 (N-1), pero las posiciones con que se comparan (suponga una variable P) siempre empieza (K+1) y van hasta la última posición P &lt; 5 (N).  Por tal motivo, para este método de ordenamiento: </a:t>
            </a:r>
            <a:r>
              <a:rPr lang="es-CO" sz="3200" b="1" spc="50" dirty="0">
                <a:ln w="11430">
                  <a:solidFill>
                    <a:schemeClr val="bg1"/>
                  </a:solidFill>
                </a:ln>
                <a:effectLst>
                  <a:outerShdw blurRad="76200" dist="50800" dir="5400000" algn="tl" rotWithShape="0">
                    <a:srgbClr val="000000">
                      <a:alpha val="65000"/>
                    </a:srgbClr>
                  </a:outerShdw>
                </a:effectLst>
                <a:latin typeface="Arial Narrow" pitchFamily="34" charset="0"/>
              </a:rPr>
              <a:t>SE HACEN 2 CICLOS Y SE HACE UNA COMPARACIÓN EN LAS DOS POSICIONES ANTERIORES</a:t>
            </a:r>
            <a:r>
              <a:rPr lang="es-CO" sz="3200" dirty="0">
                <a:latin typeface="Arial Narrow" pitchFamily="34" charset="0"/>
              </a:rPr>
              <a:t>, así:</a:t>
            </a:r>
          </a:p>
        </p:txBody>
      </p:sp>
      <p:sp>
        <p:nvSpPr>
          <p:cNvPr id="2" name="Título 1"/>
          <p:cNvSpPr>
            <a:spLocks noGrp="1"/>
          </p:cNvSpPr>
          <p:nvPr>
            <p:ph type="title"/>
          </p:nvPr>
        </p:nvSpPr>
        <p:spPr>
          <a:xfrm>
            <a:off x="989994" y="0"/>
            <a:ext cx="11369040" cy="914400"/>
          </a:xfrm>
        </p:spPr>
        <p:txBody>
          <a:bodyPr>
            <a:noAutofit/>
          </a:bodyPr>
          <a:lstStyle/>
          <a:p>
            <a:pPr algn="ctr"/>
            <a:r>
              <a:rPr lang="es-CO" sz="3800" b="1" dirty="0">
                <a:latin typeface="Bahnschrift Light SemiCondensed" panose="020B0502040204020203" pitchFamily="34" charset="0"/>
              </a:rPr>
              <a:t>“MÉTODOS DE ORDENAMIENTO SELECCIÓN C++”</a:t>
            </a:r>
          </a:p>
        </p:txBody>
      </p:sp>
      <p:pic>
        <p:nvPicPr>
          <p:cNvPr id="3" name="Imagen 2">
            <a:extLst>
              <a:ext uri="{FF2B5EF4-FFF2-40B4-BE49-F238E27FC236}">
                <a16:creationId xmlns:a16="http://schemas.microsoft.com/office/drawing/2014/main" id="{43907250-9490-487C-846E-AF873B33D9BC}"/>
              </a:ext>
            </a:extLst>
          </p:cNvPr>
          <p:cNvPicPr>
            <a:picLocks noChangeAspect="1"/>
          </p:cNvPicPr>
          <p:nvPr/>
        </p:nvPicPr>
        <p:blipFill>
          <a:blip r:embed="rId2"/>
          <a:stretch>
            <a:fillRect/>
          </a:stretch>
        </p:blipFill>
        <p:spPr>
          <a:xfrm>
            <a:off x="1362075" y="4655925"/>
            <a:ext cx="7959725" cy="1672917"/>
          </a:xfrm>
          <a:prstGeom prst="rect">
            <a:avLst/>
          </a:prstGeom>
        </p:spPr>
      </p:pic>
    </p:spTree>
    <p:extLst>
      <p:ext uri="{BB962C8B-B14F-4D97-AF65-F5344CB8AC3E}">
        <p14:creationId xmlns:p14="http://schemas.microsoft.com/office/powerpoint/2010/main" val="7216989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up)">
                                      <p:cBhvr>
                                        <p:cTn id="7" dur="1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3" name="Grupo 52">
            <a:extLst>
              <a:ext uri="{FF2B5EF4-FFF2-40B4-BE49-F238E27FC236}">
                <a16:creationId xmlns:a16="http://schemas.microsoft.com/office/drawing/2014/main" id="{FF507653-2621-1CDB-F445-62075CCFBD32}"/>
              </a:ext>
            </a:extLst>
          </p:cNvPr>
          <p:cNvGrpSpPr/>
          <p:nvPr/>
        </p:nvGrpSpPr>
        <p:grpSpPr>
          <a:xfrm>
            <a:off x="5807348" y="1357782"/>
            <a:ext cx="5194484" cy="1162049"/>
            <a:chOff x="5807348" y="1357782"/>
            <a:chExt cx="5194484" cy="1162049"/>
          </a:xfrm>
        </p:grpSpPr>
        <p:grpSp>
          <p:nvGrpSpPr>
            <p:cNvPr id="5" name="Group 3">
              <a:extLst>
                <a:ext uri="{FF2B5EF4-FFF2-40B4-BE49-F238E27FC236}">
                  <a16:creationId xmlns:a16="http://schemas.microsoft.com/office/drawing/2014/main" id="{5943A634-A6AF-4457-8038-3A48831A01EB}"/>
                </a:ext>
              </a:extLst>
            </p:cNvPr>
            <p:cNvGrpSpPr>
              <a:grpSpLocks/>
            </p:cNvGrpSpPr>
            <p:nvPr/>
          </p:nvGrpSpPr>
          <p:grpSpPr bwMode="auto">
            <a:xfrm>
              <a:off x="5807348" y="1357782"/>
              <a:ext cx="4495800" cy="1162049"/>
              <a:chOff x="2736" y="1623"/>
              <a:chExt cx="2832" cy="732"/>
            </a:xfrm>
            <a:solidFill>
              <a:schemeClr val="bg1">
                <a:lumMod val="85000"/>
              </a:schemeClr>
            </a:solidFill>
          </p:grpSpPr>
          <p:sp>
            <p:nvSpPr>
              <p:cNvPr id="6" name="Rectangle 4">
                <a:extLst>
                  <a:ext uri="{FF2B5EF4-FFF2-40B4-BE49-F238E27FC236}">
                    <a16:creationId xmlns:a16="http://schemas.microsoft.com/office/drawing/2014/main" id="{108A3997-A2EC-49A6-AEC5-BEFEB2F28107}"/>
                  </a:ext>
                </a:extLst>
              </p:cNvPr>
              <p:cNvSpPr>
                <a:spLocks noChangeArrowheads="1"/>
              </p:cNvSpPr>
              <p:nvPr/>
            </p:nvSpPr>
            <p:spPr bwMode="auto">
              <a:xfrm>
                <a:off x="3415" y="1623"/>
                <a:ext cx="431" cy="432"/>
              </a:xfrm>
              <a:prstGeom prst="rect">
                <a:avLst/>
              </a:prstGeom>
              <a:grpFill/>
              <a:ln w="38100">
                <a:solidFill>
                  <a:schemeClr val="tx1"/>
                </a:solidFill>
                <a:miter lim="800000"/>
                <a:headEnd/>
                <a:tailEnd/>
              </a:ln>
            </p:spPr>
            <p:txBody>
              <a:bodyPr wrap="none" anchor="ctr"/>
              <a:lstStyle/>
              <a:p>
                <a:endParaRPr lang="es-ES" sz="3200">
                  <a:latin typeface="Arial Narrow" pitchFamily="34" charset="0"/>
                </a:endParaRPr>
              </a:p>
            </p:txBody>
          </p:sp>
          <p:sp>
            <p:nvSpPr>
              <p:cNvPr id="8" name="Rectangle 5">
                <a:extLst>
                  <a:ext uri="{FF2B5EF4-FFF2-40B4-BE49-F238E27FC236}">
                    <a16:creationId xmlns:a16="http://schemas.microsoft.com/office/drawing/2014/main" id="{C8BAA99D-3C72-4392-8CD9-56813E36B226}"/>
                  </a:ext>
                </a:extLst>
              </p:cNvPr>
              <p:cNvSpPr>
                <a:spLocks noChangeArrowheads="1"/>
              </p:cNvSpPr>
              <p:nvPr/>
            </p:nvSpPr>
            <p:spPr bwMode="auto">
              <a:xfrm>
                <a:off x="3846" y="1623"/>
                <a:ext cx="430" cy="432"/>
              </a:xfrm>
              <a:prstGeom prst="rect">
                <a:avLst/>
              </a:prstGeom>
              <a:grpFill/>
              <a:ln w="38100">
                <a:solidFill>
                  <a:schemeClr val="tx1"/>
                </a:solidFill>
                <a:miter lim="800000"/>
                <a:headEnd/>
                <a:tailEnd/>
              </a:ln>
            </p:spPr>
            <p:txBody>
              <a:bodyPr wrap="none" anchor="ctr"/>
              <a:lstStyle/>
              <a:p>
                <a:endParaRPr lang="es-ES" sz="3200">
                  <a:latin typeface="Arial Narrow" pitchFamily="34" charset="0"/>
                </a:endParaRPr>
              </a:p>
            </p:txBody>
          </p:sp>
          <p:sp>
            <p:nvSpPr>
              <p:cNvPr id="9" name="Rectangle 6">
                <a:extLst>
                  <a:ext uri="{FF2B5EF4-FFF2-40B4-BE49-F238E27FC236}">
                    <a16:creationId xmlns:a16="http://schemas.microsoft.com/office/drawing/2014/main" id="{E19B1946-52F9-4EDA-A17D-5AC7B060501A}"/>
                  </a:ext>
                </a:extLst>
              </p:cNvPr>
              <p:cNvSpPr>
                <a:spLocks noChangeArrowheads="1"/>
              </p:cNvSpPr>
              <p:nvPr/>
            </p:nvSpPr>
            <p:spPr bwMode="auto">
              <a:xfrm>
                <a:off x="4276" y="1623"/>
                <a:ext cx="431" cy="432"/>
              </a:xfrm>
              <a:prstGeom prst="rect">
                <a:avLst/>
              </a:prstGeom>
              <a:grpFill/>
              <a:ln w="38100">
                <a:solidFill>
                  <a:schemeClr val="tx1"/>
                </a:solidFill>
                <a:miter lim="800000"/>
                <a:headEnd/>
                <a:tailEnd/>
              </a:ln>
            </p:spPr>
            <p:txBody>
              <a:bodyPr wrap="none" anchor="ctr"/>
              <a:lstStyle/>
              <a:p>
                <a:endParaRPr lang="es-ES" sz="3200">
                  <a:latin typeface="Arial Narrow" pitchFamily="34" charset="0"/>
                </a:endParaRPr>
              </a:p>
            </p:txBody>
          </p:sp>
          <p:sp>
            <p:nvSpPr>
              <p:cNvPr id="10" name="Rectangle 7">
                <a:extLst>
                  <a:ext uri="{FF2B5EF4-FFF2-40B4-BE49-F238E27FC236}">
                    <a16:creationId xmlns:a16="http://schemas.microsoft.com/office/drawing/2014/main" id="{FC08F96A-054E-4F34-B022-8FA9E3A0A09D}"/>
                  </a:ext>
                </a:extLst>
              </p:cNvPr>
              <p:cNvSpPr>
                <a:spLocks noChangeArrowheads="1"/>
              </p:cNvSpPr>
              <p:nvPr/>
            </p:nvSpPr>
            <p:spPr bwMode="auto">
              <a:xfrm>
                <a:off x="4707" y="1623"/>
                <a:ext cx="430" cy="432"/>
              </a:xfrm>
              <a:prstGeom prst="rect">
                <a:avLst/>
              </a:prstGeom>
              <a:grpFill/>
              <a:ln w="38100">
                <a:solidFill>
                  <a:schemeClr val="tx1"/>
                </a:solidFill>
                <a:miter lim="800000"/>
                <a:headEnd/>
                <a:tailEnd/>
              </a:ln>
            </p:spPr>
            <p:txBody>
              <a:bodyPr wrap="none" anchor="ctr"/>
              <a:lstStyle/>
              <a:p>
                <a:endParaRPr lang="es-ES" sz="3200">
                  <a:latin typeface="Arial Narrow" pitchFamily="34" charset="0"/>
                </a:endParaRPr>
              </a:p>
            </p:txBody>
          </p:sp>
          <p:sp>
            <p:nvSpPr>
              <p:cNvPr id="11" name="Rectangle 8">
                <a:extLst>
                  <a:ext uri="{FF2B5EF4-FFF2-40B4-BE49-F238E27FC236}">
                    <a16:creationId xmlns:a16="http://schemas.microsoft.com/office/drawing/2014/main" id="{08861FF2-7AD0-4A14-AA78-71F784D41EC6}"/>
                  </a:ext>
                </a:extLst>
              </p:cNvPr>
              <p:cNvSpPr>
                <a:spLocks noChangeArrowheads="1"/>
              </p:cNvSpPr>
              <p:nvPr/>
            </p:nvSpPr>
            <p:spPr bwMode="auto">
              <a:xfrm>
                <a:off x="5137" y="1623"/>
                <a:ext cx="431" cy="432"/>
              </a:xfrm>
              <a:prstGeom prst="rect">
                <a:avLst/>
              </a:prstGeom>
              <a:grpFill/>
              <a:ln w="38100">
                <a:solidFill>
                  <a:schemeClr val="tx1"/>
                </a:solidFill>
                <a:miter lim="800000"/>
                <a:headEnd/>
                <a:tailEnd/>
              </a:ln>
            </p:spPr>
            <p:txBody>
              <a:bodyPr wrap="none" anchor="ctr"/>
              <a:lstStyle/>
              <a:p>
                <a:endParaRPr lang="es-ES" sz="3200">
                  <a:latin typeface="Arial Narrow" pitchFamily="34" charset="0"/>
                </a:endParaRPr>
              </a:p>
            </p:txBody>
          </p:sp>
          <p:sp>
            <p:nvSpPr>
              <p:cNvPr id="12" name="Text Box 9">
                <a:extLst>
                  <a:ext uri="{FF2B5EF4-FFF2-40B4-BE49-F238E27FC236}">
                    <a16:creationId xmlns:a16="http://schemas.microsoft.com/office/drawing/2014/main" id="{19AE25BC-A9EC-406E-8903-5517F113A98F}"/>
                  </a:ext>
                </a:extLst>
              </p:cNvPr>
              <p:cNvSpPr txBox="1">
                <a:spLocks noChangeArrowheads="1"/>
              </p:cNvSpPr>
              <p:nvPr/>
            </p:nvSpPr>
            <p:spPr bwMode="auto">
              <a:xfrm>
                <a:off x="2736" y="1651"/>
                <a:ext cx="715" cy="365"/>
              </a:xfrm>
              <a:prstGeom prst="rect">
                <a:avLst/>
              </a:prstGeom>
              <a:noFill/>
              <a:ln w="9525">
                <a:noFill/>
                <a:miter lim="800000"/>
                <a:headEnd/>
                <a:tailEnd/>
              </a:ln>
            </p:spPr>
            <p:txBody>
              <a:bodyPr>
                <a:spAutoFit/>
              </a:bodyPr>
              <a:lstStyle/>
              <a:p>
                <a:pPr algn="l">
                  <a:spcBef>
                    <a:spcPct val="50000"/>
                  </a:spcBef>
                </a:pPr>
                <a:r>
                  <a:rPr lang="es-MX" sz="3200" b="1" dirty="0">
                    <a:latin typeface="Arial Narrow" pitchFamily="34" charset="0"/>
                  </a:rPr>
                  <a:t>VEC</a:t>
                </a:r>
                <a:endParaRPr lang="es-ES" sz="3200" b="1" dirty="0">
                  <a:latin typeface="Arial Narrow" pitchFamily="34" charset="0"/>
                </a:endParaRPr>
              </a:p>
            </p:txBody>
          </p:sp>
          <p:sp>
            <p:nvSpPr>
              <p:cNvPr id="13" name="Text Box 10">
                <a:extLst>
                  <a:ext uri="{FF2B5EF4-FFF2-40B4-BE49-F238E27FC236}">
                    <a16:creationId xmlns:a16="http://schemas.microsoft.com/office/drawing/2014/main" id="{E88ABFF8-5AF6-487F-BC28-5C61FCF15283}"/>
                  </a:ext>
                </a:extLst>
              </p:cNvPr>
              <p:cNvSpPr txBox="1">
                <a:spLocks noChangeArrowheads="1"/>
              </p:cNvSpPr>
              <p:nvPr/>
            </p:nvSpPr>
            <p:spPr bwMode="auto">
              <a:xfrm>
                <a:off x="3451" y="2064"/>
                <a:ext cx="2114" cy="291"/>
              </a:xfrm>
              <a:prstGeom prst="rect">
                <a:avLst/>
              </a:prstGeom>
              <a:noFill/>
              <a:ln w="9525">
                <a:noFill/>
                <a:miter lim="800000"/>
                <a:headEnd/>
                <a:tailEnd/>
              </a:ln>
            </p:spPr>
            <p:txBody>
              <a:bodyPr>
                <a:spAutoFit/>
              </a:bodyPr>
              <a:lstStyle/>
              <a:p>
                <a:pPr algn="l">
                  <a:spcBef>
                    <a:spcPct val="50000"/>
                  </a:spcBef>
                </a:pPr>
                <a:r>
                  <a:rPr lang="es-MX" sz="2400" dirty="0">
                    <a:latin typeface="Arial Narrow" pitchFamily="34" charset="0"/>
                  </a:rPr>
                  <a:t>  0        1        2        3        4 </a:t>
                </a:r>
                <a:endParaRPr lang="es-ES" sz="2400" dirty="0">
                  <a:latin typeface="Arial Narrow" pitchFamily="34" charset="0"/>
                </a:endParaRPr>
              </a:p>
            </p:txBody>
          </p:sp>
          <p:sp>
            <p:nvSpPr>
              <p:cNvPr id="14" name="Rectangle 11">
                <a:extLst>
                  <a:ext uri="{FF2B5EF4-FFF2-40B4-BE49-F238E27FC236}">
                    <a16:creationId xmlns:a16="http://schemas.microsoft.com/office/drawing/2014/main" id="{89FA6D04-F207-429B-B217-4EA7C44AE4A3}"/>
                  </a:ext>
                </a:extLst>
              </p:cNvPr>
              <p:cNvSpPr>
                <a:spLocks noChangeArrowheads="1"/>
              </p:cNvSpPr>
              <p:nvPr/>
            </p:nvSpPr>
            <p:spPr bwMode="auto">
              <a:xfrm>
                <a:off x="5172" y="1644"/>
                <a:ext cx="361" cy="383"/>
              </a:xfrm>
              <a:prstGeom prst="rect">
                <a:avLst/>
              </a:prstGeom>
              <a:grpFill/>
              <a:ln w="9525" cap="flat" cmpd="sng" algn="ctr">
                <a:solidFill>
                  <a:schemeClr val="tx1"/>
                </a:solidFill>
                <a:prstDash val="solid"/>
                <a:headEnd/>
                <a:tailEnd/>
              </a:ln>
              <a:effectLst>
                <a:outerShdw blurRad="63500" dist="25400" dir="5400000" rotWithShape="0">
                  <a:srgbClr val="000000">
                    <a:alpha val="43137"/>
                  </a:srgbClr>
                </a:outerShdw>
              </a:effectLst>
            </p:spPr>
            <p:txBody>
              <a:bodyPr wrap="none" anchor="ct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fontAlgn="base">
                  <a:spcBef>
                    <a:spcPct val="0"/>
                  </a:spcBef>
                  <a:spcAft>
                    <a:spcPct val="0"/>
                  </a:spcAft>
                </a:pPr>
                <a:r>
                  <a:rPr lang="es-MX" sz="3600" b="1" kern="0" spc="50" dirty="0">
                    <a:ln w="11430"/>
                    <a:effectLst>
                      <a:outerShdw blurRad="76200" dist="50800" dir="5400000" algn="tl" rotWithShape="0">
                        <a:srgbClr val="000000">
                          <a:alpha val="65000"/>
                        </a:srgbClr>
                      </a:outerShdw>
                    </a:effectLst>
                    <a:latin typeface="Arial Narrow" pitchFamily="34" charset="0"/>
                  </a:rPr>
                  <a:t>6</a:t>
                </a:r>
                <a:endParaRPr lang="es-ES" sz="3600" b="1" kern="0" spc="50" dirty="0">
                  <a:ln w="11430"/>
                  <a:effectLst>
                    <a:outerShdw blurRad="76200" dist="50800" dir="5400000" algn="tl" rotWithShape="0">
                      <a:srgbClr val="000000">
                        <a:alpha val="65000"/>
                      </a:srgbClr>
                    </a:outerShdw>
                  </a:effectLst>
                  <a:latin typeface="Arial Narrow" pitchFamily="34" charset="0"/>
                </a:endParaRPr>
              </a:p>
            </p:txBody>
          </p:sp>
          <p:sp>
            <p:nvSpPr>
              <p:cNvPr id="15" name="Rectangle 12">
                <a:extLst>
                  <a:ext uri="{FF2B5EF4-FFF2-40B4-BE49-F238E27FC236}">
                    <a16:creationId xmlns:a16="http://schemas.microsoft.com/office/drawing/2014/main" id="{32C4DCDE-2B35-49CF-85AE-46DFA906E63E}"/>
                  </a:ext>
                </a:extLst>
              </p:cNvPr>
              <p:cNvSpPr>
                <a:spLocks noChangeArrowheads="1"/>
              </p:cNvSpPr>
              <p:nvPr/>
            </p:nvSpPr>
            <p:spPr bwMode="auto">
              <a:xfrm>
                <a:off x="4740" y="1644"/>
                <a:ext cx="361" cy="384"/>
              </a:xfrm>
              <a:prstGeom prst="rect">
                <a:avLst/>
              </a:prstGeom>
              <a:grpFill/>
              <a:ln w="9525" cap="flat" cmpd="sng" algn="ctr">
                <a:solidFill>
                  <a:schemeClr val="tx1"/>
                </a:solidFill>
                <a:prstDash val="solid"/>
                <a:headEnd/>
                <a:tailEnd/>
              </a:ln>
              <a:effectLst>
                <a:outerShdw blurRad="63500" dist="25400" dir="5400000" rotWithShape="0">
                  <a:srgbClr val="000000">
                    <a:alpha val="43137"/>
                  </a:srgbClr>
                </a:outerShdw>
              </a:effectLst>
            </p:spPr>
            <p:txBody>
              <a:bodyPr wrap="none" anchor="ct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fontAlgn="base">
                  <a:spcBef>
                    <a:spcPct val="0"/>
                  </a:spcBef>
                  <a:spcAft>
                    <a:spcPct val="0"/>
                  </a:spcAft>
                </a:pPr>
                <a:r>
                  <a:rPr lang="es-MX" sz="3600" b="1" kern="0" spc="50" dirty="0">
                    <a:ln w="11430"/>
                    <a:effectLst>
                      <a:outerShdw blurRad="76200" dist="50800" dir="5400000" algn="tl" rotWithShape="0">
                        <a:srgbClr val="000000">
                          <a:alpha val="65000"/>
                        </a:srgbClr>
                      </a:outerShdw>
                    </a:effectLst>
                    <a:latin typeface="Arial Narrow" pitchFamily="34" charset="0"/>
                  </a:rPr>
                  <a:t>7</a:t>
                </a:r>
                <a:endParaRPr lang="es-ES" sz="3600" b="1" kern="0" spc="50" dirty="0">
                  <a:ln w="11430"/>
                  <a:effectLst>
                    <a:outerShdw blurRad="76200" dist="50800" dir="5400000" algn="tl" rotWithShape="0">
                      <a:srgbClr val="000000">
                        <a:alpha val="65000"/>
                      </a:srgbClr>
                    </a:outerShdw>
                  </a:effectLst>
                  <a:latin typeface="Arial Narrow" pitchFamily="34" charset="0"/>
                </a:endParaRPr>
              </a:p>
            </p:txBody>
          </p:sp>
          <p:sp>
            <p:nvSpPr>
              <p:cNvPr id="16" name="Rectangle 13">
                <a:extLst>
                  <a:ext uri="{FF2B5EF4-FFF2-40B4-BE49-F238E27FC236}">
                    <a16:creationId xmlns:a16="http://schemas.microsoft.com/office/drawing/2014/main" id="{063A29EF-2527-4D95-854A-94D1A557B09C}"/>
                  </a:ext>
                </a:extLst>
              </p:cNvPr>
              <p:cNvSpPr>
                <a:spLocks noChangeArrowheads="1"/>
              </p:cNvSpPr>
              <p:nvPr/>
            </p:nvSpPr>
            <p:spPr bwMode="auto">
              <a:xfrm>
                <a:off x="4308" y="1644"/>
                <a:ext cx="361" cy="384"/>
              </a:xfrm>
              <a:prstGeom prst="rect">
                <a:avLst/>
              </a:prstGeom>
              <a:grpFill/>
              <a:ln w="9525" cap="flat" cmpd="sng" algn="ctr">
                <a:solidFill>
                  <a:schemeClr val="tx1"/>
                </a:solidFill>
                <a:prstDash val="solid"/>
                <a:headEnd/>
                <a:tailEnd/>
              </a:ln>
              <a:effectLst>
                <a:outerShdw blurRad="63500" dist="25400" dir="5400000" rotWithShape="0">
                  <a:srgbClr val="000000">
                    <a:alpha val="43137"/>
                  </a:srgbClr>
                </a:outerShdw>
              </a:effectLst>
            </p:spPr>
            <p:txBody>
              <a:bodyPr wrap="none" anchor="ct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fontAlgn="base">
                  <a:spcBef>
                    <a:spcPct val="0"/>
                  </a:spcBef>
                  <a:spcAft>
                    <a:spcPct val="0"/>
                  </a:spcAft>
                </a:pPr>
                <a:r>
                  <a:rPr lang="es-MX" sz="3600" b="1" kern="0" spc="50" dirty="0">
                    <a:ln w="11430"/>
                    <a:effectLst>
                      <a:outerShdw blurRad="76200" dist="50800" dir="5400000" algn="tl" rotWithShape="0">
                        <a:srgbClr val="000000">
                          <a:alpha val="65000"/>
                        </a:srgbClr>
                      </a:outerShdw>
                    </a:effectLst>
                    <a:latin typeface="Arial Narrow" pitchFamily="34" charset="0"/>
                  </a:rPr>
                  <a:t>8</a:t>
                </a:r>
                <a:endParaRPr lang="es-ES" sz="3600" b="1" kern="0" spc="50" dirty="0">
                  <a:ln w="11430"/>
                  <a:effectLst>
                    <a:outerShdw blurRad="76200" dist="50800" dir="5400000" algn="tl" rotWithShape="0">
                      <a:srgbClr val="000000">
                        <a:alpha val="65000"/>
                      </a:srgbClr>
                    </a:outerShdw>
                  </a:effectLst>
                  <a:latin typeface="Arial Narrow" pitchFamily="34" charset="0"/>
                </a:endParaRPr>
              </a:p>
            </p:txBody>
          </p:sp>
          <p:sp>
            <p:nvSpPr>
              <p:cNvPr id="17" name="Rectangle 14">
                <a:extLst>
                  <a:ext uri="{FF2B5EF4-FFF2-40B4-BE49-F238E27FC236}">
                    <a16:creationId xmlns:a16="http://schemas.microsoft.com/office/drawing/2014/main" id="{43F715EA-4A68-4EC1-B649-8F6A1B1B9286}"/>
                  </a:ext>
                </a:extLst>
              </p:cNvPr>
              <p:cNvSpPr>
                <a:spLocks noChangeArrowheads="1"/>
              </p:cNvSpPr>
              <p:nvPr/>
            </p:nvSpPr>
            <p:spPr bwMode="auto">
              <a:xfrm>
                <a:off x="3876" y="1638"/>
                <a:ext cx="361" cy="383"/>
              </a:xfrm>
              <a:prstGeom prst="rect">
                <a:avLst/>
              </a:prstGeom>
              <a:grpFill/>
              <a:ln w="9525" cap="flat" cmpd="sng" algn="ctr">
                <a:solidFill>
                  <a:schemeClr val="tx1"/>
                </a:solidFill>
                <a:prstDash val="solid"/>
                <a:headEnd/>
                <a:tailEnd/>
              </a:ln>
              <a:effectLst>
                <a:outerShdw blurRad="63500" dist="25400" dir="5400000" rotWithShape="0">
                  <a:srgbClr val="000000">
                    <a:alpha val="43137"/>
                  </a:srgbClr>
                </a:outerShdw>
              </a:effectLst>
            </p:spPr>
            <p:txBody>
              <a:bodyPr wrap="none" anchor="ct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fontAlgn="base">
                  <a:spcBef>
                    <a:spcPct val="0"/>
                  </a:spcBef>
                  <a:spcAft>
                    <a:spcPct val="0"/>
                  </a:spcAft>
                </a:pPr>
                <a:r>
                  <a:rPr lang="es-MX" sz="3600" b="1" kern="0" spc="50" dirty="0">
                    <a:ln w="11430"/>
                    <a:effectLst>
                      <a:outerShdw blurRad="76200" dist="50800" dir="5400000" algn="tl" rotWithShape="0">
                        <a:srgbClr val="000000">
                          <a:alpha val="65000"/>
                        </a:srgbClr>
                      </a:outerShdw>
                    </a:effectLst>
                    <a:latin typeface="Arial Narrow" pitchFamily="34" charset="0"/>
                  </a:rPr>
                  <a:t>9</a:t>
                </a:r>
                <a:endParaRPr lang="es-ES" sz="3600" b="1" kern="0" spc="50" dirty="0">
                  <a:ln w="11430"/>
                  <a:effectLst>
                    <a:outerShdw blurRad="76200" dist="50800" dir="5400000" algn="tl" rotWithShape="0">
                      <a:srgbClr val="000000">
                        <a:alpha val="65000"/>
                      </a:srgbClr>
                    </a:outerShdw>
                  </a:effectLst>
                  <a:latin typeface="Arial Narrow" pitchFamily="34" charset="0"/>
                </a:endParaRPr>
              </a:p>
            </p:txBody>
          </p:sp>
          <p:sp>
            <p:nvSpPr>
              <p:cNvPr id="18" name="Rectangle 15">
                <a:extLst>
                  <a:ext uri="{FF2B5EF4-FFF2-40B4-BE49-F238E27FC236}">
                    <a16:creationId xmlns:a16="http://schemas.microsoft.com/office/drawing/2014/main" id="{E0DA4911-634B-431E-9AC9-94C76E8C6A74}"/>
                  </a:ext>
                </a:extLst>
              </p:cNvPr>
              <p:cNvSpPr>
                <a:spLocks noChangeArrowheads="1"/>
              </p:cNvSpPr>
              <p:nvPr/>
            </p:nvSpPr>
            <p:spPr bwMode="auto">
              <a:xfrm>
                <a:off x="3450" y="1644"/>
                <a:ext cx="361" cy="384"/>
              </a:xfrm>
              <a:prstGeom prst="rect">
                <a:avLst/>
              </a:prstGeom>
              <a:grpFill/>
              <a:ln w="9525" cap="flat" cmpd="sng" algn="ctr">
                <a:solidFill>
                  <a:schemeClr val="tx1"/>
                </a:solidFill>
                <a:prstDash val="solid"/>
                <a:headEnd/>
                <a:tailEnd/>
              </a:ln>
              <a:effectLst>
                <a:outerShdw blurRad="63500" dist="25400" dir="5400000" rotWithShape="0">
                  <a:srgbClr val="000000">
                    <a:alpha val="43137"/>
                  </a:srgbClr>
                </a:outerShdw>
              </a:effectLst>
            </p:spPr>
            <p:txBody>
              <a:bodyPr wrap="none" anchor="ct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fontAlgn="base">
                  <a:spcBef>
                    <a:spcPct val="0"/>
                  </a:spcBef>
                  <a:spcAft>
                    <a:spcPct val="0"/>
                  </a:spcAft>
                </a:pPr>
                <a:r>
                  <a:rPr lang="es-MX" sz="3600" b="1" kern="0" spc="50" dirty="0">
                    <a:ln w="11430"/>
                    <a:effectLst>
                      <a:outerShdw blurRad="76200" dist="50800" dir="5400000" algn="tl" rotWithShape="0">
                        <a:srgbClr val="000000">
                          <a:alpha val="65000"/>
                        </a:srgbClr>
                      </a:outerShdw>
                    </a:effectLst>
                    <a:latin typeface="Arial Narrow" pitchFamily="34" charset="0"/>
                  </a:rPr>
                  <a:t>10</a:t>
                </a:r>
                <a:endParaRPr lang="es-ES" sz="3600" b="1" kern="0" spc="50" dirty="0">
                  <a:ln w="11430"/>
                  <a:effectLst>
                    <a:outerShdw blurRad="76200" dist="50800" dir="5400000" algn="tl" rotWithShape="0">
                      <a:srgbClr val="000000">
                        <a:alpha val="65000"/>
                      </a:srgbClr>
                    </a:outerShdw>
                  </a:effectLst>
                  <a:latin typeface="Arial Narrow" pitchFamily="34" charset="0"/>
                </a:endParaRPr>
              </a:p>
            </p:txBody>
          </p:sp>
        </p:grpSp>
        <p:sp>
          <p:nvSpPr>
            <p:cNvPr id="3" name="Rectangle 7">
              <a:extLst>
                <a:ext uri="{FF2B5EF4-FFF2-40B4-BE49-F238E27FC236}">
                  <a16:creationId xmlns:a16="http://schemas.microsoft.com/office/drawing/2014/main" id="{46D5D403-1605-1F09-3DFD-604F3E83BABF}"/>
                </a:ext>
              </a:extLst>
            </p:cNvPr>
            <p:cNvSpPr>
              <a:spLocks noChangeArrowheads="1"/>
            </p:cNvSpPr>
            <p:nvPr/>
          </p:nvSpPr>
          <p:spPr bwMode="auto">
            <a:xfrm>
              <a:off x="10317619" y="1359593"/>
              <a:ext cx="684213" cy="685801"/>
            </a:xfrm>
            <a:prstGeom prst="rect">
              <a:avLst/>
            </a:prstGeom>
            <a:solidFill>
              <a:schemeClr val="bg1">
                <a:lumMod val="85000"/>
              </a:schemeClr>
            </a:solidFill>
            <a:ln w="38100">
              <a:solidFill>
                <a:schemeClr val="tx1"/>
              </a:solidFill>
              <a:miter lim="800000"/>
              <a:headEnd/>
              <a:tailEnd/>
            </a:ln>
          </p:spPr>
          <p:txBody>
            <a:bodyPr wrap="none" anchor="ctr"/>
            <a:lstStyle/>
            <a:p>
              <a:endParaRPr lang="es-ES" sz="3200">
                <a:latin typeface="Arial Narrow" pitchFamily="34" charset="0"/>
              </a:endParaRPr>
            </a:p>
          </p:txBody>
        </p:sp>
        <p:sp>
          <p:nvSpPr>
            <p:cNvPr id="4" name="Text Box 21">
              <a:extLst>
                <a:ext uri="{FF2B5EF4-FFF2-40B4-BE49-F238E27FC236}">
                  <a16:creationId xmlns:a16="http://schemas.microsoft.com/office/drawing/2014/main" id="{6D6583F1-1EBB-2A09-141A-F164CCCF3089}"/>
                </a:ext>
              </a:extLst>
            </p:cNvPr>
            <p:cNvSpPr txBox="1">
              <a:spLocks noChangeArrowheads="1"/>
            </p:cNvSpPr>
            <p:nvPr/>
          </p:nvSpPr>
          <p:spPr bwMode="auto">
            <a:xfrm>
              <a:off x="10350916" y="1397074"/>
              <a:ext cx="608014" cy="608400"/>
            </a:xfrm>
            <a:prstGeom prst="rect">
              <a:avLst/>
            </a:prstGeom>
            <a:solidFill>
              <a:schemeClr val="tx1"/>
            </a:solidFill>
            <a:ln w="9525" cap="flat" cmpd="sng" algn="ctr">
              <a:noFill/>
              <a:prstDash val="solid"/>
              <a:headEnd/>
              <a:tailEnd/>
            </a:ln>
            <a:effectLst>
              <a:outerShdw blurRad="63500" dist="25400" dir="5400000" rotWithShape="0">
                <a:srgbClr val="000000">
                  <a:alpha val="43137"/>
                </a:srgbClr>
              </a:outerShdw>
            </a:effectLst>
          </p:spPr>
          <p:txBody>
            <a:bodyPr wrap="none" anchor="ctr"/>
            <a:lstStyle>
              <a:defPPr>
                <a:defRPr lang="es-CO"/>
              </a:defPPr>
              <a:lvl1pPr algn="ctr" fontAlgn="base">
                <a:spcBef>
                  <a:spcPct val="0"/>
                </a:spcBef>
                <a:spcAft>
                  <a:spcPct val="0"/>
                </a:spcAft>
                <a:defRPr sz="3600" b="1" kern="0" spc="50">
                  <a:ln w="11430"/>
                  <a:effectLst>
                    <a:outerShdw blurRad="76200" dist="50800" dir="5400000" algn="tl" rotWithShape="0">
                      <a:srgbClr val="000000">
                        <a:alpha val="65000"/>
                      </a:srgbClr>
                    </a:outerShdw>
                  </a:effectLst>
                  <a:latin typeface="Arial Narrow" pitchFamily="34" charset="0"/>
                </a:defRPr>
              </a:lvl1pPr>
            </a:lstStyle>
            <a:p>
              <a:r>
                <a:rPr lang="es-ES" b="0" spc="0" dirty="0">
                  <a:ln w="0"/>
                  <a:solidFill>
                    <a:schemeClr val="tx1">
                      <a:lumMod val="75000"/>
                      <a:lumOff val="25000"/>
                    </a:schemeClr>
                  </a:solidFill>
                  <a:effectLst>
                    <a:outerShdw blurRad="38100" dist="25400" dir="5400000" algn="ctr" rotWithShape="0">
                      <a:srgbClr val="6E747A">
                        <a:alpha val="43000"/>
                      </a:srgbClr>
                    </a:outerShdw>
                  </a:effectLst>
                </a:rPr>
                <a:t>\0</a:t>
              </a:r>
            </a:p>
          </p:txBody>
        </p:sp>
        <p:sp>
          <p:nvSpPr>
            <p:cNvPr id="52" name="Text Box 9">
              <a:extLst>
                <a:ext uri="{FF2B5EF4-FFF2-40B4-BE49-F238E27FC236}">
                  <a16:creationId xmlns:a16="http://schemas.microsoft.com/office/drawing/2014/main" id="{A68A6F85-11C4-8E41-0678-12B5ABB13137}"/>
                </a:ext>
              </a:extLst>
            </p:cNvPr>
            <p:cNvSpPr txBox="1">
              <a:spLocks noChangeArrowheads="1"/>
            </p:cNvSpPr>
            <p:nvPr/>
          </p:nvSpPr>
          <p:spPr bwMode="auto">
            <a:xfrm>
              <a:off x="10388377" y="2052537"/>
              <a:ext cx="533091" cy="461963"/>
            </a:xfrm>
            <a:prstGeom prst="rect">
              <a:avLst/>
            </a:prstGeom>
            <a:noFill/>
            <a:ln w="9525">
              <a:noFill/>
              <a:miter lim="800000"/>
              <a:headEnd/>
              <a:tailEnd/>
            </a:ln>
          </p:spPr>
          <p:txBody>
            <a:bodyPr wrap="square">
              <a:spAutoFit/>
            </a:bodyPr>
            <a:lstStyle/>
            <a:p>
              <a:pPr algn="l">
                <a:spcBef>
                  <a:spcPct val="50000"/>
                </a:spcBef>
              </a:pPr>
              <a:r>
                <a:rPr lang="es-MX" sz="2400" dirty="0">
                  <a:latin typeface="Arial Narrow" pitchFamily="34" charset="0"/>
                </a:rPr>
                <a:t> 5 </a:t>
              </a:r>
              <a:endParaRPr lang="es-ES" sz="2400" dirty="0">
                <a:latin typeface="Arial Narrow" pitchFamily="34" charset="0"/>
              </a:endParaRPr>
            </a:p>
          </p:txBody>
        </p:sp>
      </p:grpSp>
      <p:sp>
        <p:nvSpPr>
          <p:cNvPr id="7" name="CuadroTexto 6">
            <a:extLst>
              <a:ext uri="{FF2B5EF4-FFF2-40B4-BE49-F238E27FC236}">
                <a16:creationId xmlns:a16="http://schemas.microsoft.com/office/drawing/2014/main" id="{B3245438-2EFA-4DBF-85CF-60E0A78BBF68}"/>
              </a:ext>
            </a:extLst>
          </p:cNvPr>
          <p:cNvSpPr txBox="1"/>
          <p:nvPr/>
        </p:nvSpPr>
        <p:spPr>
          <a:xfrm>
            <a:off x="989994" y="3060700"/>
            <a:ext cx="10782906" cy="1422400"/>
          </a:xfrm>
          <a:prstGeom prst="rect">
            <a:avLst/>
          </a:prstGeom>
          <a:solidFill>
            <a:schemeClr val="accent5">
              <a:lumMod val="20000"/>
              <a:lumOff val="80000"/>
            </a:schemeClr>
          </a:solidFill>
          <a:scene3d>
            <a:camera prst="orthographicFront"/>
            <a:lightRig rig="flat" dir="t"/>
          </a:scene3d>
          <a:sp3d/>
        </p:spPr>
        <p:style>
          <a:lnRef idx="0">
            <a:scrgbClr r="0" g="0" b="0"/>
          </a:lnRef>
          <a:fillRef idx="0">
            <a:scrgbClr r="0" g="0" b="0"/>
          </a:fillRef>
          <a:effectRef idx="0">
            <a:scrgbClr r="0" g="0" b="0"/>
          </a:effectRef>
          <a:fontRef idx="minor">
            <a:schemeClr val="dk1"/>
          </a:fontRef>
        </p:style>
        <p:txBody>
          <a:bodyPr spcFirstLastPara="0" vert="horz" wrap="square" lIns="121920" tIns="121920" rIns="121920" bIns="121920" numCol="1" spcCol="1270" anchor="ctr" anchorCtr="0">
            <a:noAutofit/>
          </a:bodyPr>
          <a:lstStyle/>
          <a:p>
            <a:r>
              <a:rPr lang="es-MX" sz="2800" dirty="0"/>
              <a:t>Observe que el método de selección llevó el ELEMENTO MENOR hacia el lado izquierdo quedando de la siguiente forma. Este es el resultado luego del primer pasón:</a:t>
            </a:r>
            <a:endParaRPr lang="es-ES" sz="2800" dirty="0"/>
          </a:p>
        </p:txBody>
      </p:sp>
      <p:sp>
        <p:nvSpPr>
          <p:cNvPr id="2" name="Título 1"/>
          <p:cNvSpPr>
            <a:spLocks noGrp="1"/>
          </p:cNvSpPr>
          <p:nvPr>
            <p:ph type="title"/>
          </p:nvPr>
        </p:nvSpPr>
        <p:spPr>
          <a:xfrm>
            <a:off x="989994" y="0"/>
            <a:ext cx="11369040" cy="914400"/>
          </a:xfrm>
        </p:spPr>
        <p:txBody>
          <a:bodyPr>
            <a:noAutofit/>
          </a:bodyPr>
          <a:lstStyle/>
          <a:p>
            <a:pPr algn="ctr"/>
            <a:r>
              <a:rPr lang="es-CO" sz="3800" b="1" dirty="0">
                <a:latin typeface="Bahnschrift Light SemiCondensed" panose="020B0502040204020203" pitchFamily="34" charset="0"/>
              </a:rPr>
              <a:t>“MÉTODOS DE ORDENAMIENTO SELECCIÓN C++”</a:t>
            </a:r>
          </a:p>
        </p:txBody>
      </p:sp>
      <p:sp>
        <p:nvSpPr>
          <p:cNvPr id="19" name="Text Box 16">
            <a:extLst>
              <a:ext uri="{FF2B5EF4-FFF2-40B4-BE49-F238E27FC236}">
                <a16:creationId xmlns:a16="http://schemas.microsoft.com/office/drawing/2014/main" id="{8C3D9BE7-413F-4AEC-A3BB-80F49591CE5A}"/>
              </a:ext>
            </a:extLst>
          </p:cNvPr>
          <p:cNvSpPr txBox="1">
            <a:spLocks noChangeArrowheads="1"/>
          </p:cNvSpPr>
          <p:nvPr/>
        </p:nvSpPr>
        <p:spPr bwMode="auto">
          <a:xfrm>
            <a:off x="2471812" y="1133376"/>
            <a:ext cx="3124200" cy="1015663"/>
          </a:xfrm>
          <a:prstGeom prst="rect">
            <a:avLst/>
          </a:prstGeom>
          <a:ln>
            <a:headEnd/>
            <a:tailEnd/>
          </a:ln>
        </p:spPr>
        <p:style>
          <a:lnRef idx="1">
            <a:schemeClr val="accent3"/>
          </a:lnRef>
          <a:fillRef idx="2">
            <a:schemeClr val="accent3"/>
          </a:fillRef>
          <a:effectRef idx="1">
            <a:schemeClr val="accent3"/>
          </a:effectRef>
          <a:fontRef idx="minor">
            <a:schemeClr val="dk1"/>
          </a:fontRef>
        </p:style>
        <p:txBody>
          <a:bodyPr wrap="square">
            <a:spAutoFit/>
          </a:bodyPr>
          <a:lstStyle>
            <a:defPPr>
              <a:defRPr lang="es-CO"/>
            </a:defPPr>
            <a:lvl1pPr algn="ctr" fontAlgn="base">
              <a:spcBef>
                <a:spcPct val="50000"/>
              </a:spcBef>
              <a:spcAft>
                <a:spcPct val="0"/>
              </a:spcAft>
              <a:defRPr sz="2400">
                <a:solidFill>
                  <a:prstClr val="black"/>
                </a:solidFill>
                <a:latin typeface="Arial Narrow" pitchFamily="34" charset="0"/>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r>
              <a:rPr lang="es-MX" b="1" dirty="0" err="1"/>
              <a:t>If</a:t>
            </a:r>
            <a:r>
              <a:rPr lang="es-MX" b="1" dirty="0"/>
              <a:t> (VEC[0] &gt; VEC[1])</a:t>
            </a:r>
          </a:p>
          <a:p>
            <a:r>
              <a:rPr lang="es-MX" dirty="0"/>
              <a:t>Intercambia</a:t>
            </a:r>
          </a:p>
        </p:txBody>
      </p:sp>
      <p:cxnSp>
        <p:nvCxnSpPr>
          <p:cNvPr id="20" name="AutoShape 17">
            <a:extLst>
              <a:ext uri="{FF2B5EF4-FFF2-40B4-BE49-F238E27FC236}">
                <a16:creationId xmlns:a16="http://schemas.microsoft.com/office/drawing/2014/main" id="{00092BC0-4507-46DA-A5EF-EA415D34D746}"/>
              </a:ext>
            </a:extLst>
          </p:cNvPr>
          <p:cNvCxnSpPr>
            <a:cxnSpLocks noChangeShapeType="1"/>
          </p:cNvCxnSpPr>
          <p:nvPr/>
        </p:nvCxnSpPr>
        <p:spPr bwMode="auto">
          <a:xfrm rot="5400000" flipV="1">
            <a:off x="7521054" y="953765"/>
            <a:ext cx="1588" cy="685800"/>
          </a:xfrm>
          <a:prstGeom prst="bentConnector3">
            <a:avLst>
              <a:gd name="adj1" fmla="val -14400005"/>
            </a:avLst>
          </a:prstGeom>
          <a:noFill/>
          <a:ln w="38100">
            <a:solidFill>
              <a:schemeClr val="tx1"/>
            </a:solidFill>
            <a:miter lim="800000"/>
            <a:headEnd type="triangle" w="med" len="med"/>
            <a:tailEnd type="triangle" w="med" len="med"/>
          </a:ln>
          <a:effectLst>
            <a:prstShdw prst="shdw13" dist="53882" dir="13500000">
              <a:schemeClr val="bg2"/>
            </a:prstShdw>
          </a:effectLst>
        </p:spPr>
      </p:cxnSp>
      <p:sp>
        <p:nvSpPr>
          <p:cNvPr id="21" name="Text Box 18">
            <a:extLst>
              <a:ext uri="{FF2B5EF4-FFF2-40B4-BE49-F238E27FC236}">
                <a16:creationId xmlns:a16="http://schemas.microsoft.com/office/drawing/2014/main" id="{0EB32CBC-0CA8-4F38-A0CF-8B37F403AD70}"/>
              </a:ext>
            </a:extLst>
          </p:cNvPr>
          <p:cNvSpPr txBox="1">
            <a:spLocks noChangeArrowheads="1"/>
          </p:cNvSpPr>
          <p:nvPr/>
        </p:nvSpPr>
        <p:spPr bwMode="auto">
          <a:xfrm>
            <a:off x="2501975" y="1127026"/>
            <a:ext cx="3124200" cy="1015663"/>
          </a:xfrm>
          <a:prstGeom prst="rect">
            <a:avLst/>
          </a:prstGeom>
          <a:ln>
            <a:headEnd/>
            <a:tailEnd/>
          </a:ln>
        </p:spPr>
        <p:style>
          <a:lnRef idx="1">
            <a:schemeClr val="accent3"/>
          </a:lnRef>
          <a:fillRef idx="2">
            <a:schemeClr val="accent3"/>
          </a:fillRef>
          <a:effectRef idx="1">
            <a:schemeClr val="accent3"/>
          </a:effectRef>
          <a:fontRef idx="minor">
            <a:schemeClr val="dk1"/>
          </a:fontRef>
        </p:style>
        <p:txBody>
          <a:bodyPr wrap="square">
            <a:spAutoFit/>
          </a:bodyPr>
          <a:lstStyle>
            <a:defPPr>
              <a:defRPr lang="es-CO"/>
            </a:defPPr>
            <a:lvl1pPr algn="ctr" fontAlgn="base">
              <a:spcBef>
                <a:spcPct val="50000"/>
              </a:spcBef>
              <a:spcAft>
                <a:spcPct val="0"/>
              </a:spcAft>
              <a:defRPr sz="2400">
                <a:solidFill>
                  <a:prstClr val="black"/>
                </a:solidFill>
                <a:latin typeface="Arial Narrow" pitchFamily="34" charset="0"/>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r>
              <a:rPr lang="es-MX" b="1" dirty="0" err="1"/>
              <a:t>If</a:t>
            </a:r>
            <a:r>
              <a:rPr lang="es-MX" b="1" dirty="0"/>
              <a:t> (VEC[0] &gt; VEC[2])</a:t>
            </a:r>
          </a:p>
          <a:p>
            <a:r>
              <a:rPr lang="es-MX" dirty="0"/>
              <a:t>Intercambia </a:t>
            </a:r>
          </a:p>
        </p:txBody>
      </p:sp>
      <p:cxnSp>
        <p:nvCxnSpPr>
          <p:cNvPr id="22" name="AutoShape 19">
            <a:extLst>
              <a:ext uri="{FF2B5EF4-FFF2-40B4-BE49-F238E27FC236}">
                <a16:creationId xmlns:a16="http://schemas.microsoft.com/office/drawing/2014/main" id="{1CED1EA7-E612-4D2D-B3BC-372BFABDD189}"/>
              </a:ext>
            </a:extLst>
          </p:cNvPr>
          <p:cNvCxnSpPr>
            <a:cxnSpLocks noChangeShapeType="1"/>
          </p:cNvCxnSpPr>
          <p:nvPr/>
        </p:nvCxnSpPr>
        <p:spPr bwMode="auto">
          <a:xfrm rot="-5400000">
            <a:off x="7790930" y="612452"/>
            <a:ext cx="30162" cy="1336675"/>
          </a:xfrm>
          <a:prstGeom prst="bentConnector3">
            <a:avLst>
              <a:gd name="adj1" fmla="val 857894"/>
            </a:avLst>
          </a:prstGeom>
          <a:noFill/>
          <a:ln w="38100">
            <a:solidFill>
              <a:schemeClr val="tx1"/>
            </a:solidFill>
            <a:miter lim="800000"/>
            <a:headEnd type="triangle" w="med" len="med"/>
            <a:tailEnd type="triangle" w="med" len="med"/>
          </a:ln>
          <a:effectLst>
            <a:prstShdw prst="shdw13" dist="53882" dir="13500000">
              <a:schemeClr val="bg2"/>
            </a:prstShdw>
          </a:effectLst>
        </p:spPr>
      </p:cxnSp>
      <p:sp>
        <p:nvSpPr>
          <p:cNvPr id="23" name="Text Box 20">
            <a:extLst>
              <a:ext uri="{FF2B5EF4-FFF2-40B4-BE49-F238E27FC236}">
                <a16:creationId xmlns:a16="http://schemas.microsoft.com/office/drawing/2014/main" id="{6ECCB7FB-E753-47B5-AE4A-44F04DD1D7AD}"/>
              </a:ext>
            </a:extLst>
          </p:cNvPr>
          <p:cNvSpPr txBox="1">
            <a:spLocks noChangeArrowheads="1"/>
          </p:cNvSpPr>
          <p:nvPr/>
        </p:nvSpPr>
        <p:spPr bwMode="auto">
          <a:xfrm>
            <a:off x="2472512" y="1133376"/>
            <a:ext cx="3124200" cy="1015663"/>
          </a:xfrm>
          <a:prstGeom prst="rect">
            <a:avLst/>
          </a:prstGeom>
          <a:ln>
            <a:headEnd/>
            <a:tailEnd/>
          </a:ln>
        </p:spPr>
        <p:style>
          <a:lnRef idx="1">
            <a:schemeClr val="accent3"/>
          </a:lnRef>
          <a:fillRef idx="2">
            <a:schemeClr val="accent3"/>
          </a:fillRef>
          <a:effectRef idx="1">
            <a:schemeClr val="accent3"/>
          </a:effectRef>
          <a:fontRef idx="minor">
            <a:schemeClr val="dk1"/>
          </a:fontRef>
        </p:style>
        <p:txBody>
          <a:bodyPr wrap="square">
            <a:spAutoFit/>
          </a:bodyPr>
          <a:lstStyle>
            <a:defPPr>
              <a:defRPr lang="es-CO"/>
            </a:defPPr>
            <a:lvl1pPr algn="ctr" fontAlgn="base">
              <a:spcBef>
                <a:spcPct val="50000"/>
              </a:spcBef>
              <a:spcAft>
                <a:spcPct val="0"/>
              </a:spcAft>
              <a:defRPr sz="2400">
                <a:solidFill>
                  <a:prstClr val="black"/>
                </a:solidFill>
                <a:latin typeface="Arial Narrow" pitchFamily="34" charset="0"/>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r>
              <a:rPr lang="es-MX" b="1" dirty="0" err="1"/>
              <a:t>If</a:t>
            </a:r>
            <a:r>
              <a:rPr lang="es-MX" b="1" dirty="0"/>
              <a:t> (VEC[0] &gt; VEC[3])</a:t>
            </a:r>
          </a:p>
          <a:p>
            <a:r>
              <a:rPr lang="es-MX" dirty="0"/>
              <a:t>Intercambia</a:t>
            </a:r>
          </a:p>
        </p:txBody>
      </p:sp>
      <p:cxnSp>
        <p:nvCxnSpPr>
          <p:cNvPr id="24" name="AutoShape 21">
            <a:extLst>
              <a:ext uri="{FF2B5EF4-FFF2-40B4-BE49-F238E27FC236}">
                <a16:creationId xmlns:a16="http://schemas.microsoft.com/office/drawing/2014/main" id="{A06F1438-AC25-4434-A846-17F776738A56}"/>
              </a:ext>
            </a:extLst>
          </p:cNvPr>
          <p:cNvCxnSpPr>
            <a:cxnSpLocks noChangeShapeType="1"/>
          </p:cNvCxnSpPr>
          <p:nvPr/>
        </p:nvCxnSpPr>
        <p:spPr bwMode="auto">
          <a:xfrm rot="-5400000">
            <a:off x="8175105" y="269552"/>
            <a:ext cx="30162" cy="2022475"/>
          </a:xfrm>
          <a:prstGeom prst="bentConnector3">
            <a:avLst>
              <a:gd name="adj1" fmla="val 857894"/>
            </a:avLst>
          </a:prstGeom>
          <a:noFill/>
          <a:ln w="38100">
            <a:solidFill>
              <a:schemeClr val="tx1"/>
            </a:solidFill>
            <a:miter lim="800000"/>
            <a:headEnd type="triangle" w="med" len="med"/>
            <a:tailEnd type="triangle" w="med" len="med"/>
          </a:ln>
          <a:effectLst>
            <a:prstShdw prst="shdw13" dist="53882" dir="13500000">
              <a:schemeClr val="bg2"/>
            </a:prstShdw>
          </a:effectLst>
        </p:spPr>
      </p:cxnSp>
      <p:sp>
        <p:nvSpPr>
          <p:cNvPr id="25" name="Text Box 22">
            <a:extLst>
              <a:ext uri="{FF2B5EF4-FFF2-40B4-BE49-F238E27FC236}">
                <a16:creationId xmlns:a16="http://schemas.microsoft.com/office/drawing/2014/main" id="{7EA048BE-E846-4167-9537-FF9D385EA7AD}"/>
              </a:ext>
            </a:extLst>
          </p:cNvPr>
          <p:cNvSpPr txBox="1">
            <a:spLocks noChangeArrowheads="1"/>
          </p:cNvSpPr>
          <p:nvPr/>
        </p:nvSpPr>
        <p:spPr bwMode="auto">
          <a:xfrm>
            <a:off x="2485018" y="1144488"/>
            <a:ext cx="3124200" cy="1015663"/>
          </a:xfrm>
          <a:prstGeom prst="rect">
            <a:avLst/>
          </a:prstGeom>
          <a:ln>
            <a:headEnd/>
            <a:tailEnd/>
          </a:ln>
        </p:spPr>
        <p:style>
          <a:lnRef idx="1">
            <a:schemeClr val="accent3"/>
          </a:lnRef>
          <a:fillRef idx="2">
            <a:schemeClr val="accent3"/>
          </a:fillRef>
          <a:effectRef idx="1">
            <a:schemeClr val="accent3"/>
          </a:effectRef>
          <a:fontRef idx="minor">
            <a:schemeClr val="dk1"/>
          </a:fontRef>
        </p:style>
        <p:txBody>
          <a:bodyPr wrap="square">
            <a:spAutoFit/>
          </a:bodyPr>
          <a:lstStyle>
            <a:defPPr>
              <a:defRPr lang="es-CO"/>
            </a:defPPr>
            <a:lvl1pPr algn="ctr" fontAlgn="base">
              <a:spcBef>
                <a:spcPct val="50000"/>
              </a:spcBef>
              <a:spcAft>
                <a:spcPct val="0"/>
              </a:spcAft>
              <a:defRPr sz="2400">
                <a:solidFill>
                  <a:prstClr val="black"/>
                </a:solidFill>
                <a:latin typeface="Arial Narrow" pitchFamily="34" charset="0"/>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r>
              <a:rPr lang="es-MX" b="1" dirty="0"/>
              <a:t>if (VEC[0] &gt; VEC[4])</a:t>
            </a:r>
          </a:p>
          <a:p>
            <a:r>
              <a:rPr lang="es-MX" dirty="0"/>
              <a:t>Intercambia;</a:t>
            </a:r>
          </a:p>
        </p:txBody>
      </p:sp>
      <p:cxnSp>
        <p:nvCxnSpPr>
          <p:cNvPr id="26" name="AutoShape 23">
            <a:extLst>
              <a:ext uri="{FF2B5EF4-FFF2-40B4-BE49-F238E27FC236}">
                <a16:creationId xmlns:a16="http://schemas.microsoft.com/office/drawing/2014/main" id="{AF854110-7B89-40C2-9F69-C3AB31B65894}"/>
              </a:ext>
            </a:extLst>
          </p:cNvPr>
          <p:cNvCxnSpPr>
            <a:cxnSpLocks noChangeShapeType="1"/>
          </p:cNvCxnSpPr>
          <p:nvPr/>
        </p:nvCxnSpPr>
        <p:spPr bwMode="auto">
          <a:xfrm rot="5400000" flipV="1">
            <a:off x="8550548" y="-67791"/>
            <a:ext cx="7938" cy="2735262"/>
          </a:xfrm>
          <a:prstGeom prst="bentConnector3">
            <a:avLst>
              <a:gd name="adj1" fmla="val -2880000"/>
            </a:avLst>
          </a:prstGeom>
          <a:noFill/>
          <a:ln w="38100">
            <a:solidFill>
              <a:schemeClr val="tx1"/>
            </a:solidFill>
            <a:miter lim="800000"/>
            <a:headEnd type="triangle" w="med" len="med"/>
            <a:tailEnd type="triangle" w="med" len="med"/>
          </a:ln>
          <a:effectLst>
            <a:prstShdw prst="shdw13" dist="53882" dir="13500000">
              <a:schemeClr val="bg2"/>
            </a:prstShdw>
          </a:effectLst>
        </p:spPr>
      </p:cxnSp>
      <p:grpSp>
        <p:nvGrpSpPr>
          <p:cNvPr id="27" name="Group 24">
            <a:extLst>
              <a:ext uri="{FF2B5EF4-FFF2-40B4-BE49-F238E27FC236}">
                <a16:creationId xmlns:a16="http://schemas.microsoft.com/office/drawing/2014/main" id="{852B8EF0-746A-4A1C-86BC-B7EC34C9849F}"/>
              </a:ext>
            </a:extLst>
          </p:cNvPr>
          <p:cNvGrpSpPr>
            <a:grpSpLocks/>
          </p:cNvGrpSpPr>
          <p:nvPr/>
        </p:nvGrpSpPr>
        <p:grpSpPr bwMode="auto">
          <a:xfrm>
            <a:off x="6934476" y="1386339"/>
            <a:ext cx="1255713" cy="609596"/>
            <a:chOff x="3290" y="2025"/>
            <a:chExt cx="791" cy="384"/>
          </a:xfrm>
          <a:solidFill>
            <a:schemeClr val="bg1">
              <a:lumMod val="85000"/>
            </a:schemeClr>
          </a:solidFill>
        </p:grpSpPr>
        <p:sp>
          <p:nvSpPr>
            <p:cNvPr id="28" name="Text Box 25">
              <a:extLst>
                <a:ext uri="{FF2B5EF4-FFF2-40B4-BE49-F238E27FC236}">
                  <a16:creationId xmlns:a16="http://schemas.microsoft.com/office/drawing/2014/main" id="{40C06A9B-CDB7-41D2-BDC4-18F9A6F164BF}"/>
                </a:ext>
              </a:extLst>
            </p:cNvPr>
            <p:cNvSpPr txBox="1">
              <a:spLocks noChangeArrowheads="1"/>
            </p:cNvSpPr>
            <p:nvPr/>
          </p:nvSpPr>
          <p:spPr bwMode="auto">
            <a:xfrm>
              <a:off x="3290" y="2026"/>
              <a:ext cx="361" cy="383"/>
            </a:xfrm>
            <a:prstGeom prst="rect">
              <a:avLst/>
            </a:prstGeom>
            <a:grpFill/>
            <a:ln w="9525" cap="flat" cmpd="sng" algn="ctr">
              <a:solidFill>
                <a:schemeClr val="tx1"/>
              </a:solidFill>
              <a:prstDash val="solid"/>
              <a:headEnd/>
              <a:tailEnd/>
            </a:ln>
            <a:effectLst>
              <a:outerShdw blurRad="63500" dist="25400" dir="5400000" rotWithShape="0">
                <a:srgbClr val="000000">
                  <a:alpha val="43137"/>
                </a:srgbClr>
              </a:outerShdw>
            </a:effectLst>
          </p:spPr>
          <p:txBody>
            <a:bodyPr wrap="none" anchor="ctr">
              <a:scene3d>
                <a:camera prst="orthographicFront"/>
                <a:lightRig rig="soft" dir="tl">
                  <a:rot lat="0" lon="0" rev="0"/>
                </a:lightRig>
              </a:scene3d>
              <a:sp3d contourW="25400" prstMaterial="matte">
                <a:bevelT w="25400" h="55880" prst="artDeco"/>
                <a:contourClr>
                  <a:schemeClr val="accent2">
                    <a:tint val="20000"/>
                  </a:schemeClr>
                </a:contourClr>
              </a:sp3d>
            </a:bodyPr>
            <a:lstStyle>
              <a:defPPr>
                <a:defRPr lang="es-CO"/>
              </a:defPPr>
              <a:lvl1pPr algn="ctr" fontAlgn="base">
                <a:spcBef>
                  <a:spcPct val="0"/>
                </a:spcBef>
                <a:spcAft>
                  <a:spcPct val="0"/>
                </a:spcAft>
                <a:defRPr sz="3600" b="1" kern="0" spc="50">
                  <a:ln w="11430"/>
                  <a:effectLst>
                    <a:outerShdw blurRad="76200" dist="50800" dir="5400000" algn="tl" rotWithShape="0">
                      <a:srgbClr val="000000">
                        <a:alpha val="65000"/>
                      </a:srgbClr>
                    </a:outerShdw>
                  </a:effectLst>
                  <a:latin typeface="Arial Narrow" pitchFamily="34" charset="0"/>
                </a:defRPr>
              </a:lvl1pPr>
            </a:lstStyle>
            <a:p>
              <a:r>
                <a:rPr lang="es-MX" dirty="0"/>
                <a:t>9</a:t>
              </a:r>
              <a:endParaRPr lang="es-ES" dirty="0"/>
            </a:p>
          </p:txBody>
        </p:sp>
        <p:sp>
          <p:nvSpPr>
            <p:cNvPr id="29" name="Text Box 26">
              <a:extLst>
                <a:ext uri="{FF2B5EF4-FFF2-40B4-BE49-F238E27FC236}">
                  <a16:creationId xmlns:a16="http://schemas.microsoft.com/office/drawing/2014/main" id="{6E30492B-2F7C-45C1-9860-975F6EBAA03A}"/>
                </a:ext>
              </a:extLst>
            </p:cNvPr>
            <p:cNvSpPr txBox="1">
              <a:spLocks noChangeArrowheads="1"/>
            </p:cNvSpPr>
            <p:nvPr/>
          </p:nvSpPr>
          <p:spPr bwMode="auto">
            <a:xfrm>
              <a:off x="3720" y="2025"/>
              <a:ext cx="361" cy="383"/>
            </a:xfrm>
            <a:prstGeom prst="rect">
              <a:avLst/>
            </a:prstGeom>
            <a:grpFill/>
            <a:ln w="9525" cap="flat" cmpd="sng" algn="ctr">
              <a:solidFill>
                <a:schemeClr val="tx1"/>
              </a:solidFill>
              <a:prstDash val="solid"/>
              <a:headEnd/>
              <a:tailEnd/>
            </a:ln>
            <a:effectLst>
              <a:outerShdw blurRad="63500" dist="25400" dir="5400000" rotWithShape="0">
                <a:srgbClr val="000000">
                  <a:alpha val="43137"/>
                </a:srgbClr>
              </a:outerShdw>
            </a:effectLst>
          </p:spPr>
          <p:txBody>
            <a:bodyPr wrap="none" anchor="ctr">
              <a:scene3d>
                <a:camera prst="orthographicFront"/>
                <a:lightRig rig="soft" dir="tl">
                  <a:rot lat="0" lon="0" rev="0"/>
                </a:lightRig>
              </a:scene3d>
              <a:sp3d contourW="25400" prstMaterial="matte">
                <a:bevelT w="25400" h="55880" prst="artDeco"/>
                <a:contourClr>
                  <a:schemeClr val="accent2">
                    <a:tint val="20000"/>
                  </a:schemeClr>
                </a:contourClr>
              </a:sp3d>
            </a:bodyPr>
            <a:lstStyle>
              <a:defPPr>
                <a:defRPr lang="es-CO"/>
              </a:defPPr>
              <a:lvl1pPr algn="ctr" fontAlgn="base">
                <a:spcBef>
                  <a:spcPct val="0"/>
                </a:spcBef>
                <a:spcAft>
                  <a:spcPct val="0"/>
                </a:spcAft>
                <a:defRPr sz="3600" b="1" kern="0" spc="50">
                  <a:ln w="11430"/>
                  <a:effectLst>
                    <a:outerShdw blurRad="76200" dist="50800" dir="5400000" algn="tl" rotWithShape="0">
                      <a:srgbClr val="000000">
                        <a:alpha val="65000"/>
                      </a:srgbClr>
                    </a:outerShdw>
                  </a:effectLst>
                  <a:latin typeface="Arial Narrow" pitchFamily="34" charset="0"/>
                </a:defRPr>
              </a:lvl1pPr>
            </a:lstStyle>
            <a:p>
              <a:r>
                <a:rPr lang="es-MX" dirty="0"/>
                <a:t>10</a:t>
              </a:r>
              <a:endParaRPr lang="es-ES" dirty="0"/>
            </a:p>
          </p:txBody>
        </p:sp>
      </p:grpSp>
      <p:grpSp>
        <p:nvGrpSpPr>
          <p:cNvPr id="30" name="Group 50">
            <a:extLst>
              <a:ext uri="{FF2B5EF4-FFF2-40B4-BE49-F238E27FC236}">
                <a16:creationId xmlns:a16="http://schemas.microsoft.com/office/drawing/2014/main" id="{7611C489-1A18-4D28-ACBC-8E4A6174CCD3}"/>
              </a:ext>
            </a:extLst>
          </p:cNvPr>
          <p:cNvGrpSpPr>
            <a:grpSpLocks/>
          </p:cNvGrpSpPr>
          <p:nvPr/>
        </p:nvGrpSpPr>
        <p:grpSpPr bwMode="auto">
          <a:xfrm>
            <a:off x="6934668" y="1387019"/>
            <a:ext cx="1949451" cy="609600"/>
            <a:chOff x="3325" y="1676"/>
            <a:chExt cx="1228" cy="384"/>
          </a:xfrm>
          <a:solidFill>
            <a:schemeClr val="bg1">
              <a:lumMod val="85000"/>
            </a:schemeClr>
          </a:solidFill>
        </p:grpSpPr>
        <p:sp>
          <p:nvSpPr>
            <p:cNvPr id="31" name="Text Box 28">
              <a:extLst>
                <a:ext uri="{FF2B5EF4-FFF2-40B4-BE49-F238E27FC236}">
                  <a16:creationId xmlns:a16="http://schemas.microsoft.com/office/drawing/2014/main" id="{E5BBC1CE-8732-4DF0-A3B8-8512DD49EEA0}"/>
                </a:ext>
              </a:extLst>
            </p:cNvPr>
            <p:cNvSpPr txBox="1">
              <a:spLocks noChangeArrowheads="1"/>
            </p:cNvSpPr>
            <p:nvPr/>
          </p:nvSpPr>
          <p:spPr bwMode="auto">
            <a:xfrm>
              <a:off x="3325" y="1677"/>
              <a:ext cx="361" cy="383"/>
            </a:xfrm>
            <a:prstGeom prst="rect">
              <a:avLst/>
            </a:prstGeom>
            <a:grpFill/>
            <a:ln w="9525" cap="flat" cmpd="sng" algn="ctr">
              <a:solidFill>
                <a:schemeClr val="tx1"/>
              </a:solidFill>
              <a:prstDash val="solid"/>
              <a:headEnd/>
              <a:tailEnd/>
            </a:ln>
            <a:effectLst>
              <a:outerShdw blurRad="63500" dist="25400" dir="5400000" rotWithShape="0">
                <a:srgbClr val="000000">
                  <a:alpha val="43137"/>
                </a:srgbClr>
              </a:outerShdw>
            </a:effectLst>
          </p:spPr>
          <p:txBody>
            <a:bodyPr wrap="none" anchor="ctr">
              <a:scene3d>
                <a:camera prst="orthographicFront"/>
                <a:lightRig rig="soft" dir="tl">
                  <a:rot lat="0" lon="0" rev="0"/>
                </a:lightRig>
              </a:scene3d>
              <a:sp3d contourW="25400" prstMaterial="matte">
                <a:bevelT w="25400" h="55880" prst="artDeco"/>
                <a:contourClr>
                  <a:schemeClr val="accent2">
                    <a:tint val="20000"/>
                  </a:schemeClr>
                </a:contourClr>
              </a:sp3d>
            </a:bodyPr>
            <a:lstStyle>
              <a:defPPr>
                <a:defRPr lang="es-CO"/>
              </a:defPPr>
              <a:lvl1pPr algn="ctr" fontAlgn="base">
                <a:spcBef>
                  <a:spcPct val="0"/>
                </a:spcBef>
                <a:spcAft>
                  <a:spcPct val="0"/>
                </a:spcAft>
                <a:defRPr sz="3600" b="1" kern="0" spc="50">
                  <a:ln w="11430"/>
                  <a:effectLst>
                    <a:outerShdw blurRad="76200" dist="50800" dir="5400000" algn="tl" rotWithShape="0">
                      <a:srgbClr val="000000">
                        <a:alpha val="65000"/>
                      </a:srgbClr>
                    </a:outerShdw>
                  </a:effectLst>
                  <a:latin typeface="Arial Narrow" pitchFamily="34" charset="0"/>
                </a:defRPr>
              </a:lvl1pPr>
            </a:lstStyle>
            <a:p>
              <a:r>
                <a:rPr lang="es-MX" dirty="0"/>
                <a:t>8</a:t>
              </a:r>
              <a:endParaRPr lang="es-ES" dirty="0"/>
            </a:p>
          </p:txBody>
        </p:sp>
        <p:sp>
          <p:nvSpPr>
            <p:cNvPr id="32" name="Text Box 29">
              <a:extLst>
                <a:ext uri="{FF2B5EF4-FFF2-40B4-BE49-F238E27FC236}">
                  <a16:creationId xmlns:a16="http://schemas.microsoft.com/office/drawing/2014/main" id="{37ECA6BB-28D8-43C2-BD90-8DF91AD61F13}"/>
                </a:ext>
              </a:extLst>
            </p:cNvPr>
            <p:cNvSpPr txBox="1">
              <a:spLocks noChangeArrowheads="1"/>
            </p:cNvSpPr>
            <p:nvPr/>
          </p:nvSpPr>
          <p:spPr bwMode="auto">
            <a:xfrm>
              <a:off x="4192" y="1676"/>
              <a:ext cx="361" cy="383"/>
            </a:xfrm>
            <a:prstGeom prst="rect">
              <a:avLst/>
            </a:prstGeom>
            <a:grpFill/>
            <a:ln w="9525" cap="flat" cmpd="sng" algn="ctr">
              <a:solidFill>
                <a:schemeClr val="tx1"/>
              </a:solidFill>
              <a:prstDash val="solid"/>
              <a:headEnd/>
              <a:tailEnd/>
            </a:ln>
            <a:effectLst>
              <a:outerShdw blurRad="63500" dist="25400" dir="5400000" rotWithShape="0">
                <a:srgbClr val="000000">
                  <a:alpha val="43137"/>
                </a:srgbClr>
              </a:outerShdw>
            </a:effectLst>
          </p:spPr>
          <p:txBody>
            <a:bodyPr wrap="none" anchor="ctr">
              <a:scene3d>
                <a:camera prst="orthographicFront"/>
                <a:lightRig rig="soft" dir="tl">
                  <a:rot lat="0" lon="0" rev="0"/>
                </a:lightRig>
              </a:scene3d>
              <a:sp3d contourW="25400" prstMaterial="matte">
                <a:bevelT w="25400" h="55880" prst="artDeco"/>
                <a:contourClr>
                  <a:schemeClr val="accent2">
                    <a:tint val="20000"/>
                  </a:schemeClr>
                </a:contourClr>
              </a:sp3d>
            </a:bodyPr>
            <a:lstStyle>
              <a:defPPr>
                <a:defRPr lang="es-CO"/>
              </a:defPPr>
              <a:lvl1pPr algn="ctr" fontAlgn="base">
                <a:spcBef>
                  <a:spcPct val="0"/>
                </a:spcBef>
                <a:spcAft>
                  <a:spcPct val="0"/>
                </a:spcAft>
                <a:defRPr sz="3600" b="1" kern="0" spc="50">
                  <a:ln w="11430"/>
                  <a:effectLst>
                    <a:outerShdw blurRad="76200" dist="50800" dir="5400000" algn="tl" rotWithShape="0">
                      <a:srgbClr val="000000">
                        <a:alpha val="65000"/>
                      </a:srgbClr>
                    </a:outerShdw>
                  </a:effectLst>
                  <a:latin typeface="Arial Narrow" pitchFamily="34" charset="0"/>
                </a:defRPr>
              </a:lvl1pPr>
            </a:lstStyle>
            <a:p>
              <a:r>
                <a:rPr lang="es-MX" dirty="0"/>
                <a:t>9</a:t>
              </a:r>
              <a:endParaRPr lang="es-ES" dirty="0"/>
            </a:p>
          </p:txBody>
        </p:sp>
      </p:grpSp>
      <p:grpSp>
        <p:nvGrpSpPr>
          <p:cNvPr id="33" name="Group 51">
            <a:extLst>
              <a:ext uri="{FF2B5EF4-FFF2-40B4-BE49-F238E27FC236}">
                <a16:creationId xmlns:a16="http://schemas.microsoft.com/office/drawing/2014/main" id="{D47FDD91-67D6-4661-B6CF-E0C1AB071332}"/>
              </a:ext>
            </a:extLst>
          </p:cNvPr>
          <p:cNvGrpSpPr>
            <a:grpSpLocks/>
          </p:cNvGrpSpPr>
          <p:nvPr/>
        </p:nvGrpSpPr>
        <p:grpSpPr bwMode="auto">
          <a:xfrm>
            <a:off x="6932886" y="1381591"/>
            <a:ext cx="2633663" cy="612775"/>
            <a:chOff x="3284" y="1662"/>
            <a:chExt cx="1659" cy="386"/>
          </a:xfrm>
          <a:solidFill>
            <a:schemeClr val="bg1">
              <a:lumMod val="85000"/>
            </a:schemeClr>
          </a:solidFill>
        </p:grpSpPr>
        <p:sp>
          <p:nvSpPr>
            <p:cNvPr id="34" name="Text Box 31">
              <a:extLst>
                <a:ext uri="{FF2B5EF4-FFF2-40B4-BE49-F238E27FC236}">
                  <a16:creationId xmlns:a16="http://schemas.microsoft.com/office/drawing/2014/main" id="{666CE4B6-25AD-4BAD-8BA2-C4E5BD2A500A}"/>
                </a:ext>
              </a:extLst>
            </p:cNvPr>
            <p:cNvSpPr txBox="1">
              <a:spLocks noChangeArrowheads="1"/>
            </p:cNvSpPr>
            <p:nvPr/>
          </p:nvSpPr>
          <p:spPr bwMode="auto">
            <a:xfrm>
              <a:off x="3284" y="1662"/>
              <a:ext cx="361" cy="383"/>
            </a:xfrm>
            <a:prstGeom prst="rect">
              <a:avLst/>
            </a:prstGeom>
            <a:grpFill/>
            <a:ln w="9525" cap="flat" cmpd="sng" algn="ctr">
              <a:solidFill>
                <a:schemeClr val="tx1"/>
              </a:solidFill>
              <a:prstDash val="solid"/>
              <a:headEnd/>
              <a:tailEnd/>
            </a:ln>
            <a:effectLst>
              <a:outerShdw blurRad="63500" dist="25400" dir="5400000" rotWithShape="0">
                <a:srgbClr val="000000">
                  <a:alpha val="43137"/>
                </a:srgbClr>
              </a:outerShdw>
            </a:effectLst>
          </p:spPr>
          <p:txBody>
            <a:bodyPr wrap="none" anchor="ctr">
              <a:scene3d>
                <a:camera prst="orthographicFront"/>
                <a:lightRig rig="soft" dir="tl">
                  <a:rot lat="0" lon="0" rev="0"/>
                </a:lightRig>
              </a:scene3d>
              <a:sp3d contourW="25400" prstMaterial="matte">
                <a:bevelT w="25400" h="55880" prst="artDeco"/>
                <a:contourClr>
                  <a:schemeClr val="accent2">
                    <a:tint val="20000"/>
                  </a:schemeClr>
                </a:contourClr>
              </a:sp3d>
            </a:bodyPr>
            <a:lstStyle>
              <a:defPPr>
                <a:defRPr lang="es-CO"/>
              </a:defPPr>
              <a:lvl1pPr algn="ctr" fontAlgn="base">
                <a:spcBef>
                  <a:spcPct val="0"/>
                </a:spcBef>
                <a:spcAft>
                  <a:spcPct val="0"/>
                </a:spcAft>
                <a:defRPr sz="3600" b="1" kern="0" spc="50">
                  <a:ln w="11430"/>
                  <a:effectLst>
                    <a:outerShdw blurRad="76200" dist="50800" dir="5400000" algn="tl" rotWithShape="0">
                      <a:srgbClr val="000000">
                        <a:alpha val="65000"/>
                      </a:srgbClr>
                    </a:outerShdw>
                  </a:effectLst>
                  <a:latin typeface="Arial Narrow" pitchFamily="34" charset="0"/>
                </a:defRPr>
              </a:lvl1pPr>
            </a:lstStyle>
            <a:p>
              <a:r>
                <a:rPr lang="es-MX" dirty="0"/>
                <a:t>7</a:t>
              </a:r>
              <a:endParaRPr lang="es-ES" dirty="0"/>
            </a:p>
          </p:txBody>
        </p:sp>
        <p:sp>
          <p:nvSpPr>
            <p:cNvPr id="35" name="Text Box 32">
              <a:extLst>
                <a:ext uri="{FF2B5EF4-FFF2-40B4-BE49-F238E27FC236}">
                  <a16:creationId xmlns:a16="http://schemas.microsoft.com/office/drawing/2014/main" id="{778B4B71-8F0B-4A69-B134-F83858B7980F}"/>
                </a:ext>
              </a:extLst>
            </p:cNvPr>
            <p:cNvSpPr txBox="1">
              <a:spLocks noChangeArrowheads="1"/>
            </p:cNvSpPr>
            <p:nvPr/>
          </p:nvSpPr>
          <p:spPr bwMode="auto">
            <a:xfrm>
              <a:off x="4582" y="1665"/>
              <a:ext cx="361" cy="383"/>
            </a:xfrm>
            <a:prstGeom prst="rect">
              <a:avLst/>
            </a:prstGeom>
            <a:grpFill/>
            <a:ln w="9525" cap="flat" cmpd="sng" algn="ctr">
              <a:solidFill>
                <a:schemeClr val="tx1"/>
              </a:solidFill>
              <a:prstDash val="solid"/>
              <a:headEnd/>
              <a:tailEnd/>
            </a:ln>
            <a:effectLst>
              <a:outerShdw blurRad="63500" dist="25400" dir="5400000" rotWithShape="0">
                <a:srgbClr val="000000">
                  <a:alpha val="43137"/>
                </a:srgbClr>
              </a:outerShdw>
            </a:effectLst>
          </p:spPr>
          <p:txBody>
            <a:bodyPr wrap="none" anchor="ctr">
              <a:scene3d>
                <a:camera prst="orthographicFront"/>
                <a:lightRig rig="soft" dir="tl">
                  <a:rot lat="0" lon="0" rev="0"/>
                </a:lightRig>
              </a:scene3d>
              <a:sp3d contourW="25400" prstMaterial="matte">
                <a:bevelT w="25400" h="55880" prst="artDeco"/>
                <a:contourClr>
                  <a:schemeClr val="accent2">
                    <a:tint val="20000"/>
                  </a:schemeClr>
                </a:contourClr>
              </a:sp3d>
            </a:bodyPr>
            <a:lstStyle>
              <a:defPPr>
                <a:defRPr lang="es-CO"/>
              </a:defPPr>
              <a:lvl1pPr algn="ctr" fontAlgn="base">
                <a:spcBef>
                  <a:spcPct val="0"/>
                </a:spcBef>
                <a:spcAft>
                  <a:spcPct val="0"/>
                </a:spcAft>
                <a:defRPr sz="3600" b="1" kern="0" spc="50">
                  <a:ln w="11430"/>
                  <a:effectLst>
                    <a:outerShdw blurRad="76200" dist="50800" dir="5400000" algn="tl" rotWithShape="0">
                      <a:srgbClr val="000000">
                        <a:alpha val="65000"/>
                      </a:srgbClr>
                    </a:outerShdw>
                  </a:effectLst>
                  <a:latin typeface="Arial Narrow" pitchFamily="34" charset="0"/>
                </a:defRPr>
              </a:lvl1pPr>
            </a:lstStyle>
            <a:p>
              <a:r>
                <a:rPr lang="es-MX" dirty="0"/>
                <a:t>8</a:t>
              </a:r>
              <a:endParaRPr lang="es-ES" dirty="0"/>
            </a:p>
          </p:txBody>
        </p:sp>
      </p:grpSp>
      <p:grpSp>
        <p:nvGrpSpPr>
          <p:cNvPr id="36" name="Group 52">
            <a:extLst>
              <a:ext uri="{FF2B5EF4-FFF2-40B4-BE49-F238E27FC236}">
                <a16:creationId xmlns:a16="http://schemas.microsoft.com/office/drawing/2014/main" id="{E66E5328-A75E-4A13-9672-4DEC810E66E9}"/>
              </a:ext>
            </a:extLst>
          </p:cNvPr>
          <p:cNvGrpSpPr>
            <a:grpSpLocks/>
          </p:cNvGrpSpPr>
          <p:nvPr/>
        </p:nvGrpSpPr>
        <p:grpSpPr bwMode="auto">
          <a:xfrm>
            <a:off x="6934474" y="1381594"/>
            <a:ext cx="3317876" cy="622301"/>
            <a:chOff x="3302" y="1662"/>
            <a:chExt cx="2090" cy="392"/>
          </a:xfrm>
          <a:solidFill>
            <a:schemeClr val="bg1">
              <a:lumMod val="85000"/>
            </a:schemeClr>
          </a:solidFill>
        </p:grpSpPr>
        <p:sp>
          <p:nvSpPr>
            <p:cNvPr id="37" name="Text Box 34">
              <a:extLst>
                <a:ext uri="{FF2B5EF4-FFF2-40B4-BE49-F238E27FC236}">
                  <a16:creationId xmlns:a16="http://schemas.microsoft.com/office/drawing/2014/main" id="{D1E2CC14-5A4D-4A57-92CD-2E1E47029E0D}"/>
                </a:ext>
              </a:extLst>
            </p:cNvPr>
            <p:cNvSpPr txBox="1">
              <a:spLocks noChangeArrowheads="1"/>
            </p:cNvSpPr>
            <p:nvPr/>
          </p:nvSpPr>
          <p:spPr bwMode="auto">
            <a:xfrm>
              <a:off x="3302" y="1671"/>
              <a:ext cx="361" cy="383"/>
            </a:xfrm>
            <a:prstGeom prst="rect">
              <a:avLst/>
            </a:prstGeom>
            <a:grpFill/>
            <a:ln w="9525" cap="flat" cmpd="sng" algn="ctr">
              <a:solidFill>
                <a:schemeClr val="tx1"/>
              </a:solidFill>
              <a:prstDash val="solid"/>
              <a:headEnd/>
              <a:tailEnd/>
            </a:ln>
            <a:effectLst>
              <a:outerShdw blurRad="63500" dist="25400" dir="5400000" rotWithShape="0">
                <a:srgbClr val="000000">
                  <a:alpha val="43137"/>
                </a:srgbClr>
              </a:outerShdw>
            </a:effectLst>
          </p:spPr>
          <p:txBody>
            <a:bodyPr wrap="none" anchor="ctr">
              <a:scene3d>
                <a:camera prst="orthographicFront"/>
                <a:lightRig rig="soft" dir="tl">
                  <a:rot lat="0" lon="0" rev="0"/>
                </a:lightRig>
              </a:scene3d>
              <a:sp3d contourW="25400" prstMaterial="matte">
                <a:bevelT w="25400" h="55880" prst="artDeco"/>
                <a:contourClr>
                  <a:schemeClr val="accent2">
                    <a:tint val="20000"/>
                  </a:schemeClr>
                </a:contourClr>
              </a:sp3d>
            </a:bodyPr>
            <a:lstStyle>
              <a:defPPr>
                <a:defRPr lang="es-CO"/>
              </a:defPPr>
              <a:lvl1pPr algn="ctr" fontAlgn="base">
                <a:spcBef>
                  <a:spcPct val="0"/>
                </a:spcBef>
                <a:spcAft>
                  <a:spcPct val="0"/>
                </a:spcAft>
                <a:defRPr sz="3600" b="1" kern="0" spc="50">
                  <a:ln w="11430"/>
                  <a:effectLst>
                    <a:outerShdw blurRad="76200" dist="50800" dir="5400000" algn="tl" rotWithShape="0">
                      <a:srgbClr val="000000">
                        <a:alpha val="65000"/>
                      </a:srgbClr>
                    </a:outerShdw>
                  </a:effectLst>
                  <a:latin typeface="Arial Narrow" pitchFamily="34" charset="0"/>
                </a:defRPr>
              </a:lvl1pPr>
            </a:lstStyle>
            <a:p>
              <a:r>
                <a:rPr lang="es-MX" dirty="0"/>
                <a:t>6</a:t>
              </a:r>
              <a:endParaRPr lang="es-ES" dirty="0"/>
            </a:p>
          </p:txBody>
        </p:sp>
        <p:sp>
          <p:nvSpPr>
            <p:cNvPr id="38" name="Text Box 35">
              <a:extLst>
                <a:ext uri="{FF2B5EF4-FFF2-40B4-BE49-F238E27FC236}">
                  <a16:creationId xmlns:a16="http://schemas.microsoft.com/office/drawing/2014/main" id="{E2D6A51F-14A7-47D8-BC1E-5C8CA4E9C0A3}"/>
                </a:ext>
              </a:extLst>
            </p:cNvPr>
            <p:cNvSpPr txBox="1">
              <a:spLocks noChangeArrowheads="1"/>
            </p:cNvSpPr>
            <p:nvPr/>
          </p:nvSpPr>
          <p:spPr bwMode="auto">
            <a:xfrm>
              <a:off x="5031" y="1662"/>
              <a:ext cx="361" cy="383"/>
            </a:xfrm>
            <a:prstGeom prst="rect">
              <a:avLst/>
            </a:prstGeom>
            <a:grpFill/>
            <a:ln w="9525" cap="flat" cmpd="sng" algn="ctr">
              <a:solidFill>
                <a:schemeClr val="tx1"/>
              </a:solidFill>
              <a:prstDash val="solid"/>
              <a:headEnd/>
              <a:tailEnd/>
            </a:ln>
            <a:effectLst>
              <a:outerShdw blurRad="63500" dist="25400" dir="5400000" rotWithShape="0">
                <a:srgbClr val="000000">
                  <a:alpha val="43137"/>
                </a:srgbClr>
              </a:outerShdw>
            </a:effectLst>
          </p:spPr>
          <p:txBody>
            <a:bodyPr wrap="none" anchor="ctr">
              <a:scene3d>
                <a:camera prst="orthographicFront"/>
                <a:lightRig rig="soft" dir="tl">
                  <a:rot lat="0" lon="0" rev="0"/>
                </a:lightRig>
              </a:scene3d>
              <a:sp3d contourW="25400" prstMaterial="matte">
                <a:bevelT w="25400" h="55880" prst="artDeco"/>
                <a:contourClr>
                  <a:schemeClr val="accent2">
                    <a:tint val="20000"/>
                  </a:schemeClr>
                </a:contourClr>
              </a:sp3d>
            </a:bodyPr>
            <a:lstStyle>
              <a:defPPr>
                <a:defRPr lang="es-CO"/>
              </a:defPPr>
              <a:lvl1pPr algn="ctr" fontAlgn="base">
                <a:spcBef>
                  <a:spcPct val="0"/>
                </a:spcBef>
                <a:spcAft>
                  <a:spcPct val="0"/>
                </a:spcAft>
                <a:defRPr sz="3600" b="1" kern="0" spc="50">
                  <a:ln w="11430"/>
                  <a:effectLst>
                    <a:outerShdw blurRad="76200" dist="50800" dir="5400000" algn="tl" rotWithShape="0">
                      <a:srgbClr val="000000">
                        <a:alpha val="65000"/>
                      </a:srgbClr>
                    </a:outerShdw>
                  </a:effectLst>
                  <a:latin typeface="Arial Narrow" pitchFamily="34" charset="0"/>
                </a:defRPr>
              </a:lvl1pPr>
            </a:lstStyle>
            <a:p>
              <a:r>
                <a:rPr lang="es-MX" dirty="0"/>
                <a:t>7</a:t>
              </a:r>
              <a:endParaRPr lang="es-ES" dirty="0"/>
            </a:p>
          </p:txBody>
        </p:sp>
      </p:grpSp>
      <p:grpSp>
        <p:nvGrpSpPr>
          <p:cNvPr id="39" name="Group 37">
            <a:extLst>
              <a:ext uri="{FF2B5EF4-FFF2-40B4-BE49-F238E27FC236}">
                <a16:creationId xmlns:a16="http://schemas.microsoft.com/office/drawing/2014/main" id="{B9F44658-1387-467A-B7BF-44EE37461B9E}"/>
              </a:ext>
            </a:extLst>
          </p:cNvPr>
          <p:cNvGrpSpPr>
            <a:grpSpLocks/>
          </p:cNvGrpSpPr>
          <p:nvPr/>
        </p:nvGrpSpPr>
        <p:grpSpPr bwMode="auto">
          <a:xfrm>
            <a:off x="3694386" y="4983487"/>
            <a:ext cx="4495800" cy="1162051"/>
            <a:chOff x="2736" y="1623"/>
            <a:chExt cx="2832" cy="732"/>
          </a:xfrm>
          <a:solidFill>
            <a:schemeClr val="bg1">
              <a:lumMod val="85000"/>
            </a:schemeClr>
          </a:solidFill>
        </p:grpSpPr>
        <p:sp>
          <p:nvSpPr>
            <p:cNvPr id="40" name="Rectangle 38">
              <a:extLst>
                <a:ext uri="{FF2B5EF4-FFF2-40B4-BE49-F238E27FC236}">
                  <a16:creationId xmlns:a16="http://schemas.microsoft.com/office/drawing/2014/main" id="{014DCDAC-509D-4897-B0BE-28A1E93B4B22}"/>
                </a:ext>
              </a:extLst>
            </p:cNvPr>
            <p:cNvSpPr>
              <a:spLocks noChangeArrowheads="1"/>
            </p:cNvSpPr>
            <p:nvPr/>
          </p:nvSpPr>
          <p:spPr bwMode="auto">
            <a:xfrm>
              <a:off x="3415" y="1623"/>
              <a:ext cx="431" cy="432"/>
            </a:xfrm>
            <a:prstGeom prst="rect">
              <a:avLst/>
            </a:prstGeom>
            <a:grpFill/>
            <a:ln w="38100">
              <a:solidFill>
                <a:schemeClr val="tx1"/>
              </a:solidFill>
              <a:miter lim="800000"/>
              <a:headEnd/>
              <a:tailEnd/>
            </a:ln>
          </p:spPr>
          <p:txBody>
            <a:bodyPr wrap="none" anchor="ctr"/>
            <a:lstStyle/>
            <a:p>
              <a:endParaRPr lang="es-ES" sz="3200">
                <a:latin typeface="Arial Narrow" pitchFamily="34" charset="0"/>
              </a:endParaRPr>
            </a:p>
          </p:txBody>
        </p:sp>
        <p:sp>
          <p:nvSpPr>
            <p:cNvPr id="41" name="Rectangle 39">
              <a:extLst>
                <a:ext uri="{FF2B5EF4-FFF2-40B4-BE49-F238E27FC236}">
                  <a16:creationId xmlns:a16="http://schemas.microsoft.com/office/drawing/2014/main" id="{F6FE399F-1D4D-4073-B7AB-A231FD7CE121}"/>
                </a:ext>
              </a:extLst>
            </p:cNvPr>
            <p:cNvSpPr>
              <a:spLocks noChangeArrowheads="1"/>
            </p:cNvSpPr>
            <p:nvPr/>
          </p:nvSpPr>
          <p:spPr bwMode="auto">
            <a:xfrm>
              <a:off x="3846" y="1623"/>
              <a:ext cx="430" cy="432"/>
            </a:xfrm>
            <a:prstGeom prst="rect">
              <a:avLst/>
            </a:prstGeom>
            <a:grpFill/>
            <a:ln w="38100">
              <a:solidFill>
                <a:schemeClr val="tx1"/>
              </a:solidFill>
              <a:miter lim="800000"/>
              <a:headEnd/>
              <a:tailEnd/>
            </a:ln>
          </p:spPr>
          <p:txBody>
            <a:bodyPr wrap="none" anchor="ctr"/>
            <a:lstStyle/>
            <a:p>
              <a:endParaRPr lang="es-ES" sz="3200">
                <a:latin typeface="Arial Narrow" pitchFamily="34" charset="0"/>
              </a:endParaRPr>
            </a:p>
          </p:txBody>
        </p:sp>
        <p:sp>
          <p:nvSpPr>
            <p:cNvPr id="42" name="Rectangle 40">
              <a:extLst>
                <a:ext uri="{FF2B5EF4-FFF2-40B4-BE49-F238E27FC236}">
                  <a16:creationId xmlns:a16="http://schemas.microsoft.com/office/drawing/2014/main" id="{2DD0F0DC-4BAA-42FA-8705-F0463D952032}"/>
                </a:ext>
              </a:extLst>
            </p:cNvPr>
            <p:cNvSpPr>
              <a:spLocks noChangeArrowheads="1"/>
            </p:cNvSpPr>
            <p:nvPr/>
          </p:nvSpPr>
          <p:spPr bwMode="auto">
            <a:xfrm>
              <a:off x="4276" y="1623"/>
              <a:ext cx="431" cy="432"/>
            </a:xfrm>
            <a:prstGeom prst="rect">
              <a:avLst/>
            </a:prstGeom>
            <a:grpFill/>
            <a:ln w="38100">
              <a:solidFill>
                <a:schemeClr val="tx1"/>
              </a:solidFill>
              <a:miter lim="800000"/>
              <a:headEnd/>
              <a:tailEnd/>
            </a:ln>
          </p:spPr>
          <p:txBody>
            <a:bodyPr wrap="none" anchor="ctr"/>
            <a:lstStyle/>
            <a:p>
              <a:endParaRPr lang="es-ES" sz="3200">
                <a:latin typeface="Arial Narrow" pitchFamily="34" charset="0"/>
              </a:endParaRPr>
            </a:p>
          </p:txBody>
        </p:sp>
        <p:sp>
          <p:nvSpPr>
            <p:cNvPr id="43" name="Rectangle 41">
              <a:extLst>
                <a:ext uri="{FF2B5EF4-FFF2-40B4-BE49-F238E27FC236}">
                  <a16:creationId xmlns:a16="http://schemas.microsoft.com/office/drawing/2014/main" id="{D876C932-484C-4812-A59C-610A759AFBF4}"/>
                </a:ext>
              </a:extLst>
            </p:cNvPr>
            <p:cNvSpPr>
              <a:spLocks noChangeArrowheads="1"/>
            </p:cNvSpPr>
            <p:nvPr/>
          </p:nvSpPr>
          <p:spPr bwMode="auto">
            <a:xfrm>
              <a:off x="4707" y="1623"/>
              <a:ext cx="430" cy="432"/>
            </a:xfrm>
            <a:prstGeom prst="rect">
              <a:avLst/>
            </a:prstGeom>
            <a:grpFill/>
            <a:ln w="38100">
              <a:solidFill>
                <a:schemeClr val="tx1"/>
              </a:solidFill>
              <a:miter lim="800000"/>
              <a:headEnd/>
              <a:tailEnd/>
            </a:ln>
          </p:spPr>
          <p:txBody>
            <a:bodyPr wrap="none" anchor="ctr"/>
            <a:lstStyle/>
            <a:p>
              <a:endParaRPr lang="es-ES" sz="3200">
                <a:latin typeface="Arial Narrow" pitchFamily="34" charset="0"/>
              </a:endParaRPr>
            </a:p>
          </p:txBody>
        </p:sp>
        <p:sp>
          <p:nvSpPr>
            <p:cNvPr id="44" name="Rectangle 42">
              <a:extLst>
                <a:ext uri="{FF2B5EF4-FFF2-40B4-BE49-F238E27FC236}">
                  <a16:creationId xmlns:a16="http://schemas.microsoft.com/office/drawing/2014/main" id="{1D4D5D7D-363A-4EF1-8EAD-3EB49EEB61D6}"/>
                </a:ext>
              </a:extLst>
            </p:cNvPr>
            <p:cNvSpPr>
              <a:spLocks noChangeArrowheads="1"/>
            </p:cNvSpPr>
            <p:nvPr/>
          </p:nvSpPr>
          <p:spPr bwMode="auto">
            <a:xfrm>
              <a:off x="5137" y="1623"/>
              <a:ext cx="431" cy="432"/>
            </a:xfrm>
            <a:prstGeom prst="rect">
              <a:avLst/>
            </a:prstGeom>
            <a:grpFill/>
            <a:ln w="38100">
              <a:solidFill>
                <a:schemeClr val="tx1"/>
              </a:solidFill>
              <a:miter lim="800000"/>
              <a:headEnd/>
              <a:tailEnd/>
            </a:ln>
          </p:spPr>
          <p:txBody>
            <a:bodyPr wrap="none" anchor="ctr"/>
            <a:lstStyle/>
            <a:p>
              <a:endParaRPr lang="es-ES" sz="3200">
                <a:latin typeface="Arial Narrow" pitchFamily="34" charset="0"/>
              </a:endParaRPr>
            </a:p>
          </p:txBody>
        </p:sp>
        <p:sp>
          <p:nvSpPr>
            <p:cNvPr id="45" name="Text Box 43">
              <a:extLst>
                <a:ext uri="{FF2B5EF4-FFF2-40B4-BE49-F238E27FC236}">
                  <a16:creationId xmlns:a16="http://schemas.microsoft.com/office/drawing/2014/main" id="{4167BB2A-AABD-40E9-833D-D262CEC2CF48}"/>
                </a:ext>
              </a:extLst>
            </p:cNvPr>
            <p:cNvSpPr txBox="1">
              <a:spLocks noChangeArrowheads="1"/>
            </p:cNvSpPr>
            <p:nvPr/>
          </p:nvSpPr>
          <p:spPr bwMode="auto">
            <a:xfrm>
              <a:off x="2736" y="1651"/>
              <a:ext cx="715" cy="365"/>
            </a:xfrm>
            <a:prstGeom prst="rect">
              <a:avLst/>
            </a:prstGeom>
            <a:noFill/>
            <a:ln w="9525">
              <a:noFill/>
              <a:miter lim="800000"/>
              <a:headEnd/>
              <a:tailEnd/>
            </a:ln>
          </p:spPr>
          <p:txBody>
            <a:bodyPr>
              <a:spAutoFit/>
            </a:bodyPr>
            <a:lstStyle/>
            <a:p>
              <a:pPr algn="l">
                <a:spcBef>
                  <a:spcPct val="50000"/>
                </a:spcBef>
              </a:pPr>
              <a:r>
                <a:rPr lang="es-MX" sz="3200" b="1">
                  <a:latin typeface="Arial Narrow" pitchFamily="34" charset="0"/>
                </a:rPr>
                <a:t>VEC</a:t>
              </a:r>
              <a:endParaRPr lang="es-ES" sz="3200" b="1">
                <a:latin typeface="Arial Narrow" pitchFamily="34" charset="0"/>
              </a:endParaRPr>
            </a:p>
          </p:txBody>
        </p:sp>
        <p:sp>
          <p:nvSpPr>
            <p:cNvPr id="46" name="Text Box 44">
              <a:extLst>
                <a:ext uri="{FF2B5EF4-FFF2-40B4-BE49-F238E27FC236}">
                  <a16:creationId xmlns:a16="http://schemas.microsoft.com/office/drawing/2014/main" id="{4DF3FCD2-EAD9-4739-BBD6-0B31DE398314}"/>
                </a:ext>
              </a:extLst>
            </p:cNvPr>
            <p:cNvSpPr txBox="1">
              <a:spLocks noChangeArrowheads="1"/>
            </p:cNvSpPr>
            <p:nvPr/>
          </p:nvSpPr>
          <p:spPr bwMode="auto">
            <a:xfrm>
              <a:off x="3451" y="2064"/>
              <a:ext cx="2114" cy="291"/>
            </a:xfrm>
            <a:prstGeom prst="rect">
              <a:avLst/>
            </a:prstGeom>
            <a:noFill/>
            <a:ln w="9525">
              <a:noFill/>
              <a:miter lim="800000"/>
              <a:headEnd/>
              <a:tailEnd/>
            </a:ln>
          </p:spPr>
          <p:txBody>
            <a:bodyPr>
              <a:spAutoFit/>
            </a:bodyPr>
            <a:lstStyle/>
            <a:p>
              <a:pPr algn="l">
                <a:spcBef>
                  <a:spcPct val="50000"/>
                </a:spcBef>
              </a:pPr>
              <a:r>
                <a:rPr lang="es-MX" sz="2400" dirty="0">
                  <a:latin typeface="Arial Narrow" pitchFamily="34" charset="0"/>
                </a:rPr>
                <a:t>  0       1        2        3        4 </a:t>
              </a:r>
              <a:endParaRPr lang="es-ES" sz="2400" dirty="0">
                <a:latin typeface="Arial Narrow" pitchFamily="34" charset="0"/>
              </a:endParaRPr>
            </a:p>
          </p:txBody>
        </p:sp>
        <p:sp>
          <p:nvSpPr>
            <p:cNvPr id="47" name="Rectangle 45">
              <a:extLst>
                <a:ext uri="{FF2B5EF4-FFF2-40B4-BE49-F238E27FC236}">
                  <a16:creationId xmlns:a16="http://schemas.microsoft.com/office/drawing/2014/main" id="{74885357-2257-4E7E-9246-183EC88C8A10}"/>
                </a:ext>
              </a:extLst>
            </p:cNvPr>
            <p:cNvSpPr>
              <a:spLocks noChangeArrowheads="1"/>
            </p:cNvSpPr>
            <p:nvPr/>
          </p:nvSpPr>
          <p:spPr bwMode="auto">
            <a:xfrm>
              <a:off x="5166" y="1644"/>
              <a:ext cx="361" cy="384"/>
            </a:xfrm>
            <a:prstGeom prst="rect">
              <a:avLst/>
            </a:prstGeom>
            <a:grpFill/>
            <a:ln w="9525" cap="flat" cmpd="sng" algn="ctr">
              <a:solidFill>
                <a:schemeClr val="tx1"/>
              </a:solidFill>
              <a:prstDash val="solid"/>
              <a:headEnd/>
              <a:tailEnd/>
            </a:ln>
            <a:effectLst>
              <a:outerShdw blurRad="63500" dist="25400" dir="5400000" rotWithShape="0">
                <a:srgbClr val="000000">
                  <a:alpha val="43137"/>
                </a:srgbClr>
              </a:outerShdw>
            </a:effectLst>
          </p:spPr>
          <p:txBody>
            <a:bodyPr wrap="none" anchor="ct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fontAlgn="base">
                <a:spcBef>
                  <a:spcPct val="0"/>
                </a:spcBef>
                <a:spcAft>
                  <a:spcPct val="0"/>
                </a:spcAft>
              </a:pPr>
              <a:r>
                <a:rPr lang="es-MX" sz="3600" b="1" kern="0" spc="50" dirty="0">
                  <a:ln w="11430"/>
                  <a:effectLst>
                    <a:outerShdw blurRad="76200" dist="50800" dir="5400000" algn="tl" rotWithShape="0">
                      <a:srgbClr val="000000">
                        <a:alpha val="65000"/>
                      </a:srgbClr>
                    </a:outerShdw>
                  </a:effectLst>
                  <a:latin typeface="Arial Narrow" pitchFamily="34" charset="0"/>
                </a:rPr>
                <a:t>7</a:t>
              </a:r>
              <a:endParaRPr lang="es-ES" sz="3600" b="1" kern="0" spc="50" dirty="0">
                <a:ln w="11430"/>
                <a:effectLst>
                  <a:outerShdw blurRad="76200" dist="50800" dir="5400000" algn="tl" rotWithShape="0">
                    <a:srgbClr val="000000">
                      <a:alpha val="65000"/>
                    </a:srgbClr>
                  </a:outerShdw>
                </a:effectLst>
                <a:latin typeface="Arial Narrow" pitchFamily="34" charset="0"/>
              </a:endParaRPr>
            </a:p>
          </p:txBody>
        </p:sp>
        <p:sp>
          <p:nvSpPr>
            <p:cNvPr id="48" name="Rectangle 46">
              <a:extLst>
                <a:ext uri="{FF2B5EF4-FFF2-40B4-BE49-F238E27FC236}">
                  <a16:creationId xmlns:a16="http://schemas.microsoft.com/office/drawing/2014/main" id="{5C0584F4-EC69-43B2-B551-3F726B4BC768}"/>
                </a:ext>
              </a:extLst>
            </p:cNvPr>
            <p:cNvSpPr>
              <a:spLocks noChangeArrowheads="1"/>
            </p:cNvSpPr>
            <p:nvPr/>
          </p:nvSpPr>
          <p:spPr bwMode="auto">
            <a:xfrm>
              <a:off x="4740" y="1644"/>
              <a:ext cx="361" cy="384"/>
            </a:xfrm>
            <a:prstGeom prst="rect">
              <a:avLst/>
            </a:prstGeom>
            <a:grpFill/>
            <a:ln w="9525" cap="flat" cmpd="sng" algn="ctr">
              <a:solidFill>
                <a:schemeClr val="tx1"/>
              </a:solidFill>
              <a:prstDash val="solid"/>
              <a:headEnd/>
              <a:tailEnd/>
            </a:ln>
            <a:effectLst>
              <a:outerShdw blurRad="63500" dist="25400" dir="5400000" rotWithShape="0">
                <a:srgbClr val="000000">
                  <a:alpha val="43137"/>
                </a:srgbClr>
              </a:outerShdw>
            </a:effectLst>
          </p:spPr>
          <p:txBody>
            <a:bodyPr wrap="none" anchor="ct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fontAlgn="base">
                <a:spcBef>
                  <a:spcPct val="0"/>
                </a:spcBef>
                <a:spcAft>
                  <a:spcPct val="0"/>
                </a:spcAft>
              </a:pPr>
              <a:r>
                <a:rPr lang="es-MX" sz="3600" b="1" kern="0" spc="50" dirty="0">
                  <a:ln w="11430"/>
                  <a:effectLst>
                    <a:outerShdw blurRad="76200" dist="50800" dir="5400000" algn="tl" rotWithShape="0">
                      <a:srgbClr val="000000">
                        <a:alpha val="65000"/>
                      </a:srgbClr>
                    </a:outerShdw>
                  </a:effectLst>
                  <a:latin typeface="Arial Narrow" pitchFamily="34" charset="0"/>
                </a:rPr>
                <a:t>8</a:t>
              </a:r>
              <a:endParaRPr lang="es-ES" sz="3600" b="1" kern="0" spc="50" dirty="0">
                <a:ln w="11430"/>
                <a:effectLst>
                  <a:outerShdw blurRad="76200" dist="50800" dir="5400000" algn="tl" rotWithShape="0">
                    <a:srgbClr val="000000">
                      <a:alpha val="65000"/>
                    </a:srgbClr>
                  </a:outerShdw>
                </a:effectLst>
                <a:latin typeface="Arial Narrow" pitchFamily="34" charset="0"/>
              </a:endParaRPr>
            </a:p>
          </p:txBody>
        </p:sp>
        <p:sp>
          <p:nvSpPr>
            <p:cNvPr id="49" name="Rectangle 47">
              <a:extLst>
                <a:ext uri="{FF2B5EF4-FFF2-40B4-BE49-F238E27FC236}">
                  <a16:creationId xmlns:a16="http://schemas.microsoft.com/office/drawing/2014/main" id="{5F968BFB-E654-409A-AEF1-8E2E23337949}"/>
                </a:ext>
              </a:extLst>
            </p:cNvPr>
            <p:cNvSpPr>
              <a:spLocks noChangeArrowheads="1"/>
            </p:cNvSpPr>
            <p:nvPr/>
          </p:nvSpPr>
          <p:spPr bwMode="auto">
            <a:xfrm>
              <a:off x="4308" y="1644"/>
              <a:ext cx="361" cy="384"/>
            </a:xfrm>
            <a:prstGeom prst="rect">
              <a:avLst/>
            </a:prstGeom>
            <a:grpFill/>
            <a:ln w="9525" cap="flat" cmpd="sng" algn="ctr">
              <a:solidFill>
                <a:schemeClr val="tx1"/>
              </a:solidFill>
              <a:prstDash val="solid"/>
              <a:headEnd/>
              <a:tailEnd/>
            </a:ln>
            <a:effectLst>
              <a:outerShdw blurRad="63500" dist="25400" dir="5400000" rotWithShape="0">
                <a:srgbClr val="000000">
                  <a:alpha val="43137"/>
                </a:srgbClr>
              </a:outerShdw>
            </a:effectLst>
          </p:spPr>
          <p:txBody>
            <a:bodyPr wrap="none" anchor="ct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fontAlgn="base">
                <a:spcBef>
                  <a:spcPct val="0"/>
                </a:spcBef>
                <a:spcAft>
                  <a:spcPct val="0"/>
                </a:spcAft>
              </a:pPr>
              <a:r>
                <a:rPr lang="es-MX" sz="3600" b="1" kern="0" spc="50" dirty="0">
                  <a:ln w="11430"/>
                  <a:effectLst>
                    <a:outerShdw blurRad="76200" dist="50800" dir="5400000" algn="tl" rotWithShape="0">
                      <a:srgbClr val="000000">
                        <a:alpha val="65000"/>
                      </a:srgbClr>
                    </a:outerShdw>
                  </a:effectLst>
                  <a:latin typeface="Arial Narrow" pitchFamily="34" charset="0"/>
                </a:rPr>
                <a:t>9</a:t>
              </a:r>
              <a:endParaRPr lang="es-ES" sz="3600" b="1" kern="0" spc="50" dirty="0">
                <a:ln w="11430"/>
                <a:effectLst>
                  <a:outerShdw blurRad="76200" dist="50800" dir="5400000" algn="tl" rotWithShape="0">
                    <a:srgbClr val="000000">
                      <a:alpha val="65000"/>
                    </a:srgbClr>
                  </a:outerShdw>
                </a:effectLst>
                <a:latin typeface="Arial Narrow" pitchFamily="34" charset="0"/>
              </a:endParaRPr>
            </a:p>
          </p:txBody>
        </p:sp>
        <p:sp>
          <p:nvSpPr>
            <p:cNvPr id="50" name="Rectangle 48">
              <a:extLst>
                <a:ext uri="{FF2B5EF4-FFF2-40B4-BE49-F238E27FC236}">
                  <a16:creationId xmlns:a16="http://schemas.microsoft.com/office/drawing/2014/main" id="{086088F5-CA3C-410D-8CAF-A414717CD135}"/>
                </a:ext>
              </a:extLst>
            </p:cNvPr>
            <p:cNvSpPr>
              <a:spLocks noChangeArrowheads="1"/>
            </p:cNvSpPr>
            <p:nvPr/>
          </p:nvSpPr>
          <p:spPr bwMode="auto">
            <a:xfrm>
              <a:off x="3876" y="1644"/>
              <a:ext cx="361" cy="384"/>
            </a:xfrm>
            <a:prstGeom prst="rect">
              <a:avLst/>
            </a:prstGeom>
            <a:grpFill/>
            <a:ln w="9525" cap="flat" cmpd="sng" algn="ctr">
              <a:solidFill>
                <a:schemeClr val="tx1"/>
              </a:solidFill>
              <a:prstDash val="solid"/>
              <a:headEnd/>
              <a:tailEnd/>
            </a:ln>
            <a:effectLst>
              <a:outerShdw blurRad="63500" dist="25400" dir="5400000" rotWithShape="0">
                <a:srgbClr val="000000">
                  <a:alpha val="43137"/>
                </a:srgbClr>
              </a:outerShdw>
            </a:effectLst>
          </p:spPr>
          <p:txBody>
            <a:bodyPr wrap="none" anchor="ct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fontAlgn="base">
                <a:spcBef>
                  <a:spcPct val="0"/>
                </a:spcBef>
                <a:spcAft>
                  <a:spcPct val="0"/>
                </a:spcAft>
              </a:pPr>
              <a:r>
                <a:rPr lang="es-MX" sz="3600" b="1" kern="0" spc="50" dirty="0">
                  <a:ln w="11430"/>
                  <a:effectLst>
                    <a:outerShdw blurRad="76200" dist="50800" dir="5400000" algn="tl" rotWithShape="0">
                      <a:srgbClr val="000000">
                        <a:alpha val="65000"/>
                      </a:srgbClr>
                    </a:outerShdw>
                  </a:effectLst>
                  <a:latin typeface="Arial Narrow" pitchFamily="34" charset="0"/>
                </a:rPr>
                <a:t>10</a:t>
              </a:r>
              <a:endParaRPr lang="es-ES" sz="3600" b="1" kern="0" spc="50" dirty="0">
                <a:ln w="11430"/>
                <a:effectLst>
                  <a:outerShdw blurRad="76200" dist="50800" dir="5400000" algn="tl" rotWithShape="0">
                    <a:srgbClr val="000000">
                      <a:alpha val="65000"/>
                    </a:srgbClr>
                  </a:outerShdw>
                </a:effectLst>
                <a:latin typeface="Arial Narrow" pitchFamily="34" charset="0"/>
              </a:endParaRPr>
            </a:p>
          </p:txBody>
        </p:sp>
        <p:sp>
          <p:nvSpPr>
            <p:cNvPr id="51" name="Rectangle 49">
              <a:extLst>
                <a:ext uri="{FF2B5EF4-FFF2-40B4-BE49-F238E27FC236}">
                  <a16:creationId xmlns:a16="http://schemas.microsoft.com/office/drawing/2014/main" id="{A78E932B-6A2C-4E49-B73B-8705E859EF1C}"/>
                </a:ext>
              </a:extLst>
            </p:cNvPr>
            <p:cNvSpPr>
              <a:spLocks noChangeArrowheads="1"/>
            </p:cNvSpPr>
            <p:nvPr/>
          </p:nvSpPr>
          <p:spPr bwMode="auto">
            <a:xfrm>
              <a:off x="3448" y="1644"/>
              <a:ext cx="361" cy="384"/>
            </a:xfrm>
            <a:prstGeom prst="rect">
              <a:avLst/>
            </a:prstGeom>
            <a:solidFill>
              <a:schemeClr val="bg1">
                <a:lumMod val="65000"/>
              </a:schemeClr>
            </a:solidFill>
            <a:ln w="9525" cap="flat" cmpd="sng" algn="ctr">
              <a:solidFill>
                <a:schemeClr val="tx1"/>
              </a:solidFill>
              <a:prstDash val="solid"/>
              <a:headEnd/>
              <a:tailEnd/>
            </a:ln>
            <a:effectLst>
              <a:outerShdw blurRad="63500" dist="25400" dir="5400000" rotWithShape="0">
                <a:srgbClr val="000000">
                  <a:alpha val="43137"/>
                </a:srgbClr>
              </a:outerShdw>
            </a:effectLst>
          </p:spPr>
          <p:txBody>
            <a:bodyPr wrap="none" anchor="ct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fontAlgn="base">
                <a:spcBef>
                  <a:spcPct val="0"/>
                </a:spcBef>
                <a:spcAft>
                  <a:spcPct val="0"/>
                </a:spcAft>
              </a:pPr>
              <a:r>
                <a:rPr lang="es-MX" sz="3600" b="1" kern="0" spc="50" dirty="0">
                  <a:ln w="11430"/>
                  <a:effectLst>
                    <a:outerShdw blurRad="76200" dist="50800" dir="5400000" algn="tl" rotWithShape="0">
                      <a:srgbClr val="000000">
                        <a:alpha val="65000"/>
                      </a:srgbClr>
                    </a:outerShdw>
                  </a:effectLst>
                  <a:latin typeface="Arial Narrow" pitchFamily="34" charset="0"/>
                </a:rPr>
                <a:t>6</a:t>
              </a:r>
              <a:endParaRPr lang="es-ES" sz="3600" b="1" kern="0" spc="50" dirty="0">
                <a:ln w="11430"/>
                <a:effectLst>
                  <a:outerShdw blurRad="76200" dist="50800" dir="5400000" algn="tl" rotWithShape="0">
                    <a:srgbClr val="000000">
                      <a:alpha val="65000"/>
                    </a:srgbClr>
                  </a:outerShdw>
                </a:effectLst>
                <a:latin typeface="Arial Narrow" pitchFamily="34" charset="0"/>
              </a:endParaRPr>
            </a:p>
          </p:txBody>
        </p:sp>
      </p:grpSp>
    </p:spTree>
    <p:extLst>
      <p:ext uri="{BB962C8B-B14F-4D97-AF65-F5344CB8AC3E}">
        <p14:creationId xmlns:p14="http://schemas.microsoft.com/office/powerpoint/2010/main" val="41465408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19"/>
                                        </p:tgtEl>
                                        <p:attrNameLst>
                                          <p:attrName>style.visibility</p:attrName>
                                        </p:attrNameLst>
                                      </p:cBhvr>
                                      <p:to>
                                        <p:strVal val="visible"/>
                                      </p:to>
                                    </p:set>
                                    <p:anim calcmode="lin" valueType="num">
                                      <p:cBhvr additive="base">
                                        <p:cTn id="7" dur="500" fill="hold"/>
                                        <p:tgtEl>
                                          <p:spTgt spid="19"/>
                                        </p:tgtEl>
                                        <p:attrNameLst>
                                          <p:attrName>ppt_x</p:attrName>
                                        </p:attrNameLst>
                                      </p:cBhvr>
                                      <p:tavLst>
                                        <p:tav tm="0">
                                          <p:val>
                                            <p:strVal val="0-#ppt_w/2"/>
                                          </p:val>
                                        </p:tav>
                                        <p:tav tm="100000">
                                          <p:val>
                                            <p:strVal val="#ppt_x"/>
                                          </p:val>
                                        </p:tav>
                                      </p:tavLst>
                                    </p:anim>
                                    <p:anim calcmode="lin" valueType="num">
                                      <p:cBhvr additive="base">
                                        <p:cTn id="8" dur="500" fill="hold"/>
                                        <p:tgtEl>
                                          <p:spTgt spid="19"/>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3" presetClass="entr" presetSubtype="16" fill="hold" nodeType="afterEffect">
                                  <p:stCondLst>
                                    <p:cond delay="0"/>
                                  </p:stCondLst>
                                  <p:childTnLst>
                                    <p:set>
                                      <p:cBhvr>
                                        <p:cTn id="11" dur="1" fill="hold">
                                          <p:stCondLst>
                                            <p:cond delay="0"/>
                                          </p:stCondLst>
                                        </p:cTn>
                                        <p:tgtEl>
                                          <p:spTgt spid="20"/>
                                        </p:tgtEl>
                                        <p:attrNameLst>
                                          <p:attrName>style.visibility</p:attrName>
                                        </p:attrNameLst>
                                      </p:cBhvr>
                                      <p:to>
                                        <p:strVal val="visible"/>
                                      </p:to>
                                    </p:set>
                                    <p:anim calcmode="lin" valueType="num">
                                      <p:cBhvr>
                                        <p:cTn id="12" dur="500" fill="hold"/>
                                        <p:tgtEl>
                                          <p:spTgt spid="20"/>
                                        </p:tgtEl>
                                        <p:attrNameLst>
                                          <p:attrName>ppt_w</p:attrName>
                                        </p:attrNameLst>
                                      </p:cBhvr>
                                      <p:tavLst>
                                        <p:tav tm="0">
                                          <p:val>
                                            <p:fltVal val="0"/>
                                          </p:val>
                                        </p:tav>
                                        <p:tav tm="100000">
                                          <p:val>
                                            <p:strVal val="#ppt_w"/>
                                          </p:val>
                                        </p:tav>
                                      </p:tavLst>
                                    </p:anim>
                                    <p:anim calcmode="lin" valueType="num">
                                      <p:cBhvr>
                                        <p:cTn id="13" dur="500" fill="hold"/>
                                        <p:tgtEl>
                                          <p:spTgt spid="20"/>
                                        </p:tgtEl>
                                        <p:attrNameLst>
                                          <p:attrName>ppt_h</p:attrName>
                                        </p:attrNameLst>
                                      </p:cBhvr>
                                      <p:tavLst>
                                        <p:tav tm="0">
                                          <p:val>
                                            <p:fltVal val="0"/>
                                          </p:val>
                                        </p:tav>
                                        <p:tav tm="100000">
                                          <p:val>
                                            <p:strVal val="#ppt_h"/>
                                          </p:val>
                                        </p:tav>
                                      </p:tavLst>
                                    </p:anim>
                                  </p:childTnLst>
                                  <p:subTnLst>
                                    <p:set>
                                      <p:cBhvr override="childStyle">
                                        <p:cTn dur="1" fill="hold" display="0" masterRel="nextClick" afterEffect="1"/>
                                        <p:tgtEl>
                                          <p:spTgt spid="20"/>
                                        </p:tgtEl>
                                        <p:attrNameLst>
                                          <p:attrName>style.visibility</p:attrName>
                                        </p:attrNameLst>
                                      </p:cBhvr>
                                      <p:to>
                                        <p:strVal val="hidden"/>
                                      </p:to>
                                    </p:set>
                                  </p:subTnLst>
                                </p:cTn>
                              </p:par>
                            </p:childTnLst>
                          </p:cTn>
                        </p:par>
                      </p:childTnLst>
                    </p:cTn>
                  </p:par>
                  <p:par>
                    <p:cTn id="14" fill="hold">
                      <p:stCondLst>
                        <p:cond delay="indefinite"/>
                      </p:stCondLst>
                      <p:childTnLst>
                        <p:par>
                          <p:cTn id="15" fill="hold">
                            <p:stCondLst>
                              <p:cond delay="0"/>
                            </p:stCondLst>
                            <p:childTnLst>
                              <p:par>
                                <p:cTn id="16" presetID="19" presetClass="entr" presetSubtype="10" fill="hold" nodeType="clickEffect">
                                  <p:stCondLst>
                                    <p:cond delay="0"/>
                                  </p:stCondLst>
                                  <p:childTnLst>
                                    <p:set>
                                      <p:cBhvr>
                                        <p:cTn id="17" dur="1" fill="hold">
                                          <p:stCondLst>
                                            <p:cond delay="0"/>
                                          </p:stCondLst>
                                        </p:cTn>
                                        <p:tgtEl>
                                          <p:spTgt spid="27"/>
                                        </p:tgtEl>
                                        <p:attrNameLst>
                                          <p:attrName>style.visibility</p:attrName>
                                        </p:attrNameLst>
                                      </p:cBhvr>
                                      <p:to>
                                        <p:strVal val="visible"/>
                                      </p:to>
                                    </p:set>
                                    <p:anim calcmode="lin" valueType="num">
                                      <p:cBhvr>
                                        <p:cTn id="18" dur="5000" fill="hold"/>
                                        <p:tgtEl>
                                          <p:spTgt spid="27"/>
                                        </p:tgtEl>
                                        <p:attrNameLst>
                                          <p:attrName>ppt_w</p:attrName>
                                        </p:attrNameLst>
                                      </p:cBhvr>
                                      <p:tavLst>
                                        <p:tav tm="0" fmla="#ppt_w*sin(2.5*pi*$)">
                                          <p:val>
                                            <p:fltVal val="0"/>
                                          </p:val>
                                        </p:tav>
                                        <p:tav tm="100000">
                                          <p:val>
                                            <p:fltVal val="1"/>
                                          </p:val>
                                        </p:tav>
                                      </p:tavLst>
                                    </p:anim>
                                    <p:anim calcmode="lin" valueType="num">
                                      <p:cBhvr>
                                        <p:cTn id="19" dur="5000" fill="hold"/>
                                        <p:tgtEl>
                                          <p:spTgt spid="27"/>
                                        </p:tgtEl>
                                        <p:attrNameLst>
                                          <p:attrName>ppt_h</p:attrName>
                                        </p:attrNameLst>
                                      </p:cBhvr>
                                      <p:tavLst>
                                        <p:tav tm="0">
                                          <p:val>
                                            <p:strVal val="#ppt_h"/>
                                          </p:val>
                                        </p:tav>
                                        <p:tav tm="100000">
                                          <p:val>
                                            <p:strVal val="#ppt_h"/>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8" fill="hold" grpId="0" nodeType="clickEffect">
                                  <p:stCondLst>
                                    <p:cond delay="0"/>
                                  </p:stCondLst>
                                  <p:childTnLst>
                                    <p:set>
                                      <p:cBhvr>
                                        <p:cTn id="23" dur="1" fill="hold">
                                          <p:stCondLst>
                                            <p:cond delay="0"/>
                                          </p:stCondLst>
                                        </p:cTn>
                                        <p:tgtEl>
                                          <p:spTgt spid="21"/>
                                        </p:tgtEl>
                                        <p:attrNameLst>
                                          <p:attrName>style.visibility</p:attrName>
                                        </p:attrNameLst>
                                      </p:cBhvr>
                                      <p:to>
                                        <p:strVal val="visible"/>
                                      </p:to>
                                    </p:set>
                                    <p:anim calcmode="lin" valueType="num">
                                      <p:cBhvr additive="base">
                                        <p:cTn id="24" dur="500" fill="hold"/>
                                        <p:tgtEl>
                                          <p:spTgt spid="21"/>
                                        </p:tgtEl>
                                        <p:attrNameLst>
                                          <p:attrName>ppt_x</p:attrName>
                                        </p:attrNameLst>
                                      </p:cBhvr>
                                      <p:tavLst>
                                        <p:tav tm="0">
                                          <p:val>
                                            <p:strVal val="0-#ppt_w/2"/>
                                          </p:val>
                                        </p:tav>
                                        <p:tav tm="100000">
                                          <p:val>
                                            <p:strVal val="#ppt_x"/>
                                          </p:val>
                                        </p:tav>
                                      </p:tavLst>
                                    </p:anim>
                                    <p:anim calcmode="lin" valueType="num">
                                      <p:cBhvr additive="base">
                                        <p:cTn id="25" dur="500" fill="hold"/>
                                        <p:tgtEl>
                                          <p:spTgt spid="21"/>
                                        </p:tgtEl>
                                        <p:attrNameLst>
                                          <p:attrName>ppt_y</p:attrName>
                                        </p:attrNameLst>
                                      </p:cBhvr>
                                      <p:tavLst>
                                        <p:tav tm="0">
                                          <p:val>
                                            <p:strVal val="#ppt_y"/>
                                          </p:val>
                                        </p:tav>
                                        <p:tav tm="100000">
                                          <p:val>
                                            <p:strVal val="#ppt_y"/>
                                          </p:val>
                                        </p:tav>
                                      </p:tavLst>
                                    </p:anim>
                                  </p:childTnLst>
                                </p:cTn>
                              </p:par>
                            </p:childTnLst>
                          </p:cTn>
                        </p:par>
                        <p:par>
                          <p:cTn id="26" fill="hold">
                            <p:stCondLst>
                              <p:cond delay="500"/>
                            </p:stCondLst>
                            <p:childTnLst>
                              <p:par>
                                <p:cTn id="27" presetID="23" presetClass="entr" presetSubtype="16" fill="hold" nodeType="afterEffect">
                                  <p:stCondLst>
                                    <p:cond delay="0"/>
                                  </p:stCondLst>
                                  <p:childTnLst>
                                    <p:set>
                                      <p:cBhvr>
                                        <p:cTn id="28" dur="1" fill="hold">
                                          <p:stCondLst>
                                            <p:cond delay="0"/>
                                          </p:stCondLst>
                                        </p:cTn>
                                        <p:tgtEl>
                                          <p:spTgt spid="22"/>
                                        </p:tgtEl>
                                        <p:attrNameLst>
                                          <p:attrName>style.visibility</p:attrName>
                                        </p:attrNameLst>
                                      </p:cBhvr>
                                      <p:to>
                                        <p:strVal val="visible"/>
                                      </p:to>
                                    </p:set>
                                    <p:anim calcmode="lin" valueType="num">
                                      <p:cBhvr>
                                        <p:cTn id="29" dur="500" fill="hold"/>
                                        <p:tgtEl>
                                          <p:spTgt spid="22"/>
                                        </p:tgtEl>
                                        <p:attrNameLst>
                                          <p:attrName>ppt_w</p:attrName>
                                        </p:attrNameLst>
                                      </p:cBhvr>
                                      <p:tavLst>
                                        <p:tav tm="0">
                                          <p:val>
                                            <p:fltVal val="0"/>
                                          </p:val>
                                        </p:tav>
                                        <p:tav tm="100000">
                                          <p:val>
                                            <p:strVal val="#ppt_w"/>
                                          </p:val>
                                        </p:tav>
                                      </p:tavLst>
                                    </p:anim>
                                    <p:anim calcmode="lin" valueType="num">
                                      <p:cBhvr>
                                        <p:cTn id="30" dur="500" fill="hold"/>
                                        <p:tgtEl>
                                          <p:spTgt spid="22"/>
                                        </p:tgtEl>
                                        <p:attrNameLst>
                                          <p:attrName>ppt_h</p:attrName>
                                        </p:attrNameLst>
                                      </p:cBhvr>
                                      <p:tavLst>
                                        <p:tav tm="0">
                                          <p:val>
                                            <p:fltVal val="0"/>
                                          </p:val>
                                        </p:tav>
                                        <p:tav tm="100000">
                                          <p:val>
                                            <p:strVal val="#ppt_h"/>
                                          </p:val>
                                        </p:tav>
                                      </p:tavLst>
                                    </p:anim>
                                  </p:childTnLst>
                                  <p:subTnLst>
                                    <p:set>
                                      <p:cBhvr override="childStyle">
                                        <p:cTn dur="1" fill="hold" display="0" masterRel="nextClick" afterEffect="1"/>
                                        <p:tgtEl>
                                          <p:spTgt spid="22"/>
                                        </p:tgtEl>
                                        <p:attrNameLst>
                                          <p:attrName>style.visibility</p:attrName>
                                        </p:attrNameLst>
                                      </p:cBhvr>
                                      <p:to>
                                        <p:strVal val="hidden"/>
                                      </p:to>
                                    </p:set>
                                  </p:subTnLst>
                                </p:cTn>
                              </p:par>
                            </p:childTnLst>
                          </p:cTn>
                        </p:par>
                      </p:childTnLst>
                    </p:cTn>
                  </p:par>
                  <p:par>
                    <p:cTn id="31" fill="hold">
                      <p:stCondLst>
                        <p:cond delay="indefinite"/>
                      </p:stCondLst>
                      <p:childTnLst>
                        <p:par>
                          <p:cTn id="32" fill="hold">
                            <p:stCondLst>
                              <p:cond delay="0"/>
                            </p:stCondLst>
                            <p:childTnLst>
                              <p:par>
                                <p:cTn id="33" presetID="19" presetClass="entr" presetSubtype="10" fill="hold" nodeType="clickEffect">
                                  <p:stCondLst>
                                    <p:cond delay="0"/>
                                  </p:stCondLst>
                                  <p:childTnLst>
                                    <p:set>
                                      <p:cBhvr>
                                        <p:cTn id="34" dur="1" fill="hold">
                                          <p:stCondLst>
                                            <p:cond delay="0"/>
                                          </p:stCondLst>
                                        </p:cTn>
                                        <p:tgtEl>
                                          <p:spTgt spid="30"/>
                                        </p:tgtEl>
                                        <p:attrNameLst>
                                          <p:attrName>style.visibility</p:attrName>
                                        </p:attrNameLst>
                                      </p:cBhvr>
                                      <p:to>
                                        <p:strVal val="visible"/>
                                      </p:to>
                                    </p:set>
                                    <p:anim calcmode="lin" valueType="num">
                                      <p:cBhvr>
                                        <p:cTn id="35" dur="5000" fill="hold"/>
                                        <p:tgtEl>
                                          <p:spTgt spid="30"/>
                                        </p:tgtEl>
                                        <p:attrNameLst>
                                          <p:attrName>ppt_w</p:attrName>
                                        </p:attrNameLst>
                                      </p:cBhvr>
                                      <p:tavLst>
                                        <p:tav tm="0" fmla="#ppt_w*sin(2.5*pi*$)">
                                          <p:val>
                                            <p:fltVal val="0"/>
                                          </p:val>
                                        </p:tav>
                                        <p:tav tm="100000">
                                          <p:val>
                                            <p:fltVal val="1"/>
                                          </p:val>
                                        </p:tav>
                                      </p:tavLst>
                                    </p:anim>
                                    <p:anim calcmode="lin" valueType="num">
                                      <p:cBhvr>
                                        <p:cTn id="36" dur="5000" fill="hold"/>
                                        <p:tgtEl>
                                          <p:spTgt spid="30"/>
                                        </p:tgtEl>
                                        <p:attrNameLst>
                                          <p:attrName>ppt_h</p:attrName>
                                        </p:attrNameLst>
                                      </p:cBhvr>
                                      <p:tavLst>
                                        <p:tav tm="0">
                                          <p:val>
                                            <p:strVal val="#ppt_h"/>
                                          </p:val>
                                        </p:tav>
                                        <p:tav tm="100000">
                                          <p:val>
                                            <p:strVal val="#ppt_h"/>
                                          </p:val>
                                        </p:tav>
                                      </p:tavLst>
                                    </p:anim>
                                  </p:childTnLst>
                                </p:cTn>
                              </p:par>
                            </p:childTnLst>
                          </p:cTn>
                        </p:par>
                      </p:childTnLst>
                    </p:cTn>
                  </p:par>
                  <p:par>
                    <p:cTn id="37" fill="hold">
                      <p:stCondLst>
                        <p:cond delay="indefinite"/>
                      </p:stCondLst>
                      <p:childTnLst>
                        <p:par>
                          <p:cTn id="38" fill="hold">
                            <p:stCondLst>
                              <p:cond delay="0"/>
                            </p:stCondLst>
                            <p:childTnLst>
                              <p:par>
                                <p:cTn id="39" presetID="2" presetClass="entr" presetSubtype="8" fill="hold" grpId="0" nodeType="clickEffect">
                                  <p:stCondLst>
                                    <p:cond delay="0"/>
                                  </p:stCondLst>
                                  <p:childTnLst>
                                    <p:set>
                                      <p:cBhvr>
                                        <p:cTn id="40" dur="1" fill="hold">
                                          <p:stCondLst>
                                            <p:cond delay="0"/>
                                          </p:stCondLst>
                                        </p:cTn>
                                        <p:tgtEl>
                                          <p:spTgt spid="23"/>
                                        </p:tgtEl>
                                        <p:attrNameLst>
                                          <p:attrName>style.visibility</p:attrName>
                                        </p:attrNameLst>
                                      </p:cBhvr>
                                      <p:to>
                                        <p:strVal val="visible"/>
                                      </p:to>
                                    </p:set>
                                    <p:anim calcmode="lin" valueType="num">
                                      <p:cBhvr additive="base">
                                        <p:cTn id="41" dur="500" fill="hold"/>
                                        <p:tgtEl>
                                          <p:spTgt spid="23"/>
                                        </p:tgtEl>
                                        <p:attrNameLst>
                                          <p:attrName>ppt_x</p:attrName>
                                        </p:attrNameLst>
                                      </p:cBhvr>
                                      <p:tavLst>
                                        <p:tav tm="0">
                                          <p:val>
                                            <p:strVal val="0-#ppt_w/2"/>
                                          </p:val>
                                        </p:tav>
                                        <p:tav tm="100000">
                                          <p:val>
                                            <p:strVal val="#ppt_x"/>
                                          </p:val>
                                        </p:tav>
                                      </p:tavLst>
                                    </p:anim>
                                    <p:anim calcmode="lin" valueType="num">
                                      <p:cBhvr additive="base">
                                        <p:cTn id="42" dur="500" fill="hold"/>
                                        <p:tgtEl>
                                          <p:spTgt spid="23"/>
                                        </p:tgtEl>
                                        <p:attrNameLst>
                                          <p:attrName>ppt_y</p:attrName>
                                        </p:attrNameLst>
                                      </p:cBhvr>
                                      <p:tavLst>
                                        <p:tav tm="0">
                                          <p:val>
                                            <p:strVal val="#ppt_y"/>
                                          </p:val>
                                        </p:tav>
                                        <p:tav tm="100000">
                                          <p:val>
                                            <p:strVal val="#ppt_y"/>
                                          </p:val>
                                        </p:tav>
                                      </p:tavLst>
                                    </p:anim>
                                  </p:childTnLst>
                                </p:cTn>
                              </p:par>
                            </p:childTnLst>
                          </p:cTn>
                        </p:par>
                        <p:par>
                          <p:cTn id="43" fill="hold">
                            <p:stCondLst>
                              <p:cond delay="500"/>
                            </p:stCondLst>
                            <p:childTnLst>
                              <p:par>
                                <p:cTn id="44" presetID="23" presetClass="entr" presetSubtype="16" fill="hold" nodeType="afterEffect">
                                  <p:stCondLst>
                                    <p:cond delay="0"/>
                                  </p:stCondLst>
                                  <p:childTnLst>
                                    <p:set>
                                      <p:cBhvr>
                                        <p:cTn id="45" dur="1" fill="hold">
                                          <p:stCondLst>
                                            <p:cond delay="0"/>
                                          </p:stCondLst>
                                        </p:cTn>
                                        <p:tgtEl>
                                          <p:spTgt spid="24"/>
                                        </p:tgtEl>
                                        <p:attrNameLst>
                                          <p:attrName>style.visibility</p:attrName>
                                        </p:attrNameLst>
                                      </p:cBhvr>
                                      <p:to>
                                        <p:strVal val="visible"/>
                                      </p:to>
                                    </p:set>
                                    <p:anim calcmode="lin" valueType="num">
                                      <p:cBhvr>
                                        <p:cTn id="46" dur="500" fill="hold"/>
                                        <p:tgtEl>
                                          <p:spTgt spid="24"/>
                                        </p:tgtEl>
                                        <p:attrNameLst>
                                          <p:attrName>ppt_w</p:attrName>
                                        </p:attrNameLst>
                                      </p:cBhvr>
                                      <p:tavLst>
                                        <p:tav tm="0">
                                          <p:val>
                                            <p:fltVal val="0"/>
                                          </p:val>
                                        </p:tav>
                                        <p:tav tm="100000">
                                          <p:val>
                                            <p:strVal val="#ppt_w"/>
                                          </p:val>
                                        </p:tav>
                                      </p:tavLst>
                                    </p:anim>
                                    <p:anim calcmode="lin" valueType="num">
                                      <p:cBhvr>
                                        <p:cTn id="47" dur="500" fill="hold"/>
                                        <p:tgtEl>
                                          <p:spTgt spid="24"/>
                                        </p:tgtEl>
                                        <p:attrNameLst>
                                          <p:attrName>ppt_h</p:attrName>
                                        </p:attrNameLst>
                                      </p:cBhvr>
                                      <p:tavLst>
                                        <p:tav tm="0">
                                          <p:val>
                                            <p:fltVal val="0"/>
                                          </p:val>
                                        </p:tav>
                                        <p:tav tm="100000">
                                          <p:val>
                                            <p:strVal val="#ppt_h"/>
                                          </p:val>
                                        </p:tav>
                                      </p:tavLst>
                                    </p:anim>
                                  </p:childTnLst>
                                  <p:subTnLst>
                                    <p:set>
                                      <p:cBhvr override="childStyle">
                                        <p:cTn dur="1" fill="hold" display="0" masterRel="nextClick" afterEffect="1"/>
                                        <p:tgtEl>
                                          <p:spTgt spid="24"/>
                                        </p:tgtEl>
                                        <p:attrNameLst>
                                          <p:attrName>style.visibility</p:attrName>
                                        </p:attrNameLst>
                                      </p:cBhvr>
                                      <p:to>
                                        <p:strVal val="hidden"/>
                                      </p:to>
                                    </p:set>
                                  </p:subTnLst>
                                </p:cTn>
                              </p:par>
                            </p:childTnLst>
                          </p:cTn>
                        </p:par>
                      </p:childTnLst>
                    </p:cTn>
                  </p:par>
                  <p:par>
                    <p:cTn id="48" fill="hold">
                      <p:stCondLst>
                        <p:cond delay="indefinite"/>
                      </p:stCondLst>
                      <p:childTnLst>
                        <p:par>
                          <p:cTn id="49" fill="hold">
                            <p:stCondLst>
                              <p:cond delay="0"/>
                            </p:stCondLst>
                            <p:childTnLst>
                              <p:par>
                                <p:cTn id="50" presetID="19" presetClass="entr" presetSubtype="10" fill="hold" nodeType="clickEffect">
                                  <p:stCondLst>
                                    <p:cond delay="0"/>
                                  </p:stCondLst>
                                  <p:childTnLst>
                                    <p:set>
                                      <p:cBhvr>
                                        <p:cTn id="51" dur="1" fill="hold">
                                          <p:stCondLst>
                                            <p:cond delay="0"/>
                                          </p:stCondLst>
                                        </p:cTn>
                                        <p:tgtEl>
                                          <p:spTgt spid="33"/>
                                        </p:tgtEl>
                                        <p:attrNameLst>
                                          <p:attrName>style.visibility</p:attrName>
                                        </p:attrNameLst>
                                      </p:cBhvr>
                                      <p:to>
                                        <p:strVal val="visible"/>
                                      </p:to>
                                    </p:set>
                                    <p:anim calcmode="lin" valueType="num">
                                      <p:cBhvr>
                                        <p:cTn id="52" dur="5000" fill="hold"/>
                                        <p:tgtEl>
                                          <p:spTgt spid="33"/>
                                        </p:tgtEl>
                                        <p:attrNameLst>
                                          <p:attrName>ppt_w</p:attrName>
                                        </p:attrNameLst>
                                      </p:cBhvr>
                                      <p:tavLst>
                                        <p:tav tm="0" fmla="#ppt_w*sin(2.5*pi*$)">
                                          <p:val>
                                            <p:fltVal val="0"/>
                                          </p:val>
                                        </p:tav>
                                        <p:tav tm="100000">
                                          <p:val>
                                            <p:fltVal val="1"/>
                                          </p:val>
                                        </p:tav>
                                      </p:tavLst>
                                    </p:anim>
                                    <p:anim calcmode="lin" valueType="num">
                                      <p:cBhvr>
                                        <p:cTn id="53" dur="5000" fill="hold"/>
                                        <p:tgtEl>
                                          <p:spTgt spid="33"/>
                                        </p:tgtEl>
                                        <p:attrNameLst>
                                          <p:attrName>ppt_h</p:attrName>
                                        </p:attrNameLst>
                                      </p:cBhvr>
                                      <p:tavLst>
                                        <p:tav tm="0">
                                          <p:val>
                                            <p:strVal val="#ppt_h"/>
                                          </p:val>
                                        </p:tav>
                                        <p:tav tm="100000">
                                          <p:val>
                                            <p:strVal val="#ppt_h"/>
                                          </p:val>
                                        </p:tav>
                                      </p:tavLst>
                                    </p:anim>
                                  </p:childTnLst>
                                </p:cTn>
                              </p:par>
                            </p:childTnLst>
                          </p:cTn>
                        </p:par>
                      </p:childTnLst>
                    </p:cTn>
                  </p:par>
                  <p:par>
                    <p:cTn id="54" fill="hold">
                      <p:stCondLst>
                        <p:cond delay="indefinite"/>
                      </p:stCondLst>
                      <p:childTnLst>
                        <p:par>
                          <p:cTn id="55" fill="hold">
                            <p:stCondLst>
                              <p:cond delay="0"/>
                            </p:stCondLst>
                            <p:childTnLst>
                              <p:par>
                                <p:cTn id="56" presetID="2" presetClass="entr" presetSubtype="8" fill="hold" grpId="0" nodeType="clickEffect">
                                  <p:stCondLst>
                                    <p:cond delay="0"/>
                                  </p:stCondLst>
                                  <p:childTnLst>
                                    <p:set>
                                      <p:cBhvr>
                                        <p:cTn id="57" dur="1" fill="hold">
                                          <p:stCondLst>
                                            <p:cond delay="0"/>
                                          </p:stCondLst>
                                        </p:cTn>
                                        <p:tgtEl>
                                          <p:spTgt spid="25"/>
                                        </p:tgtEl>
                                        <p:attrNameLst>
                                          <p:attrName>style.visibility</p:attrName>
                                        </p:attrNameLst>
                                      </p:cBhvr>
                                      <p:to>
                                        <p:strVal val="visible"/>
                                      </p:to>
                                    </p:set>
                                    <p:anim calcmode="lin" valueType="num">
                                      <p:cBhvr additive="base">
                                        <p:cTn id="58" dur="500" fill="hold"/>
                                        <p:tgtEl>
                                          <p:spTgt spid="25"/>
                                        </p:tgtEl>
                                        <p:attrNameLst>
                                          <p:attrName>ppt_x</p:attrName>
                                        </p:attrNameLst>
                                      </p:cBhvr>
                                      <p:tavLst>
                                        <p:tav tm="0">
                                          <p:val>
                                            <p:strVal val="0-#ppt_w/2"/>
                                          </p:val>
                                        </p:tav>
                                        <p:tav tm="100000">
                                          <p:val>
                                            <p:strVal val="#ppt_x"/>
                                          </p:val>
                                        </p:tav>
                                      </p:tavLst>
                                    </p:anim>
                                    <p:anim calcmode="lin" valueType="num">
                                      <p:cBhvr additive="base">
                                        <p:cTn id="59" dur="500" fill="hold"/>
                                        <p:tgtEl>
                                          <p:spTgt spid="25"/>
                                        </p:tgtEl>
                                        <p:attrNameLst>
                                          <p:attrName>ppt_y</p:attrName>
                                        </p:attrNameLst>
                                      </p:cBhvr>
                                      <p:tavLst>
                                        <p:tav tm="0">
                                          <p:val>
                                            <p:strVal val="#ppt_y"/>
                                          </p:val>
                                        </p:tav>
                                        <p:tav tm="100000">
                                          <p:val>
                                            <p:strVal val="#ppt_y"/>
                                          </p:val>
                                        </p:tav>
                                      </p:tavLst>
                                    </p:anim>
                                  </p:childTnLst>
                                </p:cTn>
                              </p:par>
                            </p:childTnLst>
                          </p:cTn>
                        </p:par>
                        <p:par>
                          <p:cTn id="60" fill="hold">
                            <p:stCondLst>
                              <p:cond delay="500"/>
                            </p:stCondLst>
                            <p:childTnLst>
                              <p:par>
                                <p:cTn id="61" presetID="23" presetClass="entr" presetSubtype="16" fill="hold" nodeType="afterEffect">
                                  <p:stCondLst>
                                    <p:cond delay="0"/>
                                  </p:stCondLst>
                                  <p:childTnLst>
                                    <p:set>
                                      <p:cBhvr>
                                        <p:cTn id="62" dur="1" fill="hold">
                                          <p:stCondLst>
                                            <p:cond delay="0"/>
                                          </p:stCondLst>
                                        </p:cTn>
                                        <p:tgtEl>
                                          <p:spTgt spid="26"/>
                                        </p:tgtEl>
                                        <p:attrNameLst>
                                          <p:attrName>style.visibility</p:attrName>
                                        </p:attrNameLst>
                                      </p:cBhvr>
                                      <p:to>
                                        <p:strVal val="visible"/>
                                      </p:to>
                                    </p:set>
                                    <p:anim calcmode="lin" valueType="num">
                                      <p:cBhvr>
                                        <p:cTn id="63" dur="500" fill="hold"/>
                                        <p:tgtEl>
                                          <p:spTgt spid="26"/>
                                        </p:tgtEl>
                                        <p:attrNameLst>
                                          <p:attrName>ppt_w</p:attrName>
                                        </p:attrNameLst>
                                      </p:cBhvr>
                                      <p:tavLst>
                                        <p:tav tm="0">
                                          <p:val>
                                            <p:fltVal val="0"/>
                                          </p:val>
                                        </p:tav>
                                        <p:tav tm="100000">
                                          <p:val>
                                            <p:strVal val="#ppt_w"/>
                                          </p:val>
                                        </p:tav>
                                      </p:tavLst>
                                    </p:anim>
                                    <p:anim calcmode="lin" valueType="num">
                                      <p:cBhvr>
                                        <p:cTn id="64" dur="500" fill="hold"/>
                                        <p:tgtEl>
                                          <p:spTgt spid="26"/>
                                        </p:tgtEl>
                                        <p:attrNameLst>
                                          <p:attrName>ppt_h</p:attrName>
                                        </p:attrNameLst>
                                      </p:cBhvr>
                                      <p:tavLst>
                                        <p:tav tm="0">
                                          <p:val>
                                            <p:fltVal val="0"/>
                                          </p:val>
                                        </p:tav>
                                        <p:tav tm="100000">
                                          <p:val>
                                            <p:strVal val="#ppt_h"/>
                                          </p:val>
                                        </p:tav>
                                      </p:tavLst>
                                    </p:anim>
                                  </p:childTnLst>
                                  <p:subTnLst>
                                    <p:set>
                                      <p:cBhvr override="childStyle">
                                        <p:cTn dur="1" fill="hold" display="0" masterRel="nextClick" afterEffect="1"/>
                                        <p:tgtEl>
                                          <p:spTgt spid="26"/>
                                        </p:tgtEl>
                                        <p:attrNameLst>
                                          <p:attrName>style.visibility</p:attrName>
                                        </p:attrNameLst>
                                      </p:cBhvr>
                                      <p:to>
                                        <p:strVal val="hidden"/>
                                      </p:to>
                                    </p:set>
                                  </p:subTnLst>
                                </p:cTn>
                              </p:par>
                            </p:childTnLst>
                          </p:cTn>
                        </p:par>
                      </p:childTnLst>
                    </p:cTn>
                  </p:par>
                  <p:par>
                    <p:cTn id="65" fill="hold">
                      <p:stCondLst>
                        <p:cond delay="indefinite"/>
                      </p:stCondLst>
                      <p:childTnLst>
                        <p:par>
                          <p:cTn id="66" fill="hold">
                            <p:stCondLst>
                              <p:cond delay="0"/>
                            </p:stCondLst>
                            <p:childTnLst>
                              <p:par>
                                <p:cTn id="67" presetID="19" presetClass="entr" presetSubtype="10" fill="hold" nodeType="clickEffect">
                                  <p:stCondLst>
                                    <p:cond delay="0"/>
                                  </p:stCondLst>
                                  <p:childTnLst>
                                    <p:set>
                                      <p:cBhvr>
                                        <p:cTn id="68" dur="1" fill="hold">
                                          <p:stCondLst>
                                            <p:cond delay="0"/>
                                          </p:stCondLst>
                                        </p:cTn>
                                        <p:tgtEl>
                                          <p:spTgt spid="36"/>
                                        </p:tgtEl>
                                        <p:attrNameLst>
                                          <p:attrName>style.visibility</p:attrName>
                                        </p:attrNameLst>
                                      </p:cBhvr>
                                      <p:to>
                                        <p:strVal val="visible"/>
                                      </p:to>
                                    </p:set>
                                    <p:anim calcmode="lin" valueType="num">
                                      <p:cBhvr>
                                        <p:cTn id="69" dur="5000" fill="hold"/>
                                        <p:tgtEl>
                                          <p:spTgt spid="36"/>
                                        </p:tgtEl>
                                        <p:attrNameLst>
                                          <p:attrName>ppt_w</p:attrName>
                                        </p:attrNameLst>
                                      </p:cBhvr>
                                      <p:tavLst>
                                        <p:tav tm="0" fmla="#ppt_w*sin(2.5*pi*$)">
                                          <p:val>
                                            <p:fltVal val="0"/>
                                          </p:val>
                                        </p:tav>
                                        <p:tav tm="100000">
                                          <p:val>
                                            <p:fltVal val="1"/>
                                          </p:val>
                                        </p:tav>
                                      </p:tavLst>
                                    </p:anim>
                                    <p:anim calcmode="lin" valueType="num">
                                      <p:cBhvr>
                                        <p:cTn id="70" dur="5000" fill="hold"/>
                                        <p:tgtEl>
                                          <p:spTgt spid="36"/>
                                        </p:tgtEl>
                                        <p:attrNameLst>
                                          <p:attrName>ppt_h</p:attrName>
                                        </p:attrNameLst>
                                      </p:cBhvr>
                                      <p:tavLst>
                                        <p:tav tm="0">
                                          <p:val>
                                            <p:strVal val="#ppt_h"/>
                                          </p:val>
                                        </p:tav>
                                        <p:tav tm="100000">
                                          <p:val>
                                            <p:strVal val="#ppt_h"/>
                                          </p:val>
                                        </p:tav>
                                      </p:tavLst>
                                    </p:anim>
                                  </p:childTnLst>
                                </p:cTn>
                              </p:par>
                            </p:childTnLst>
                          </p:cTn>
                        </p:par>
                        <p:par>
                          <p:cTn id="71" fill="hold">
                            <p:stCondLst>
                              <p:cond delay="5000"/>
                            </p:stCondLst>
                            <p:childTnLst>
                              <p:par>
                                <p:cTn id="72" presetID="22" presetClass="entr" presetSubtype="1" fill="hold" grpId="0" nodeType="afterEffect">
                                  <p:stCondLst>
                                    <p:cond delay="0"/>
                                  </p:stCondLst>
                                  <p:childTnLst>
                                    <p:set>
                                      <p:cBhvr>
                                        <p:cTn id="73" dur="1" fill="hold">
                                          <p:stCondLst>
                                            <p:cond delay="0"/>
                                          </p:stCondLst>
                                        </p:cTn>
                                        <p:tgtEl>
                                          <p:spTgt spid="7"/>
                                        </p:tgtEl>
                                        <p:attrNameLst>
                                          <p:attrName>style.visibility</p:attrName>
                                        </p:attrNameLst>
                                      </p:cBhvr>
                                      <p:to>
                                        <p:strVal val="visible"/>
                                      </p:to>
                                    </p:set>
                                    <p:animEffect transition="in" filter="wipe(up)">
                                      <p:cBhvr>
                                        <p:cTn id="74" dur="1000"/>
                                        <p:tgtEl>
                                          <p:spTgt spid="7"/>
                                        </p:tgtEl>
                                      </p:cBhvr>
                                    </p:animEffect>
                                  </p:childTnLst>
                                </p:cTn>
                              </p:par>
                            </p:childTnLst>
                          </p:cTn>
                        </p:par>
                        <p:par>
                          <p:cTn id="75" fill="hold">
                            <p:stCondLst>
                              <p:cond delay="6000"/>
                            </p:stCondLst>
                            <p:childTnLst>
                              <p:par>
                                <p:cTn id="76" presetID="1" presetClass="entr" presetSubtype="0" fill="hold" nodeType="afterEffect">
                                  <p:stCondLst>
                                    <p:cond delay="0"/>
                                  </p:stCondLst>
                                  <p:childTnLst>
                                    <p:set>
                                      <p:cBhvr>
                                        <p:cTn id="77" dur="1" fill="hold">
                                          <p:stCondLst>
                                            <p:cond delay="499"/>
                                          </p:stCondLst>
                                        </p:cTn>
                                        <p:tgtEl>
                                          <p:spTgt spid="3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19" grpId="0" animBg="1" autoUpdateAnimBg="0"/>
      <p:bldP spid="21" grpId="0" animBg="1" autoUpdateAnimBg="0"/>
      <p:bldP spid="23" grpId="0" animBg="1" autoUpdateAnimBg="0"/>
      <p:bldP spid="25" grpId="0" animBg="1" autoUpdateAnimBg="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9" name="Grupo 48">
            <a:extLst>
              <a:ext uri="{FF2B5EF4-FFF2-40B4-BE49-F238E27FC236}">
                <a16:creationId xmlns:a16="http://schemas.microsoft.com/office/drawing/2014/main" id="{EAD2D611-67C9-581E-EFBF-8C2F0E967A96}"/>
              </a:ext>
            </a:extLst>
          </p:cNvPr>
          <p:cNvGrpSpPr/>
          <p:nvPr/>
        </p:nvGrpSpPr>
        <p:grpSpPr>
          <a:xfrm>
            <a:off x="5557540" y="1555530"/>
            <a:ext cx="5173693" cy="1164949"/>
            <a:chOff x="5557540" y="1555530"/>
            <a:chExt cx="5173693" cy="1164949"/>
          </a:xfrm>
        </p:grpSpPr>
        <p:grpSp>
          <p:nvGrpSpPr>
            <p:cNvPr id="4" name="Group 3">
              <a:extLst>
                <a:ext uri="{FF2B5EF4-FFF2-40B4-BE49-F238E27FC236}">
                  <a16:creationId xmlns:a16="http://schemas.microsoft.com/office/drawing/2014/main" id="{6898B02B-2283-4A0A-B503-0AD4EE537403}"/>
                </a:ext>
              </a:extLst>
            </p:cNvPr>
            <p:cNvGrpSpPr>
              <a:grpSpLocks/>
            </p:cNvGrpSpPr>
            <p:nvPr/>
          </p:nvGrpSpPr>
          <p:grpSpPr bwMode="auto">
            <a:xfrm>
              <a:off x="5557540" y="1558428"/>
              <a:ext cx="4495800" cy="1162051"/>
              <a:chOff x="2736" y="1623"/>
              <a:chExt cx="2832" cy="732"/>
            </a:xfrm>
            <a:solidFill>
              <a:schemeClr val="bg1">
                <a:lumMod val="85000"/>
              </a:schemeClr>
            </a:solidFill>
          </p:grpSpPr>
          <p:sp>
            <p:nvSpPr>
              <p:cNvPr id="5" name="Rectangle 4">
                <a:extLst>
                  <a:ext uri="{FF2B5EF4-FFF2-40B4-BE49-F238E27FC236}">
                    <a16:creationId xmlns:a16="http://schemas.microsoft.com/office/drawing/2014/main" id="{FCFD5FC3-C6A3-40F0-BC0F-2214C1887607}"/>
                  </a:ext>
                </a:extLst>
              </p:cNvPr>
              <p:cNvSpPr>
                <a:spLocks noChangeArrowheads="1"/>
              </p:cNvSpPr>
              <p:nvPr/>
            </p:nvSpPr>
            <p:spPr bwMode="auto">
              <a:xfrm>
                <a:off x="3415" y="1623"/>
                <a:ext cx="431" cy="432"/>
              </a:xfrm>
              <a:prstGeom prst="rect">
                <a:avLst/>
              </a:prstGeom>
              <a:grpFill/>
              <a:ln w="38100">
                <a:solidFill>
                  <a:schemeClr val="tx1"/>
                </a:solidFill>
                <a:miter lim="800000"/>
                <a:headEnd/>
                <a:tailEnd/>
              </a:ln>
            </p:spPr>
            <p:txBody>
              <a:bodyPr wrap="none" anchor="ctr"/>
              <a:lstStyle/>
              <a:p>
                <a:endParaRPr lang="es-ES" sz="3200">
                  <a:latin typeface="Arial Narrow" pitchFamily="34" charset="0"/>
                </a:endParaRPr>
              </a:p>
            </p:txBody>
          </p:sp>
          <p:sp>
            <p:nvSpPr>
              <p:cNvPr id="6" name="Rectangle 5">
                <a:extLst>
                  <a:ext uri="{FF2B5EF4-FFF2-40B4-BE49-F238E27FC236}">
                    <a16:creationId xmlns:a16="http://schemas.microsoft.com/office/drawing/2014/main" id="{1C6124C4-EC16-4DAA-9628-BE5724472CB6}"/>
                  </a:ext>
                </a:extLst>
              </p:cNvPr>
              <p:cNvSpPr>
                <a:spLocks noChangeArrowheads="1"/>
              </p:cNvSpPr>
              <p:nvPr/>
            </p:nvSpPr>
            <p:spPr bwMode="auto">
              <a:xfrm>
                <a:off x="3846" y="1623"/>
                <a:ext cx="430" cy="432"/>
              </a:xfrm>
              <a:prstGeom prst="rect">
                <a:avLst/>
              </a:prstGeom>
              <a:grpFill/>
              <a:ln w="38100">
                <a:solidFill>
                  <a:schemeClr val="tx1"/>
                </a:solidFill>
                <a:miter lim="800000"/>
                <a:headEnd/>
                <a:tailEnd/>
              </a:ln>
            </p:spPr>
            <p:txBody>
              <a:bodyPr wrap="none" anchor="ctr"/>
              <a:lstStyle/>
              <a:p>
                <a:endParaRPr lang="es-ES" sz="3200">
                  <a:latin typeface="Arial Narrow" pitchFamily="34" charset="0"/>
                </a:endParaRPr>
              </a:p>
            </p:txBody>
          </p:sp>
          <p:sp>
            <p:nvSpPr>
              <p:cNvPr id="8" name="Rectangle 6">
                <a:extLst>
                  <a:ext uri="{FF2B5EF4-FFF2-40B4-BE49-F238E27FC236}">
                    <a16:creationId xmlns:a16="http://schemas.microsoft.com/office/drawing/2014/main" id="{C6DCDE5D-716D-42E0-813D-E337DF918E1B}"/>
                  </a:ext>
                </a:extLst>
              </p:cNvPr>
              <p:cNvSpPr>
                <a:spLocks noChangeArrowheads="1"/>
              </p:cNvSpPr>
              <p:nvPr/>
            </p:nvSpPr>
            <p:spPr bwMode="auto">
              <a:xfrm>
                <a:off x="4276" y="1623"/>
                <a:ext cx="431" cy="432"/>
              </a:xfrm>
              <a:prstGeom prst="rect">
                <a:avLst/>
              </a:prstGeom>
              <a:grpFill/>
              <a:ln w="38100">
                <a:solidFill>
                  <a:schemeClr val="tx1"/>
                </a:solidFill>
                <a:miter lim="800000"/>
                <a:headEnd/>
                <a:tailEnd/>
              </a:ln>
            </p:spPr>
            <p:txBody>
              <a:bodyPr wrap="none" anchor="ctr"/>
              <a:lstStyle/>
              <a:p>
                <a:endParaRPr lang="es-ES" sz="3200">
                  <a:latin typeface="Arial Narrow" pitchFamily="34" charset="0"/>
                </a:endParaRPr>
              </a:p>
            </p:txBody>
          </p:sp>
          <p:sp>
            <p:nvSpPr>
              <p:cNvPr id="9" name="Rectangle 7">
                <a:extLst>
                  <a:ext uri="{FF2B5EF4-FFF2-40B4-BE49-F238E27FC236}">
                    <a16:creationId xmlns:a16="http://schemas.microsoft.com/office/drawing/2014/main" id="{0421DB2B-A1F1-49E2-848B-016EEDE61E12}"/>
                  </a:ext>
                </a:extLst>
              </p:cNvPr>
              <p:cNvSpPr>
                <a:spLocks noChangeArrowheads="1"/>
              </p:cNvSpPr>
              <p:nvPr/>
            </p:nvSpPr>
            <p:spPr bwMode="auto">
              <a:xfrm>
                <a:off x="4707" y="1623"/>
                <a:ext cx="430" cy="432"/>
              </a:xfrm>
              <a:prstGeom prst="rect">
                <a:avLst/>
              </a:prstGeom>
              <a:grpFill/>
              <a:ln w="38100">
                <a:solidFill>
                  <a:schemeClr val="tx1"/>
                </a:solidFill>
                <a:miter lim="800000"/>
                <a:headEnd/>
                <a:tailEnd/>
              </a:ln>
            </p:spPr>
            <p:txBody>
              <a:bodyPr wrap="none" anchor="ctr"/>
              <a:lstStyle/>
              <a:p>
                <a:endParaRPr lang="es-ES" sz="3200">
                  <a:latin typeface="Arial Narrow" pitchFamily="34" charset="0"/>
                </a:endParaRPr>
              </a:p>
            </p:txBody>
          </p:sp>
          <p:sp>
            <p:nvSpPr>
              <p:cNvPr id="10" name="Rectangle 8">
                <a:extLst>
                  <a:ext uri="{FF2B5EF4-FFF2-40B4-BE49-F238E27FC236}">
                    <a16:creationId xmlns:a16="http://schemas.microsoft.com/office/drawing/2014/main" id="{394E38F1-A8E3-4403-87D3-DA8821ACDA74}"/>
                  </a:ext>
                </a:extLst>
              </p:cNvPr>
              <p:cNvSpPr>
                <a:spLocks noChangeArrowheads="1"/>
              </p:cNvSpPr>
              <p:nvPr/>
            </p:nvSpPr>
            <p:spPr bwMode="auto">
              <a:xfrm>
                <a:off x="5137" y="1623"/>
                <a:ext cx="431" cy="432"/>
              </a:xfrm>
              <a:prstGeom prst="rect">
                <a:avLst/>
              </a:prstGeom>
              <a:grpFill/>
              <a:ln w="38100">
                <a:solidFill>
                  <a:schemeClr val="tx1"/>
                </a:solidFill>
                <a:miter lim="800000"/>
                <a:headEnd/>
                <a:tailEnd/>
              </a:ln>
            </p:spPr>
            <p:txBody>
              <a:bodyPr wrap="none" anchor="ctr"/>
              <a:lstStyle/>
              <a:p>
                <a:endParaRPr lang="es-ES" sz="3200">
                  <a:latin typeface="Arial Narrow" pitchFamily="34" charset="0"/>
                </a:endParaRPr>
              </a:p>
            </p:txBody>
          </p:sp>
          <p:sp>
            <p:nvSpPr>
              <p:cNvPr id="11" name="Text Box 9">
                <a:extLst>
                  <a:ext uri="{FF2B5EF4-FFF2-40B4-BE49-F238E27FC236}">
                    <a16:creationId xmlns:a16="http://schemas.microsoft.com/office/drawing/2014/main" id="{397FB712-6788-4752-BF8D-CA847AE8F442}"/>
                  </a:ext>
                </a:extLst>
              </p:cNvPr>
              <p:cNvSpPr txBox="1">
                <a:spLocks noChangeArrowheads="1"/>
              </p:cNvSpPr>
              <p:nvPr/>
            </p:nvSpPr>
            <p:spPr bwMode="auto">
              <a:xfrm>
                <a:off x="2736" y="1651"/>
                <a:ext cx="715" cy="365"/>
              </a:xfrm>
              <a:prstGeom prst="rect">
                <a:avLst/>
              </a:prstGeom>
              <a:noFill/>
              <a:ln w="9525">
                <a:noFill/>
                <a:miter lim="800000"/>
                <a:headEnd/>
                <a:tailEnd/>
              </a:ln>
            </p:spPr>
            <p:txBody>
              <a:bodyPr>
                <a:spAutoFit/>
              </a:bodyPr>
              <a:lstStyle/>
              <a:p>
                <a:pPr algn="l">
                  <a:spcBef>
                    <a:spcPct val="50000"/>
                  </a:spcBef>
                </a:pPr>
                <a:r>
                  <a:rPr lang="es-MX" sz="3200" b="1">
                    <a:latin typeface="Arial Narrow" pitchFamily="34" charset="0"/>
                  </a:rPr>
                  <a:t>VEC</a:t>
                </a:r>
                <a:endParaRPr lang="es-ES" sz="3200" b="1">
                  <a:latin typeface="Arial Narrow" pitchFamily="34" charset="0"/>
                </a:endParaRPr>
              </a:p>
            </p:txBody>
          </p:sp>
          <p:sp>
            <p:nvSpPr>
              <p:cNvPr id="12" name="Text Box 10">
                <a:extLst>
                  <a:ext uri="{FF2B5EF4-FFF2-40B4-BE49-F238E27FC236}">
                    <a16:creationId xmlns:a16="http://schemas.microsoft.com/office/drawing/2014/main" id="{ACC7C8B4-A876-4C24-9635-D6938E4AE84F}"/>
                  </a:ext>
                </a:extLst>
              </p:cNvPr>
              <p:cNvSpPr txBox="1">
                <a:spLocks noChangeArrowheads="1"/>
              </p:cNvSpPr>
              <p:nvPr/>
            </p:nvSpPr>
            <p:spPr bwMode="auto">
              <a:xfrm>
                <a:off x="3451" y="2064"/>
                <a:ext cx="2114" cy="291"/>
              </a:xfrm>
              <a:prstGeom prst="rect">
                <a:avLst/>
              </a:prstGeom>
              <a:noFill/>
              <a:ln w="9525">
                <a:noFill/>
                <a:miter lim="800000"/>
                <a:headEnd/>
                <a:tailEnd/>
              </a:ln>
            </p:spPr>
            <p:txBody>
              <a:bodyPr>
                <a:spAutoFit/>
              </a:bodyPr>
              <a:lstStyle/>
              <a:p>
                <a:pPr algn="l">
                  <a:spcBef>
                    <a:spcPct val="50000"/>
                  </a:spcBef>
                </a:pPr>
                <a:r>
                  <a:rPr lang="es-MX" sz="2400" dirty="0">
                    <a:latin typeface="Arial Narrow" pitchFamily="34" charset="0"/>
                  </a:rPr>
                  <a:t>  0        1        2        3        4</a:t>
                </a:r>
                <a:endParaRPr lang="es-ES" sz="2400" dirty="0">
                  <a:latin typeface="Arial Narrow" pitchFamily="34" charset="0"/>
                </a:endParaRPr>
              </a:p>
            </p:txBody>
          </p:sp>
          <p:sp>
            <p:nvSpPr>
              <p:cNvPr id="13" name="Rectangle 11">
                <a:extLst>
                  <a:ext uri="{FF2B5EF4-FFF2-40B4-BE49-F238E27FC236}">
                    <a16:creationId xmlns:a16="http://schemas.microsoft.com/office/drawing/2014/main" id="{F3B24480-C895-44DD-896D-BC43D9E15B3D}"/>
                  </a:ext>
                </a:extLst>
              </p:cNvPr>
              <p:cNvSpPr>
                <a:spLocks noChangeArrowheads="1"/>
              </p:cNvSpPr>
              <p:nvPr/>
            </p:nvSpPr>
            <p:spPr bwMode="auto">
              <a:xfrm>
                <a:off x="5184" y="1649"/>
                <a:ext cx="336" cy="384"/>
              </a:xfrm>
              <a:prstGeom prst="rect">
                <a:avLst/>
              </a:prstGeom>
              <a:grpFill/>
              <a:ln w="9525" cap="flat" cmpd="sng" algn="ctr">
                <a:solidFill>
                  <a:schemeClr val="tx1"/>
                </a:solidFill>
                <a:prstDash val="solid"/>
                <a:headEnd/>
                <a:tailEnd/>
              </a:ln>
              <a:effectLst>
                <a:outerShdw blurRad="63500" dist="25400" dir="5400000" rotWithShape="0">
                  <a:srgbClr val="000000">
                    <a:alpha val="43137"/>
                  </a:srgbClr>
                </a:outerShdw>
              </a:effectLst>
            </p:spPr>
            <p:txBody>
              <a:bodyPr wrap="none" anchor="ct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fontAlgn="base">
                  <a:spcBef>
                    <a:spcPct val="0"/>
                  </a:spcBef>
                  <a:spcAft>
                    <a:spcPct val="0"/>
                  </a:spcAft>
                </a:pPr>
                <a:r>
                  <a:rPr lang="es-MX" sz="3600" b="1" kern="0" spc="50" dirty="0">
                    <a:ln w="11430"/>
                    <a:effectLst>
                      <a:outerShdw blurRad="76200" dist="50800" dir="5400000" algn="tl" rotWithShape="0">
                        <a:srgbClr val="000000">
                          <a:alpha val="65000"/>
                        </a:srgbClr>
                      </a:outerShdw>
                    </a:effectLst>
                    <a:latin typeface="Arial Narrow" pitchFamily="34" charset="0"/>
                  </a:rPr>
                  <a:t>7</a:t>
                </a:r>
                <a:endParaRPr lang="es-ES" sz="3600" b="1" kern="0" spc="50" dirty="0">
                  <a:ln w="11430"/>
                  <a:effectLst>
                    <a:outerShdw blurRad="76200" dist="50800" dir="5400000" algn="tl" rotWithShape="0">
                      <a:srgbClr val="000000">
                        <a:alpha val="65000"/>
                      </a:srgbClr>
                    </a:outerShdw>
                  </a:effectLst>
                  <a:latin typeface="Arial Narrow" pitchFamily="34" charset="0"/>
                </a:endParaRPr>
              </a:p>
            </p:txBody>
          </p:sp>
          <p:sp>
            <p:nvSpPr>
              <p:cNvPr id="14" name="Rectangle 12">
                <a:extLst>
                  <a:ext uri="{FF2B5EF4-FFF2-40B4-BE49-F238E27FC236}">
                    <a16:creationId xmlns:a16="http://schemas.microsoft.com/office/drawing/2014/main" id="{9028CC8E-CC0A-458B-95BA-6780F7493947}"/>
                  </a:ext>
                </a:extLst>
              </p:cNvPr>
              <p:cNvSpPr>
                <a:spLocks noChangeArrowheads="1"/>
              </p:cNvSpPr>
              <p:nvPr/>
            </p:nvSpPr>
            <p:spPr bwMode="auto">
              <a:xfrm>
                <a:off x="4752" y="1646"/>
                <a:ext cx="336" cy="384"/>
              </a:xfrm>
              <a:prstGeom prst="rect">
                <a:avLst/>
              </a:prstGeom>
              <a:grpFill/>
              <a:ln w="9525" cap="flat" cmpd="sng" algn="ctr">
                <a:solidFill>
                  <a:schemeClr val="tx1"/>
                </a:solidFill>
                <a:prstDash val="solid"/>
                <a:headEnd/>
                <a:tailEnd/>
              </a:ln>
              <a:effectLst>
                <a:outerShdw blurRad="63500" dist="25400" dir="5400000" rotWithShape="0">
                  <a:srgbClr val="000000">
                    <a:alpha val="43137"/>
                  </a:srgbClr>
                </a:outerShdw>
              </a:effectLst>
            </p:spPr>
            <p:txBody>
              <a:bodyPr wrap="none" anchor="ct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fontAlgn="base">
                  <a:spcBef>
                    <a:spcPct val="0"/>
                  </a:spcBef>
                  <a:spcAft>
                    <a:spcPct val="0"/>
                  </a:spcAft>
                </a:pPr>
                <a:r>
                  <a:rPr lang="es-MX" sz="3600" b="1" kern="0" spc="50" dirty="0">
                    <a:ln w="11430"/>
                    <a:effectLst>
                      <a:outerShdw blurRad="76200" dist="50800" dir="5400000" algn="tl" rotWithShape="0">
                        <a:srgbClr val="000000">
                          <a:alpha val="65000"/>
                        </a:srgbClr>
                      </a:outerShdw>
                    </a:effectLst>
                    <a:latin typeface="Arial Narrow" pitchFamily="34" charset="0"/>
                  </a:rPr>
                  <a:t>8</a:t>
                </a:r>
                <a:endParaRPr lang="es-ES" sz="3600" b="1" kern="0" spc="50" dirty="0">
                  <a:ln w="11430"/>
                  <a:effectLst>
                    <a:outerShdw blurRad="76200" dist="50800" dir="5400000" algn="tl" rotWithShape="0">
                      <a:srgbClr val="000000">
                        <a:alpha val="65000"/>
                      </a:srgbClr>
                    </a:outerShdw>
                  </a:effectLst>
                  <a:latin typeface="Arial Narrow" pitchFamily="34" charset="0"/>
                </a:endParaRPr>
              </a:p>
            </p:txBody>
          </p:sp>
          <p:sp>
            <p:nvSpPr>
              <p:cNvPr id="15" name="Rectangle 13">
                <a:extLst>
                  <a:ext uri="{FF2B5EF4-FFF2-40B4-BE49-F238E27FC236}">
                    <a16:creationId xmlns:a16="http://schemas.microsoft.com/office/drawing/2014/main" id="{11417A09-E8C5-4146-8ADF-FFBA31079DFF}"/>
                  </a:ext>
                </a:extLst>
              </p:cNvPr>
              <p:cNvSpPr>
                <a:spLocks noChangeArrowheads="1"/>
              </p:cNvSpPr>
              <p:nvPr/>
            </p:nvSpPr>
            <p:spPr bwMode="auto">
              <a:xfrm>
                <a:off x="4320" y="1646"/>
                <a:ext cx="336" cy="384"/>
              </a:xfrm>
              <a:prstGeom prst="rect">
                <a:avLst/>
              </a:prstGeom>
              <a:grpFill/>
              <a:ln w="9525" cap="flat" cmpd="sng" algn="ctr">
                <a:solidFill>
                  <a:schemeClr val="tx1"/>
                </a:solidFill>
                <a:prstDash val="solid"/>
                <a:headEnd/>
                <a:tailEnd/>
              </a:ln>
              <a:effectLst>
                <a:outerShdw blurRad="63500" dist="25400" dir="5400000" rotWithShape="0">
                  <a:srgbClr val="000000">
                    <a:alpha val="43137"/>
                  </a:srgbClr>
                </a:outerShdw>
              </a:effectLst>
            </p:spPr>
            <p:txBody>
              <a:bodyPr wrap="none" anchor="ct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fontAlgn="base">
                  <a:spcBef>
                    <a:spcPct val="0"/>
                  </a:spcBef>
                  <a:spcAft>
                    <a:spcPct val="0"/>
                  </a:spcAft>
                </a:pPr>
                <a:r>
                  <a:rPr lang="es-MX" sz="3600" b="1" kern="0" spc="50" dirty="0">
                    <a:ln w="11430"/>
                    <a:effectLst>
                      <a:outerShdw blurRad="76200" dist="50800" dir="5400000" algn="tl" rotWithShape="0">
                        <a:srgbClr val="000000">
                          <a:alpha val="65000"/>
                        </a:srgbClr>
                      </a:outerShdw>
                    </a:effectLst>
                    <a:latin typeface="Arial Narrow" pitchFamily="34" charset="0"/>
                  </a:rPr>
                  <a:t>9</a:t>
                </a:r>
                <a:endParaRPr lang="es-ES" sz="3600" b="1" kern="0" spc="50" dirty="0">
                  <a:ln w="11430"/>
                  <a:effectLst>
                    <a:outerShdw blurRad="76200" dist="50800" dir="5400000" algn="tl" rotWithShape="0">
                      <a:srgbClr val="000000">
                        <a:alpha val="65000"/>
                      </a:srgbClr>
                    </a:outerShdw>
                  </a:effectLst>
                  <a:latin typeface="Arial Narrow" pitchFamily="34" charset="0"/>
                </a:endParaRPr>
              </a:p>
            </p:txBody>
          </p:sp>
          <p:sp>
            <p:nvSpPr>
              <p:cNvPr id="16" name="Rectangle 14">
                <a:extLst>
                  <a:ext uri="{FF2B5EF4-FFF2-40B4-BE49-F238E27FC236}">
                    <a16:creationId xmlns:a16="http://schemas.microsoft.com/office/drawing/2014/main" id="{F30EF7C1-5505-485D-B521-91EE80557D9D}"/>
                  </a:ext>
                </a:extLst>
              </p:cNvPr>
              <p:cNvSpPr>
                <a:spLocks noChangeArrowheads="1"/>
              </p:cNvSpPr>
              <p:nvPr/>
            </p:nvSpPr>
            <p:spPr bwMode="auto">
              <a:xfrm>
                <a:off x="3888" y="1646"/>
                <a:ext cx="336" cy="384"/>
              </a:xfrm>
              <a:prstGeom prst="rect">
                <a:avLst/>
              </a:prstGeom>
              <a:grpFill/>
              <a:ln w="9525" cap="flat" cmpd="sng" algn="ctr">
                <a:solidFill>
                  <a:schemeClr val="tx1"/>
                </a:solidFill>
                <a:prstDash val="solid"/>
                <a:headEnd/>
                <a:tailEnd/>
              </a:ln>
              <a:effectLst>
                <a:outerShdw blurRad="63500" dist="25400" dir="5400000" rotWithShape="0">
                  <a:srgbClr val="000000">
                    <a:alpha val="43137"/>
                  </a:srgbClr>
                </a:outerShdw>
              </a:effectLst>
            </p:spPr>
            <p:txBody>
              <a:bodyPr wrap="none" anchor="ct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fontAlgn="base">
                  <a:spcBef>
                    <a:spcPct val="0"/>
                  </a:spcBef>
                  <a:spcAft>
                    <a:spcPct val="0"/>
                  </a:spcAft>
                </a:pPr>
                <a:r>
                  <a:rPr lang="es-MX" sz="3600" b="1" kern="0" spc="50" dirty="0">
                    <a:ln w="11430"/>
                    <a:effectLst>
                      <a:outerShdw blurRad="76200" dist="50800" dir="5400000" algn="tl" rotWithShape="0">
                        <a:srgbClr val="000000">
                          <a:alpha val="65000"/>
                        </a:srgbClr>
                      </a:outerShdw>
                    </a:effectLst>
                    <a:latin typeface="Arial Narrow" pitchFamily="34" charset="0"/>
                  </a:rPr>
                  <a:t>10</a:t>
                </a:r>
                <a:endParaRPr lang="es-ES" sz="3600" b="1" kern="0" spc="50" dirty="0">
                  <a:ln w="11430"/>
                  <a:effectLst>
                    <a:outerShdw blurRad="76200" dist="50800" dir="5400000" algn="tl" rotWithShape="0">
                      <a:srgbClr val="000000">
                        <a:alpha val="65000"/>
                      </a:srgbClr>
                    </a:outerShdw>
                  </a:effectLst>
                  <a:latin typeface="Arial Narrow" pitchFamily="34" charset="0"/>
                </a:endParaRPr>
              </a:p>
            </p:txBody>
          </p:sp>
          <p:sp>
            <p:nvSpPr>
              <p:cNvPr id="17" name="Rectangle 15">
                <a:extLst>
                  <a:ext uri="{FF2B5EF4-FFF2-40B4-BE49-F238E27FC236}">
                    <a16:creationId xmlns:a16="http://schemas.microsoft.com/office/drawing/2014/main" id="{7E2D81F1-36F5-4AB9-A290-7E2D3CBC34DE}"/>
                  </a:ext>
                </a:extLst>
              </p:cNvPr>
              <p:cNvSpPr>
                <a:spLocks noChangeArrowheads="1"/>
              </p:cNvSpPr>
              <p:nvPr/>
            </p:nvSpPr>
            <p:spPr bwMode="auto">
              <a:xfrm>
                <a:off x="3456" y="1648"/>
                <a:ext cx="336" cy="384"/>
              </a:xfrm>
              <a:prstGeom prst="rect">
                <a:avLst/>
              </a:prstGeom>
              <a:grpFill/>
              <a:ln w="9525" cap="flat" cmpd="sng" algn="ctr">
                <a:solidFill>
                  <a:schemeClr val="tx1"/>
                </a:solidFill>
                <a:prstDash val="solid"/>
                <a:headEnd/>
                <a:tailEnd/>
              </a:ln>
              <a:effectLst>
                <a:outerShdw blurRad="63500" dist="25400" dir="5400000" rotWithShape="0">
                  <a:srgbClr val="000000">
                    <a:alpha val="43137"/>
                  </a:srgbClr>
                </a:outerShdw>
              </a:effectLst>
            </p:spPr>
            <p:txBody>
              <a:bodyPr wrap="none" anchor="ct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fontAlgn="base">
                  <a:spcBef>
                    <a:spcPct val="0"/>
                  </a:spcBef>
                  <a:spcAft>
                    <a:spcPct val="0"/>
                  </a:spcAft>
                </a:pPr>
                <a:r>
                  <a:rPr lang="es-MX" sz="3600" b="1" kern="0" spc="50" dirty="0">
                    <a:ln w="11430"/>
                    <a:effectLst>
                      <a:outerShdw blurRad="76200" dist="50800" dir="5400000" algn="tl" rotWithShape="0">
                        <a:srgbClr val="000000">
                          <a:alpha val="65000"/>
                        </a:srgbClr>
                      </a:outerShdw>
                    </a:effectLst>
                    <a:latin typeface="Arial Narrow" pitchFamily="34" charset="0"/>
                  </a:rPr>
                  <a:t>6</a:t>
                </a:r>
                <a:endParaRPr lang="es-ES" sz="3600" b="1" kern="0" spc="50" dirty="0">
                  <a:ln w="11430"/>
                  <a:effectLst>
                    <a:outerShdw blurRad="76200" dist="50800" dir="5400000" algn="tl" rotWithShape="0">
                      <a:srgbClr val="000000">
                        <a:alpha val="65000"/>
                      </a:srgbClr>
                    </a:outerShdw>
                  </a:effectLst>
                  <a:latin typeface="Arial Narrow" pitchFamily="34" charset="0"/>
                </a:endParaRPr>
              </a:p>
            </p:txBody>
          </p:sp>
        </p:grpSp>
        <p:sp>
          <p:nvSpPr>
            <p:cNvPr id="3" name="Rectangle 7">
              <a:extLst>
                <a:ext uri="{FF2B5EF4-FFF2-40B4-BE49-F238E27FC236}">
                  <a16:creationId xmlns:a16="http://schemas.microsoft.com/office/drawing/2014/main" id="{588ED8AD-ACFC-2FD7-8CF5-18F37BFFE736}"/>
                </a:ext>
              </a:extLst>
            </p:cNvPr>
            <p:cNvSpPr>
              <a:spLocks noChangeArrowheads="1"/>
            </p:cNvSpPr>
            <p:nvPr/>
          </p:nvSpPr>
          <p:spPr bwMode="auto">
            <a:xfrm>
              <a:off x="10047020" y="1555530"/>
              <a:ext cx="684213" cy="692944"/>
            </a:xfrm>
            <a:prstGeom prst="rect">
              <a:avLst/>
            </a:prstGeom>
            <a:solidFill>
              <a:schemeClr val="bg1">
                <a:lumMod val="85000"/>
              </a:schemeClr>
            </a:solidFill>
            <a:ln w="38100">
              <a:solidFill>
                <a:schemeClr val="tx1"/>
              </a:solidFill>
              <a:miter lim="800000"/>
              <a:headEnd/>
              <a:tailEnd/>
            </a:ln>
          </p:spPr>
          <p:txBody>
            <a:bodyPr wrap="none" anchor="ctr"/>
            <a:lstStyle/>
            <a:p>
              <a:endParaRPr lang="es-ES" sz="3200">
                <a:latin typeface="Arial Narrow" pitchFamily="34" charset="0"/>
              </a:endParaRPr>
            </a:p>
          </p:txBody>
        </p:sp>
        <p:sp>
          <p:nvSpPr>
            <p:cNvPr id="46" name="Text Box 21">
              <a:extLst>
                <a:ext uri="{FF2B5EF4-FFF2-40B4-BE49-F238E27FC236}">
                  <a16:creationId xmlns:a16="http://schemas.microsoft.com/office/drawing/2014/main" id="{C9CEFB7F-53B3-744B-36CF-E62C3EB5BC35}"/>
                </a:ext>
              </a:extLst>
            </p:cNvPr>
            <p:cNvSpPr txBox="1">
              <a:spLocks noChangeArrowheads="1"/>
            </p:cNvSpPr>
            <p:nvPr/>
          </p:nvSpPr>
          <p:spPr bwMode="auto">
            <a:xfrm>
              <a:off x="10080317" y="1593011"/>
              <a:ext cx="608014" cy="608400"/>
            </a:xfrm>
            <a:prstGeom prst="rect">
              <a:avLst/>
            </a:prstGeom>
            <a:solidFill>
              <a:schemeClr val="tx1"/>
            </a:solidFill>
            <a:ln w="9525" cap="flat" cmpd="sng" algn="ctr">
              <a:noFill/>
              <a:prstDash val="solid"/>
              <a:headEnd/>
              <a:tailEnd/>
            </a:ln>
            <a:effectLst>
              <a:outerShdw blurRad="63500" dist="25400" dir="5400000" rotWithShape="0">
                <a:srgbClr val="000000">
                  <a:alpha val="43137"/>
                </a:srgbClr>
              </a:outerShdw>
            </a:effectLst>
          </p:spPr>
          <p:txBody>
            <a:bodyPr wrap="none" anchor="ctr"/>
            <a:lstStyle>
              <a:defPPr>
                <a:defRPr lang="es-CO"/>
              </a:defPPr>
              <a:lvl1pPr algn="ctr" fontAlgn="base">
                <a:spcBef>
                  <a:spcPct val="0"/>
                </a:spcBef>
                <a:spcAft>
                  <a:spcPct val="0"/>
                </a:spcAft>
                <a:defRPr sz="3600" b="1" kern="0" spc="50">
                  <a:ln w="11430"/>
                  <a:effectLst>
                    <a:outerShdw blurRad="76200" dist="50800" dir="5400000" algn="tl" rotWithShape="0">
                      <a:srgbClr val="000000">
                        <a:alpha val="65000"/>
                      </a:srgbClr>
                    </a:outerShdw>
                  </a:effectLst>
                  <a:latin typeface="Arial Narrow" pitchFamily="34" charset="0"/>
                </a:defRPr>
              </a:lvl1pPr>
            </a:lstStyle>
            <a:p>
              <a:r>
                <a:rPr lang="es-ES" b="0" spc="0" dirty="0">
                  <a:ln w="0"/>
                  <a:solidFill>
                    <a:schemeClr val="tx1">
                      <a:lumMod val="75000"/>
                      <a:lumOff val="25000"/>
                    </a:schemeClr>
                  </a:solidFill>
                  <a:effectLst>
                    <a:outerShdw blurRad="38100" dist="25400" dir="5400000" algn="ctr" rotWithShape="0">
                      <a:srgbClr val="6E747A">
                        <a:alpha val="43000"/>
                      </a:srgbClr>
                    </a:outerShdw>
                  </a:effectLst>
                </a:rPr>
                <a:t>\0</a:t>
              </a:r>
            </a:p>
          </p:txBody>
        </p:sp>
        <p:sp>
          <p:nvSpPr>
            <p:cNvPr id="47" name="Text Box 9">
              <a:extLst>
                <a:ext uri="{FF2B5EF4-FFF2-40B4-BE49-F238E27FC236}">
                  <a16:creationId xmlns:a16="http://schemas.microsoft.com/office/drawing/2014/main" id="{FBC49815-AF8A-AB50-2AFC-3084337291AE}"/>
                </a:ext>
              </a:extLst>
            </p:cNvPr>
            <p:cNvSpPr txBox="1">
              <a:spLocks noChangeArrowheads="1"/>
            </p:cNvSpPr>
            <p:nvPr/>
          </p:nvSpPr>
          <p:spPr bwMode="auto">
            <a:xfrm>
              <a:off x="10117778" y="2248474"/>
              <a:ext cx="533091" cy="461963"/>
            </a:xfrm>
            <a:prstGeom prst="rect">
              <a:avLst/>
            </a:prstGeom>
            <a:noFill/>
            <a:ln w="9525">
              <a:noFill/>
              <a:miter lim="800000"/>
              <a:headEnd/>
              <a:tailEnd/>
            </a:ln>
          </p:spPr>
          <p:txBody>
            <a:bodyPr wrap="square">
              <a:spAutoFit/>
            </a:bodyPr>
            <a:lstStyle/>
            <a:p>
              <a:pPr algn="l">
                <a:spcBef>
                  <a:spcPct val="50000"/>
                </a:spcBef>
              </a:pPr>
              <a:r>
                <a:rPr lang="es-MX" sz="2400" dirty="0">
                  <a:latin typeface="Arial Narrow" pitchFamily="34" charset="0"/>
                </a:rPr>
                <a:t> 5 </a:t>
              </a:r>
              <a:endParaRPr lang="es-ES" sz="2400" dirty="0">
                <a:latin typeface="Arial Narrow" pitchFamily="34" charset="0"/>
              </a:endParaRPr>
            </a:p>
          </p:txBody>
        </p:sp>
      </p:grpSp>
      <p:sp>
        <p:nvSpPr>
          <p:cNvPr id="7" name="CuadroTexto 6">
            <a:extLst>
              <a:ext uri="{FF2B5EF4-FFF2-40B4-BE49-F238E27FC236}">
                <a16:creationId xmlns:a16="http://schemas.microsoft.com/office/drawing/2014/main" id="{B3245438-2EFA-4DBF-85CF-60E0A78BBF68}"/>
              </a:ext>
            </a:extLst>
          </p:cNvPr>
          <p:cNvSpPr txBox="1"/>
          <p:nvPr/>
        </p:nvSpPr>
        <p:spPr>
          <a:xfrm>
            <a:off x="989994" y="3060700"/>
            <a:ext cx="10782906" cy="1422400"/>
          </a:xfrm>
          <a:prstGeom prst="rect">
            <a:avLst/>
          </a:prstGeom>
          <a:solidFill>
            <a:schemeClr val="accent5">
              <a:lumMod val="20000"/>
              <a:lumOff val="80000"/>
            </a:schemeClr>
          </a:solidFill>
          <a:scene3d>
            <a:camera prst="orthographicFront"/>
            <a:lightRig rig="flat" dir="t"/>
          </a:scene3d>
          <a:sp3d/>
        </p:spPr>
        <p:style>
          <a:lnRef idx="0">
            <a:scrgbClr r="0" g="0" b="0"/>
          </a:lnRef>
          <a:fillRef idx="0">
            <a:scrgbClr r="0" g="0" b="0"/>
          </a:fillRef>
          <a:effectRef idx="0">
            <a:scrgbClr r="0" g="0" b="0"/>
          </a:effectRef>
          <a:fontRef idx="minor">
            <a:schemeClr val="dk1"/>
          </a:fontRef>
        </p:style>
        <p:txBody>
          <a:bodyPr spcFirstLastPara="0" vert="horz" wrap="square" lIns="121920" tIns="121920" rIns="121920" bIns="121920" numCol="1" spcCol="1270" anchor="ctr" anchorCtr="0">
            <a:noAutofit/>
          </a:bodyPr>
          <a:lstStyle/>
          <a:p>
            <a:r>
              <a:rPr lang="es-MX" sz="2800" dirty="0"/>
              <a:t>Observe que el método de selección llevó el SEGUNDO ELEMENTO MENOR hacia el lado izquierdo quedando en la segunda posición. Este es el resultado luego del segundo pasón:</a:t>
            </a:r>
            <a:endParaRPr lang="es-ES" sz="2800" dirty="0"/>
          </a:p>
        </p:txBody>
      </p:sp>
      <p:sp>
        <p:nvSpPr>
          <p:cNvPr id="2" name="Título 1"/>
          <p:cNvSpPr>
            <a:spLocks noGrp="1"/>
          </p:cNvSpPr>
          <p:nvPr>
            <p:ph type="title"/>
          </p:nvPr>
        </p:nvSpPr>
        <p:spPr>
          <a:xfrm>
            <a:off x="989994" y="0"/>
            <a:ext cx="11369040" cy="914400"/>
          </a:xfrm>
        </p:spPr>
        <p:txBody>
          <a:bodyPr>
            <a:noAutofit/>
          </a:bodyPr>
          <a:lstStyle/>
          <a:p>
            <a:pPr algn="ctr"/>
            <a:r>
              <a:rPr lang="es-CO" sz="3800" b="1" dirty="0">
                <a:latin typeface="Bahnschrift Light SemiCondensed" panose="020B0502040204020203" pitchFamily="34" charset="0"/>
              </a:rPr>
              <a:t>“MÉTODOS DE ORDENAMIENTO SELECCIÓN C++”</a:t>
            </a:r>
          </a:p>
        </p:txBody>
      </p:sp>
      <p:sp>
        <p:nvSpPr>
          <p:cNvPr id="18" name="Text Box 16">
            <a:extLst>
              <a:ext uri="{FF2B5EF4-FFF2-40B4-BE49-F238E27FC236}">
                <a16:creationId xmlns:a16="http://schemas.microsoft.com/office/drawing/2014/main" id="{122A6A00-4299-4B31-93E0-2314F743FB47}"/>
              </a:ext>
            </a:extLst>
          </p:cNvPr>
          <p:cNvSpPr txBox="1">
            <a:spLocks noChangeArrowheads="1"/>
          </p:cNvSpPr>
          <p:nvPr/>
        </p:nvSpPr>
        <p:spPr bwMode="auto">
          <a:xfrm>
            <a:off x="2456285" y="1268003"/>
            <a:ext cx="3124200" cy="1015663"/>
          </a:xfrm>
          <a:prstGeom prst="rect">
            <a:avLst/>
          </a:prstGeom>
          <a:ln>
            <a:headEnd/>
            <a:tailEnd/>
          </a:ln>
        </p:spPr>
        <p:style>
          <a:lnRef idx="1">
            <a:schemeClr val="accent3"/>
          </a:lnRef>
          <a:fillRef idx="2">
            <a:schemeClr val="accent3"/>
          </a:fillRef>
          <a:effectRef idx="1">
            <a:schemeClr val="accent3"/>
          </a:effectRef>
          <a:fontRef idx="minor">
            <a:schemeClr val="dk1"/>
          </a:fontRef>
        </p:style>
        <p:txBody>
          <a:bodyPr wrap="square">
            <a:spAutoFit/>
          </a:bodyPr>
          <a:lstStyle>
            <a:defPPr>
              <a:defRPr lang="es-CO"/>
            </a:defPPr>
            <a:lvl1pPr algn="ctr" fontAlgn="base">
              <a:spcBef>
                <a:spcPct val="50000"/>
              </a:spcBef>
              <a:spcAft>
                <a:spcPct val="0"/>
              </a:spcAft>
              <a:defRPr sz="2400">
                <a:solidFill>
                  <a:prstClr val="black"/>
                </a:solidFill>
                <a:latin typeface="Arial Narrow" pitchFamily="34" charset="0"/>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r>
              <a:rPr lang="es-MX" b="1" dirty="0" err="1"/>
              <a:t>If</a:t>
            </a:r>
            <a:r>
              <a:rPr lang="es-MX" b="1" dirty="0"/>
              <a:t> (VEC[1] &gt; VEC[2])</a:t>
            </a:r>
          </a:p>
          <a:p>
            <a:r>
              <a:rPr lang="es-MX" dirty="0"/>
              <a:t>Intercambia</a:t>
            </a:r>
          </a:p>
        </p:txBody>
      </p:sp>
      <p:cxnSp>
        <p:nvCxnSpPr>
          <p:cNvPr id="19" name="AutoShape 17">
            <a:extLst>
              <a:ext uri="{FF2B5EF4-FFF2-40B4-BE49-F238E27FC236}">
                <a16:creationId xmlns:a16="http://schemas.microsoft.com/office/drawing/2014/main" id="{A1218782-5412-4D9F-A51E-2F5FE0AB4C96}"/>
              </a:ext>
            </a:extLst>
          </p:cNvPr>
          <p:cNvCxnSpPr>
            <a:cxnSpLocks noChangeShapeType="1"/>
          </p:cNvCxnSpPr>
          <p:nvPr/>
        </p:nvCxnSpPr>
        <p:spPr bwMode="auto">
          <a:xfrm rot="5400000" flipV="1">
            <a:off x="7991971" y="1154408"/>
            <a:ext cx="1587" cy="685800"/>
          </a:xfrm>
          <a:prstGeom prst="bentConnector3">
            <a:avLst>
              <a:gd name="adj1" fmla="val -14400005"/>
            </a:avLst>
          </a:prstGeom>
          <a:noFill/>
          <a:ln w="38100">
            <a:solidFill>
              <a:schemeClr val="tx1"/>
            </a:solidFill>
            <a:miter lim="800000"/>
            <a:headEnd type="triangle" w="med" len="med"/>
            <a:tailEnd type="triangle" w="med" len="med"/>
          </a:ln>
          <a:effectLst>
            <a:prstShdw prst="shdw13" dist="53882" dir="13500000">
              <a:schemeClr val="bg2"/>
            </a:prstShdw>
          </a:effectLst>
        </p:spPr>
      </p:cxnSp>
      <p:sp>
        <p:nvSpPr>
          <p:cNvPr id="20" name="Text Box 18">
            <a:extLst>
              <a:ext uri="{FF2B5EF4-FFF2-40B4-BE49-F238E27FC236}">
                <a16:creationId xmlns:a16="http://schemas.microsoft.com/office/drawing/2014/main" id="{9743494B-E392-472C-8689-5E40FCFEE918}"/>
              </a:ext>
            </a:extLst>
          </p:cNvPr>
          <p:cNvSpPr txBox="1">
            <a:spLocks noChangeArrowheads="1"/>
          </p:cNvSpPr>
          <p:nvPr/>
        </p:nvSpPr>
        <p:spPr bwMode="auto">
          <a:xfrm>
            <a:off x="2456285" y="1253558"/>
            <a:ext cx="3124200" cy="1015663"/>
          </a:xfrm>
          <a:prstGeom prst="rect">
            <a:avLst/>
          </a:prstGeom>
          <a:ln>
            <a:headEnd/>
            <a:tailEnd/>
          </a:ln>
        </p:spPr>
        <p:style>
          <a:lnRef idx="1">
            <a:schemeClr val="accent3"/>
          </a:lnRef>
          <a:fillRef idx="2">
            <a:schemeClr val="accent3"/>
          </a:fillRef>
          <a:effectRef idx="1">
            <a:schemeClr val="accent3"/>
          </a:effectRef>
          <a:fontRef idx="minor">
            <a:schemeClr val="dk1"/>
          </a:fontRef>
        </p:style>
        <p:txBody>
          <a:bodyPr wrap="square">
            <a:spAutoFit/>
          </a:bodyPr>
          <a:lstStyle>
            <a:defPPr>
              <a:defRPr lang="es-CO"/>
            </a:defPPr>
            <a:lvl1pPr algn="ctr" fontAlgn="base">
              <a:spcBef>
                <a:spcPct val="50000"/>
              </a:spcBef>
              <a:spcAft>
                <a:spcPct val="0"/>
              </a:spcAft>
              <a:defRPr sz="2400">
                <a:solidFill>
                  <a:prstClr val="black"/>
                </a:solidFill>
                <a:latin typeface="Arial Narrow" pitchFamily="34" charset="0"/>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r>
              <a:rPr lang="es-MX" b="1" dirty="0" err="1"/>
              <a:t>If</a:t>
            </a:r>
            <a:r>
              <a:rPr lang="es-MX" b="1" dirty="0"/>
              <a:t> (VEC[1] &gt; VEC[3])</a:t>
            </a:r>
          </a:p>
          <a:p>
            <a:r>
              <a:rPr lang="es-MX" dirty="0"/>
              <a:t>Intercambia </a:t>
            </a:r>
          </a:p>
        </p:txBody>
      </p:sp>
      <p:cxnSp>
        <p:nvCxnSpPr>
          <p:cNvPr id="21" name="AutoShape 19">
            <a:extLst>
              <a:ext uri="{FF2B5EF4-FFF2-40B4-BE49-F238E27FC236}">
                <a16:creationId xmlns:a16="http://schemas.microsoft.com/office/drawing/2014/main" id="{CF26DDDE-45B1-450A-B7C3-4A0107BE784F}"/>
              </a:ext>
            </a:extLst>
          </p:cNvPr>
          <p:cNvCxnSpPr>
            <a:cxnSpLocks noChangeShapeType="1"/>
          </p:cNvCxnSpPr>
          <p:nvPr/>
        </p:nvCxnSpPr>
        <p:spPr bwMode="auto">
          <a:xfrm rot="-5400000">
            <a:off x="8261846" y="813095"/>
            <a:ext cx="30163" cy="1336675"/>
          </a:xfrm>
          <a:prstGeom prst="bentConnector3">
            <a:avLst>
              <a:gd name="adj1" fmla="val 857894"/>
            </a:avLst>
          </a:prstGeom>
          <a:noFill/>
          <a:ln w="38100">
            <a:solidFill>
              <a:schemeClr val="tx1"/>
            </a:solidFill>
            <a:miter lim="800000"/>
            <a:headEnd type="triangle" w="med" len="med"/>
            <a:tailEnd type="triangle" w="med" len="med"/>
          </a:ln>
          <a:effectLst>
            <a:prstShdw prst="shdw13" dist="53882" dir="13500000">
              <a:schemeClr val="bg2"/>
            </a:prstShdw>
          </a:effectLst>
        </p:spPr>
      </p:cxnSp>
      <p:sp>
        <p:nvSpPr>
          <p:cNvPr id="22" name="Text Box 20">
            <a:extLst>
              <a:ext uri="{FF2B5EF4-FFF2-40B4-BE49-F238E27FC236}">
                <a16:creationId xmlns:a16="http://schemas.microsoft.com/office/drawing/2014/main" id="{5736A115-79CD-4EBE-9EC1-07A1409804F3}"/>
              </a:ext>
            </a:extLst>
          </p:cNvPr>
          <p:cNvSpPr txBox="1">
            <a:spLocks noChangeArrowheads="1"/>
          </p:cNvSpPr>
          <p:nvPr/>
        </p:nvSpPr>
        <p:spPr bwMode="auto">
          <a:xfrm>
            <a:off x="2460749" y="1255303"/>
            <a:ext cx="3124200" cy="1015663"/>
          </a:xfrm>
          <a:prstGeom prst="rect">
            <a:avLst/>
          </a:prstGeom>
          <a:ln>
            <a:headEnd/>
            <a:tailEnd/>
          </a:ln>
        </p:spPr>
        <p:style>
          <a:lnRef idx="1">
            <a:schemeClr val="accent3"/>
          </a:lnRef>
          <a:fillRef idx="2">
            <a:schemeClr val="accent3"/>
          </a:fillRef>
          <a:effectRef idx="1">
            <a:schemeClr val="accent3"/>
          </a:effectRef>
          <a:fontRef idx="minor">
            <a:schemeClr val="dk1"/>
          </a:fontRef>
        </p:style>
        <p:txBody>
          <a:bodyPr wrap="square">
            <a:spAutoFit/>
          </a:bodyPr>
          <a:lstStyle>
            <a:defPPr>
              <a:defRPr lang="es-CO"/>
            </a:defPPr>
            <a:lvl1pPr algn="ctr" fontAlgn="base">
              <a:spcBef>
                <a:spcPct val="50000"/>
              </a:spcBef>
              <a:spcAft>
                <a:spcPct val="0"/>
              </a:spcAft>
              <a:defRPr sz="2400">
                <a:solidFill>
                  <a:prstClr val="black"/>
                </a:solidFill>
                <a:latin typeface="Arial Narrow" pitchFamily="34" charset="0"/>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r>
              <a:rPr lang="es-MX" b="1" dirty="0"/>
              <a:t>if (VEC[1] &gt; VEC[4])</a:t>
            </a:r>
          </a:p>
          <a:p>
            <a:r>
              <a:rPr lang="es-MX" dirty="0"/>
              <a:t>Intercambia;</a:t>
            </a:r>
          </a:p>
        </p:txBody>
      </p:sp>
      <p:cxnSp>
        <p:nvCxnSpPr>
          <p:cNvPr id="23" name="AutoShape 21">
            <a:extLst>
              <a:ext uri="{FF2B5EF4-FFF2-40B4-BE49-F238E27FC236}">
                <a16:creationId xmlns:a16="http://schemas.microsoft.com/office/drawing/2014/main" id="{4DE03BA1-2223-4B07-9345-16EFEB5F923E}"/>
              </a:ext>
            </a:extLst>
          </p:cNvPr>
          <p:cNvCxnSpPr>
            <a:cxnSpLocks noChangeShapeType="1"/>
          </p:cNvCxnSpPr>
          <p:nvPr/>
        </p:nvCxnSpPr>
        <p:spPr bwMode="auto">
          <a:xfrm rot="-5400000">
            <a:off x="8646021" y="470195"/>
            <a:ext cx="30163" cy="2022475"/>
          </a:xfrm>
          <a:prstGeom prst="bentConnector3">
            <a:avLst>
              <a:gd name="adj1" fmla="val 857894"/>
            </a:avLst>
          </a:prstGeom>
          <a:noFill/>
          <a:ln w="38100">
            <a:solidFill>
              <a:schemeClr val="tx1"/>
            </a:solidFill>
            <a:miter lim="800000"/>
            <a:headEnd type="triangle" w="med" len="med"/>
            <a:tailEnd type="triangle" w="med" len="med"/>
          </a:ln>
          <a:effectLst>
            <a:prstShdw prst="shdw13" dist="53882" dir="13500000">
              <a:schemeClr val="bg2"/>
            </a:prstShdw>
          </a:effectLst>
        </p:spPr>
      </p:cxnSp>
      <p:grpSp>
        <p:nvGrpSpPr>
          <p:cNvPr id="24" name="Group 24">
            <a:extLst>
              <a:ext uri="{FF2B5EF4-FFF2-40B4-BE49-F238E27FC236}">
                <a16:creationId xmlns:a16="http://schemas.microsoft.com/office/drawing/2014/main" id="{BB6E82E2-B68A-45F9-80D5-79A1968FE9FB}"/>
              </a:ext>
            </a:extLst>
          </p:cNvPr>
          <p:cNvGrpSpPr>
            <a:grpSpLocks/>
          </p:cNvGrpSpPr>
          <p:nvPr/>
        </p:nvGrpSpPr>
        <p:grpSpPr bwMode="auto">
          <a:xfrm>
            <a:off x="7390763" y="1585107"/>
            <a:ext cx="1219200" cy="615948"/>
            <a:chOff x="3305" y="2230"/>
            <a:chExt cx="768" cy="388"/>
          </a:xfrm>
          <a:solidFill>
            <a:schemeClr val="bg1">
              <a:lumMod val="85000"/>
            </a:schemeClr>
          </a:solidFill>
        </p:grpSpPr>
        <p:sp>
          <p:nvSpPr>
            <p:cNvPr id="25" name="Text Box 25">
              <a:extLst>
                <a:ext uri="{FF2B5EF4-FFF2-40B4-BE49-F238E27FC236}">
                  <a16:creationId xmlns:a16="http://schemas.microsoft.com/office/drawing/2014/main" id="{0E8BBB78-B96F-4F99-8F8B-26D590C59CA6}"/>
                </a:ext>
              </a:extLst>
            </p:cNvPr>
            <p:cNvSpPr txBox="1">
              <a:spLocks noChangeArrowheads="1"/>
            </p:cNvSpPr>
            <p:nvPr/>
          </p:nvSpPr>
          <p:spPr bwMode="auto">
            <a:xfrm>
              <a:off x="3305" y="2230"/>
              <a:ext cx="336" cy="383"/>
            </a:xfrm>
            <a:prstGeom prst="rect">
              <a:avLst/>
            </a:prstGeom>
            <a:grpFill/>
            <a:ln w="9525" cap="flat" cmpd="sng" algn="ctr">
              <a:solidFill>
                <a:schemeClr val="tx1"/>
              </a:solidFill>
              <a:prstDash val="solid"/>
              <a:headEnd/>
              <a:tailEnd/>
            </a:ln>
            <a:effectLst>
              <a:outerShdw blurRad="63500" dist="25400" dir="5400000" rotWithShape="0">
                <a:srgbClr val="000000">
                  <a:alpha val="43137"/>
                </a:srgbClr>
              </a:outerShdw>
            </a:effectLst>
          </p:spPr>
          <p:txBody>
            <a:bodyPr wrap="none" anchor="ctr">
              <a:scene3d>
                <a:camera prst="orthographicFront"/>
                <a:lightRig rig="soft" dir="tl">
                  <a:rot lat="0" lon="0" rev="0"/>
                </a:lightRig>
              </a:scene3d>
              <a:sp3d contourW="25400" prstMaterial="matte">
                <a:bevelT w="25400" h="55880" prst="artDeco"/>
                <a:contourClr>
                  <a:schemeClr val="accent2">
                    <a:tint val="20000"/>
                  </a:schemeClr>
                </a:contourClr>
              </a:sp3d>
            </a:bodyPr>
            <a:lstStyle>
              <a:defPPr>
                <a:defRPr lang="es-CO"/>
              </a:defPPr>
              <a:lvl1pPr algn="ctr" fontAlgn="base">
                <a:spcBef>
                  <a:spcPct val="0"/>
                </a:spcBef>
                <a:spcAft>
                  <a:spcPct val="0"/>
                </a:spcAft>
                <a:defRPr sz="3600" b="1" kern="0" spc="50">
                  <a:ln w="11430"/>
                  <a:effectLst>
                    <a:outerShdw blurRad="76200" dist="50800" dir="5400000" algn="tl" rotWithShape="0">
                      <a:srgbClr val="000000">
                        <a:alpha val="65000"/>
                      </a:srgbClr>
                    </a:outerShdw>
                  </a:effectLst>
                  <a:latin typeface="Arial Narrow" pitchFamily="34" charset="0"/>
                </a:defRPr>
              </a:lvl1pPr>
            </a:lstStyle>
            <a:p>
              <a:r>
                <a:rPr lang="es-MX" dirty="0"/>
                <a:t>9</a:t>
              </a:r>
              <a:endParaRPr lang="es-ES" dirty="0"/>
            </a:p>
          </p:txBody>
        </p:sp>
        <p:sp>
          <p:nvSpPr>
            <p:cNvPr id="26" name="Text Box 26">
              <a:extLst>
                <a:ext uri="{FF2B5EF4-FFF2-40B4-BE49-F238E27FC236}">
                  <a16:creationId xmlns:a16="http://schemas.microsoft.com/office/drawing/2014/main" id="{F82AD5D1-27E4-49F2-AEA6-6F8AA5E999F8}"/>
                </a:ext>
              </a:extLst>
            </p:cNvPr>
            <p:cNvSpPr txBox="1">
              <a:spLocks noChangeArrowheads="1"/>
            </p:cNvSpPr>
            <p:nvPr/>
          </p:nvSpPr>
          <p:spPr bwMode="auto">
            <a:xfrm>
              <a:off x="3737" y="2235"/>
              <a:ext cx="336" cy="383"/>
            </a:xfrm>
            <a:prstGeom prst="rect">
              <a:avLst/>
            </a:prstGeom>
            <a:grpFill/>
            <a:ln w="9525" cap="flat" cmpd="sng" algn="ctr">
              <a:solidFill>
                <a:schemeClr val="tx1"/>
              </a:solidFill>
              <a:prstDash val="solid"/>
              <a:headEnd/>
              <a:tailEnd/>
            </a:ln>
            <a:effectLst>
              <a:outerShdw blurRad="63500" dist="25400" dir="5400000" rotWithShape="0">
                <a:srgbClr val="000000">
                  <a:alpha val="43137"/>
                </a:srgbClr>
              </a:outerShdw>
            </a:effectLst>
          </p:spPr>
          <p:txBody>
            <a:bodyPr wrap="none" anchor="ctr">
              <a:scene3d>
                <a:camera prst="orthographicFront"/>
                <a:lightRig rig="soft" dir="tl">
                  <a:rot lat="0" lon="0" rev="0"/>
                </a:lightRig>
              </a:scene3d>
              <a:sp3d contourW="25400" prstMaterial="matte">
                <a:bevelT w="25400" h="55880" prst="artDeco"/>
                <a:contourClr>
                  <a:schemeClr val="accent2">
                    <a:tint val="20000"/>
                  </a:schemeClr>
                </a:contourClr>
              </a:sp3d>
            </a:bodyPr>
            <a:lstStyle>
              <a:defPPr>
                <a:defRPr lang="es-CO"/>
              </a:defPPr>
              <a:lvl1pPr algn="ctr" fontAlgn="base">
                <a:spcBef>
                  <a:spcPct val="0"/>
                </a:spcBef>
                <a:spcAft>
                  <a:spcPct val="0"/>
                </a:spcAft>
                <a:defRPr sz="3600" b="1" kern="0" spc="50">
                  <a:ln w="11430"/>
                  <a:effectLst>
                    <a:outerShdw blurRad="76200" dist="50800" dir="5400000" algn="tl" rotWithShape="0">
                      <a:srgbClr val="000000">
                        <a:alpha val="65000"/>
                      </a:srgbClr>
                    </a:outerShdw>
                  </a:effectLst>
                  <a:latin typeface="Arial Narrow" pitchFamily="34" charset="0"/>
                </a:defRPr>
              </a:lvl1pPr>
            </a:lstStyle>
            <a:p>
              <a:r>
                <a:rPr lang="es-MX" dirty="0"/>
                <a:t>10</a:t>
              </a:r>
              <a:endParaRPr lang="es-ES" dirty="0"/>
            </a:p>
          </p:txBody>
        </p:sp>
      </p:grpSp>
      <p:grpSp>
        <p:nvGrpSpPr>
          <p:cNvPr id="27" name="Group 27">
            <a:extLst>
              <a:ext uri="{FF2B5EF4-FFF2-40B4-BE49-F238E27FC236}">
                <a16:creationId xmlns:a16="http://schemas.microsoft.com/office/drawing/2014/main" id="{8234C668-1E01-48CB-8437-70DE3FD09A37}"/>
              </a:ext>
            </a:extLst>
          </p:cNvPr>
          <p:cNvGrpSpPr>
            <a:grpSpLocks/>
          </p:cNvGrpSpPr>
          <p:nvPr/>
        </p:nvGrpSpPr>
        <p:grpSpPr bwMode="auto">
          <a:xfrm>
            <a:off x="7395868" y="1591771"/>
            <a:ext cx="1906588" cy="611189"/>
            <a:chOff x="3301" y="1668"/>
            <a:chExt cx="1201" cy="385"/>
          </a:xfrm>
          <a:solidFill>
            <a:schemeClr val="bg1">
              <a:lumMod val="85000"/>
            </a:schemeClr>
          </a:solidFill>
        </p:grpSpPr>
        <p:sp>
          <p:nvSpPr>
            <p:cNvPr id="28" name="Text Box 28">
              <a:extLst>
                <a:ext uri="{FF2B5EF4-FFF2-40B4-BE49-F238E27FC236}">
                  <a16:creationId xmlns:a16="http://schemas.microsoft.com/office/drawing/2014/main" id="{584895B6-321C-4C95-A91E-23FB71B22063}"/>
                </a:ext>
              </a:extLst>
            </p:cNvPr>
            <p:cNvSpPr txBox="1">
              <a:spLocks noChangeArrowheads="1"/>
            </p:cNvSpPr>
            <p:nvPr/>
          </p:nvSpPr>
          <p:spPr bwMode="auto">
            <a:xfrm>
              <a:off x="3301" y="1670"/>
              <a:ext cx="336" cy="383"/>
            </a:xfrm>
            <a:prstGeom prst="rect">
              <a:avLst/>
            </a:prstGeom>
            <a:grpFill/>
            <a:ln w="9525" cap="flat" cmpd="sng" algn="ctr">
              <a:solidFill>
                <a:schemeClr val="tx1"/>
              </a:solidFill>
              <a:prstDash val="solid"/>
              <a:headEnd/>
              <a:tailEnd/>
            </a:ln>
            <a:effectLst>
              <a:outerShdw blurRad="63500" dist="25400" dir="5400000" rotWithShape="0">
                <a:srgbClr val="000000">
                  <a:alpha val="43137"/>
                </a:srgbClr>
              </a:outerShdw>
            </a:effectLst>
          </p:spPr>
          <p:txBody>
            <a:bodyPr wrap="none" anchor="ctr">
              <a:scene3d>
                <a:camera prst="orthographicFront"/>
                <a:lightRig rig="soft" dir="tl">
                  <a:rot lat="0" lon="0" rev="0"/>
                </a:lightRig>
              </a:scene3d>
              <a:sp3d contourW="25400" prstMaterial="matte">
                <a:bevelT w="25400" h="55880" prst="artDeco"/>
                <a:contourClr>
                  <a:schemeClr val="accent2">
                    <a:tint val="20000"/>
                  </a:schemeClr>
                </a:contourClr>
              </a:sp3d>
            </a:bodyPr>
            <a:lstStyle>
              <a:defPPr>
                <a:defRPr lang="es-CO"/>
              </a:defPPr>
              <a:lvl1pPr algn="ctr" fontAlgn="base">
                <a:spcBef>
                  <a:spcPct val="0"/>
                </a:spcBef>
                <a:spcAft>
                  <a:spcPct val="0"/>
                </a:spcAft>
                <a:defRPr sz="3600" b="1" kern="0" spc="50">
                  <a:ln w="11430"/>
                  <a:effectLst>
                    <a:outerShdw blurRad="76200" dist="50800" dir="5400000" algn="tl" rotWithShape="0">
                      <a:srgbClr val="000000">
                        <a:alpha val="65000"/>
                      </a:srgbClr>
                    </a:outerShdw>
                  </a:effectLst>
                  <a:latin typeface="Arial Narrow" pitchFamily="34" charset="0"/>
                </a:defRPr>
              </a:lvl1pPr>
            </a:lstStyle>
            <a:p>
              <a:r>
                <a:rPr lang="es-MX" dirty="0"/>
                <a:t>8</a:t>
              </a:r>
              <a:endParaRPr lang="es-ES" dirty="0"/>
            </a:p>
          </p:txBody>
        </p:sp>
        <p:sp>
          <p:nvSpPr>
            <p:cNvPr id="29" name="Text Box 29">
              <a:extLst>
                <a:ext uri="{FF2B5EF4-FFF2-40B4-BE49-F238E27FC236}">
                  <a16:creationId xmlns:a16="http://schemas.microsoft.com/office/drawing/2014/main" id="{1D0599FE-FEEB-4302-A8FE-9751EDD5A3FD}"/>
                </a:ext>
              </a:extLst>
            </p:cNvPr>
            <p:cNvSpPr txBox="1">
              <a:spLocks noChangeArrowheads="1"/>
            </p:cNvSpPr>
            <p:nvPr/>
          </p:nvSpPr>
          <p:spPr bwMode="auto">
            <a:xfrm>
              <a:off x="4166" y="1668"/>
              <a:ext cx="336" cy="383"/>
            </a:xfrm>
            <a:prstGeom prst="rect">
              <a:avLst/>
            </a:prstGeom>
            <a:grpFill/>
            <a:ln w="9525" cap="flat" cmpd="sng" algn="ctr">
              <a:solidFill>
                <a:schemeClr val="tx1"/>
              </a:solidFill>
              <a:prstDash val="solid"/>
              <a:headEnd/>
              <a:tailEnd/>
            </a:ln>
            <a:effectLst>
              <a:outerShdw blurRad="63500" dist="25400" dir="5400000" rotWithShape="0">
                <a:srgbClr val="000000">
                  <a:alpha val="43137"/>
                </a:srgbClr>
              </a:outerShdw>
            </a:effectLst>
          </p:spPr>
          <p:txBody>
            <a:bodyPr wrap="none" anchor="ctr">
              <a:scene3d>
                <a:camera prst="orthographicFront"/>
                <a:lightRig rig="soft" dir="tl">
                  <a:rot lat="0" lon="0" rev="0"/>
                </a:lightRig>
              </a:scene3d>
              <a:sp3d contourW="25400" prstMaterial="matte">
                <a:bevelT w="25400" h="55880" prst="artDeco"/>
                <a:contourClr>
                  <a:schemeClr val="accent2">
                    <a:tint val="20000"/>
                  </a:schemeClr>
                </a:contourClr>
              </a:sp3d>
            </a:bodyPr>
            <a:lstStyle>
              <a:defPPr>
                <a:defRPr lang="es-CO"/>
              </a:defPPr>
              <a:lvl1pPr algn="ctr" fontAlgn="base">
                <a:spcBef>
                  <a:spcPct val="0"/>
                </a:spcBef>
                <a:spcAft>
                  <a:spcPct val="0"/>
                </a:spcAft>
                <a:defRPr sz="3600" b="1" kern="0" spc="50">
                  <a:ln w="11430"/>
                  <a:effectLst>
                    <a:outerShdw blurRad="76200" dist="50800" dir="5400000" algn="tl" rotWithShape="0">
                      <a:srgbClr val="000000">
                        <a:alpha val="65000"/>
                      </a:srgbClr>
                    </a:outerShdw>
                  </a:effectLst>
                  <a:latin typeface="Arial Narrow" pitchFamily="34" charset="0"/>
                </a:defRPr>
              </a:lvl1pPr>
            </a:lstStyle>
            <a:p>
              <a:r>
                <a:rPr lang="es-MX" dirty="0"/>
                <a:t>9</a:t>
              </a:r>
              <a:endParaRPr lang="es-ES" dirty="0"/>
            </a:p>
          </p:txBody>
        </p:sp>
      </p:grpSp>
      <p:grpSp>
        <p:nvGrpSpPr>
          <p:cNvPr id="30" name="Group 30">
            <a:extLst>
              <a:ext uri="{FF2B5EF4-FFF2-40B4-BE49-F238E27FC236}">
                <a16:creationId xmlns:a16="http://schemas.microsoft.com/office/drawing/2014/main" id="{E3C3C93D-D8BE-43F2-A46F-69A3498D5C24}"/>
              </a:ext>
            </a:extLst>
          </p:cNvPr>
          <p:cNvGrpSpPr>
            <a:grpSpLocks/>
          </p:cNvGrpSpPr>
          <p:nvPr/>
        </p:nvGrpSpPr>
        <p:grpSpPr bwMode="auto">
          <a:xfrm>
            <a:off x="7391102" y="1587007"/>
            <a:ext cx="2590800" cy="623888"/>
            <a:chOff x="3298" y="1653"/>
            <a:chExt cx="1632" cy="393"/>
          </a:xfrm>
          <a:solidFill>
            <a:schemeClr val="bg1">
              <a:lumMod val="85000"/>
            </a:schemeClr>
          </a:solidFill>
        </p:grpSpPr>
        <p:sp>
          <p:nvSpPr>
            <p:cNvPr id="31" name="Text Box 31">
              <a:extLst>
                <a:ext uri="{FF2B5EF4-FFF2-40B4-BE49-F238E27FC236}">
                  <a16:creationId xmlns:a16="http://schemas.microsoft.com/office/drawing/2014/main" id="{FE2289A5-F3E2-496C-BDF7-DFC48178527C}"/>
                </a:ext>
              </a:extLst>
            </p:cNvPr>
            <p:cNvSpPr txBox="1">
              <a:spLocks noChangeArrowheads="1"/>
            </p:cNvSpPr>
            <p:nvPr/>
          </p:nvSpPr>
          <p:spPr bwMode="auto">
            <a:xfrm>
              <a:off x="3298" y="1653"/>
              <a:ext cx="336" cy="383"/>
            </a:xfrm>
            <a:prstGeom prst="rect">
              <a:avLst/>
            </a:prstGeom>
            <a:grpFill/>
            <a:ln w="9525" cap="flat" cmpd="sng" algn="ctr">
              <a:solidFill>
                <a:schemeClr val="tx1"/>
              </a:solidFill>
              <a:prstDash val="solid"/>
              <a:headEnd/>
              <a:tailEnd/>
            </a:ln>
            <a:effectLst>
              <a:outerShdw blurRad="63500" dist="25400" dir="5400000" rotWithShape="0">
                <a:srgbClr val="000000">
                  <a:alpha val="43137"/>
                </a:srgbClr>
              </a:outerShdw>
            </a:effectLst>
          </p:spPr>
          <p:txBody>
            <a:bodyPr wrap="none" anchor="ctr">
              <a:scene3d>
                <a:camera prst="orthographicFront"/>
                <a:lightRig rig="soft" dir="tl">
                  <a:rot lat="0" lon="0" rev="0"/>
                </a:lightRig>
              </a:scene3d>
              <a:sp3d contourW="25400" prstMaterial="matte">
                <a:bevelT w="25400" h="55880" prst="artDeco"/>
                <a:contourClr>
                  <a:schemeClr val="accent2">
                    <a:tint val="20000"/>
                  </a:schemeClr>
                </a:contourClr>
              </a:sp3d>
            </a:bodyPr>
            <a:lstStyle>
              <a:defPPr>
                <a:defRPr lang="es-CO"/>
              </a:defPPr>
              <a:lvl1pPr algn="ctr" fontAlgn="base">
                <a:spcBef>
                  <a:spcPct val="0"/>
                </a:spcBef>
                <a:spcAft>
                  <a:spcPct val="0"/>
                </a:spcAft>
                <a:defRPr sz="3600" b="1" kern="0" spc="50">
                  <a:ln w="11430"/>
                  <a:effectLst>
                    <a:outerShdw blurRad="76200" dist="50800" dir="5400000" algn="tl" rotWithShape="0">
                      <a:srgbClr val="000000">
                        <a:alpha val="65000"/>
                      </a:srgbClr>
                    </a:outerShdw>
                  </a:effectLst>
                  <a:latin typeface="Arial Narrow" pitchFamily="34" charset="0"/>
                </a:defRPr>
              </a:lvl1pPr>
            </a:lstStyle>
            <a:p>
              <a:r>
                <a:rPr lang="es-MX" dirty="0"/>
                <a:t>7</a:t>
              </a:r>
              <a:endParaRPr lang="es-ES" dirty="0"/>
            </a:p>
          </p:txBody>
        </p:sp>
        <p:sp>
          <p:nvSpPr>
            <p:cNvPr id="32" name="Text Box 32">
              <a:extLst>
                <a:ext uri="{FF2B5EF4-FFF2-40B4-BE49-F238E27FC236}">
                  <a16:creationId xmlns:a16="http://schemas.microsoft.com/office/drawing/2014/main" id="{900981D2-A7F6-4ABA-A028-9491CAB69F91}"/>
                </a:ext>
              </a:extLst>
            </p:cNvPr>
            <p:cNvSpPr txBox="1">
              <a:spLocks noChangeArrowheads="1"/>
            </p:cNvSpPr>
            <p:nvPr/>
          </p:nvSpPr>
          <p:spPr bwMode="auto">
            <a:xfrm>
              <a:off x="4594" y="1663"/>
              <a:ext cx="336" cy="383"/>
            </a:xfrm>
            <a:prstGeom prst="rect">
              <a:avLst/>
            </a:prstGeom>
            <a:grpFill/>
            <a:ln w="9525" cap="flat" cmpd="sng" algn="ctr">
              <a:solidFill>
                <a:schemeClr val="tx1"/>
              </a:solidFill>
              <a:prstDash val="solid"/>
              <a:headEnd/>
              <a:tailEnd/>
            </a:ln>
            <a:effectLst>
              <a:outerShdw blurRad="63500" dist="25400" dir="5400000" rotWithShape="0">
                <a:srgbClr val="000000">
                  <a:alpha val="43137"/>
                </a:srgbClr>
              </a:outerShdw>
            </a:effectLst>
          </p:spPr>
          <p:txBody>
            <a:bodyPr wrap="none" anchor="ctr">
              <a:scene3d>
                <a:camera prst="orthographicFront"/>
                <a:lightRig rig="soft" dir="tl">
                  <a:rot lat="0" lon="0" rev="0"/>
                </a:lightRig>
              </a:scene3d>
              <a:sp3d contourW="25400" prstMaterial="matte">
                <a:bevelT w="25400" h="55880" prst="artDeco"/>
                <a:contourClr>
                  <a:schemeClr val="accent2">
                    <a:tint val="20000"/>
                  </a:schemeClr>
                </a:contourClr>
              </a:sp3d>
            </a:bodyPr>
            <a:lstStyle>
              <a:defPPr>
                <a:defRPr lang="es-CO"/>
              </a:defPPr>
              <a:lvl1pPr algn="ctr" fontAlgn="base">
                <a:spcBef>
                  <a:spcPct val="0"/>
                </a:spcBef>
                <a:spcAft>
                  <a:spcPct val="0"/>
                </a:spcAft>
                <a:defRPr sz="3600" b="1" kern="0" spc="50">
                  <a:ln w="11430"/>
                  <a:effectLst>
                    <a:outerShdw blurRad="76200" dist="50800" dir="5400000" algn="tl" rotWithShape="0">
                      <a:srgbClr val="000000">
                        <a:alpha val="65000"/>
                      </a:srgbClr>
                    </a:outerShdw>
                  </a:effectLst>
                  <a:latin typeface="Arial Narrow" pitchFamily="34" charset="0"/>
                </a:defRPr>
              </a:lvl1pPr>
            </a:lstStyle>
            <a:p>
              <a:r>
                <a:rPr lang="es-MX" dirty="0"/>
                <a:t>8</a:t>
              </a:r>
              <a:endParaRPr lang="es-ES" dirty="0"/>
            </a:p>
          </p:txBody>
        </p:sp>
      </p:grpSp>
      <p:grpSp>
        <p:nvGrpSpPr>
          <p:cNvPr id="33" name="Group 37">
            <a:extLst>
              <a:ext uri="{FF2B5EF4-FFF2-40B4-BE49-F238E27FC236}">
                <a16:creationId xmlns:a16="http://schemas.microsoft.com/office/drawing/2014/main" id="{9664B8CE-F3CE-47D0-9508-34AE2ADC5C76}"/>
              </a:ext>
            </a:extLst>
          </p:cNvPr>
          <p:cNvGrpSpPr>
            <a:grpSpLocks/>
          </p:cNvGrpSpPr>
          <p:nvPr/>
        </p:nvGrpSpPr>
        <p:grpSpPr bwMode="auto">
          <a:xfrm>
            <a:off x="3667522" y="5019973"/>
            <a:ext cx="4495800" cy="1162051"/>
            <a:chOff x="2736" y="1623"/>
            <a:chExt cx="2832" cy="732"/>
          </a:xfrm>
          <a:solidFill>
            <a:schemeClr val="bg1">
              <a:lumMod val="85000"/>
            </a:schemeClr>
          </a:solidFill>
        </p:grpSpPr>
        <p:sp>
          <p:nvSpPr>
            <p:cNvPr id="34" name="Rectangle 38">
              <a:extLst>
                <a:ext uri="{FF2B5EF4-FFF2-40B4-BE49-F238E27FC236}">
                  <a16:creationId xmlns:a16="http://schemas.microsoft.com/office/drawing/2014/main" id="{07FA4BF1-8E6D-470C-9CEA-84EBEEA99EA6}"/>
                </a:ext>
              </a:extLst>
            </p:cNvPr>
            <p:cNvSpPr>
              <a:spLocks noChangeArrowheads="1"/>
            </p:cNvSpPr>
            <p:nvPr/>
          </p:nvSpPr>
          <p:spPr bwMode="auto">
            <a:xfrm>
              <a:off x="3415" y="1623"/>
              <a:ext cx="431" cy="432"/>
            </a:xfrm>
            <a:prstGeom prst="rect">
              <a:avLst/>
            </a:prstGeom>
            <a:grpFill/>
            <a:ln w="38100">
              <a:solidFill>
                <a:schemeClr val="tx1"/>
              </a:solidFill>
              <a:miter lim="800000"/>
              <a:headEnd/>
              <a:tailEnd/>
            </a:ln>
          </p:spPr>
          <p:txBody>
            <a:bodyPr wrap="none" anchor="ctr"/>
            <a:lstStyle/>
            <a:p>
              <a:endParaRPr lang="es-ES" sz="3200">
                <a:latin typeface="Arial Narrow" pitchFamily="34" charset="0"/>
              </a:endParaRPr>
            </a:p>
          </p:txBody>
        </p:sp>
        <p:sp>
          <p:nvSpPr>
            <p:cNvPr id="35" name="Rectangle 39">
              <a:extLst>
                <a:ext uri="{FF2B5EF4-FFF2-40B4-BE49-F238E27FC236}">
                  <a16:creationId xmlns:a16="http://schemas.microsoft.com/office/drawing/2014/main" id="{22F3D49A-B7D0-4B06-9A6A-39C4C6612076}"/>
                </a:ext>
              </a:extLst>
            </p:cNvPr>
            <p:cNvSpPr>
              <a:spLocks noChangeArrowheads="1"/>
            </p:cNvSpPr>
            <p:nvPr/>
          </p:nvSpPr>
          <p:spPr bwMode="auto">
            <a:xfrm>
              <a:off x="3846" y="1623"/>
              <a:ext cx="430" cy="432"/>
            </a:xfrm>
            <a:prstGeom prst="rect">
              <a:avLst/>
            </a:prstGeom>
            <a:grpFill/>
            <a:ln w="38100">
              <a:solidFill>
                <a:schemeClr val="tx1"/>
              </a:solidFill>
              <a:miter lim="800000"/>
              <a:headEnd/>
              <a:tailEnd/>
            </a:ln>
          </p:spPr>
          <p:txBody>
            <a:bodyPr wrap="none" anchor="ctr"/>
            <a:lstStyle/>
            <a:p>
              <a:endParaRPr lang="es-ES" sz="3200">
                <a:latin typeface="Arial Narrow" pitchFamily="34" charset="0"/>
              </a:endParaRPr>
            </a:p>
          </p:txBody>
        </p:sp>
        <p:sp>
          <p:nvSpPr>
            <p:cNvPr id="36" name="Rectangle 40">
              <a:extLst>
                <a:ext uri="{FF2B5EF4-FFF2-40B4-BE49-F238E27FC236}">
                  <a16:creationId xmlns:a16="http://schemas.microsoft.com/office/drawing/2014/main" id="{5332232E-53F3-4DD9-9690-64AE935579B9}"/>
                </a:ext>
              </a:extLst>
            </p:cNvPr>
            <p:cNvSpPr>
              <a:spLocks noChangeArrowheads="1"/>
            </p:cNvSpPr>
            <p:nvPr/>
          </p:nvSpPr>
          <p:spPr bwMode="auto">
            <a:xfrm>
              <a:off x="4276" y="1623"/>
              <a:ext cx="431" cy="432"/>
            </a:xfrm>
            <a:prstGeom prst="rect">
              <a:avLst/>
            </a:prstGeom>
            <a:grpFill/>
            <a:ln w="38100">
              <a:solidFill>
                <a:schemeClr val="tx1"/>
              </a:solidFill>
              <a:miter lim="800000"/>
              <a:headEnd/>
              <a:tailEnd/>
            </a:ln>
          </p:spPr>
          <p:txBody>
            <a:bodyPr wrap="none" anchor="ctr"/>
            <a:lstStyle/>
            <a:p>
              <a:endParaRPr lang="es-ES" sz="3200">
                <a:latin typeface="Arial Narrow" pitchFamily="34" charset="0"/>
              </a:endParaRPr>
            </a:p>
          </p:txBody>
        </p:sp>
        <p:sp>
          <p:nvSpPr>
            <p:cNvPr id="37" name="Rectangle 41">
              <a:extLst>
                <a:ext uri="{FF2B5EF4-FFF2-40B4-BE49-F238E27FC236}">
                  <a16:creationId xmlns:a16="http://schemas.microsoft.com/office/drawing/2014/main" id="{539C2F9A-80B1-4F07-9742-5BC5DCAD3DB8}"/>
                </a:ext>
              </a:extLst>
            </p:cNvPr>
            <p:cNvSpPr>
              <a:spLocks noChangeArrowheads="1"/>
            </p:cNvSpPr>
            <p:nvPr/>
          </p:nvSpPr>
          <p:spPr bwMode="auto">
            <a:xfrm>
              <a:off x="4707" y="1623"/>
              <a:ext cx="430" cy="432"/>
            </a:xfrm>
            <a:prstGeom prst="rect">
              <a:avLst/>
            </a:prstGeom>
            <a:grpFill/>
            <a:ln w="38100">
              <a:solidFill>
                <a:schemeClr val="tx1"/>
              </a:solidFill>
              <a:miter lim="800000"/>
              <a:headEnd/>
              <a:tailEnd/>
            </a:ln>
          </p:spPr>
          <p:txBody>
            <a:bodyPr wrap="none" anchor="ctr"/>
            <a:lstStyle/>
            <a:p>
              <a:endParaRPr lang="es-ES" sz="3200">
                <a:latin typeface="Arial Narrow" pitchFamily="34" charset="0"/>
              </a:endParaRPr>
            </a:p>
          </p:txBody>
        </p:sp>
        <p:sp>
          <p:nvSpPr>
            <p:cNvPr id="38" name="Rectangle 42">
              <a:extLst>
                <a:ext uri="{FF2B5EF4-FFF2-40B4-BE49-F238E27FC236}">
                  <a16:creationId xmlns:a16="http://schemas.microsoft.com/office/drawing/2014/main" id="{4B71DA76-D39F-4669-BA3A-2E48E7F61544}"/>
                </a:ext>
              </a:extLst>
            </p:cNvPr>
            <p:cNvSpPr>
              <a:spLocks noChangeArrowheads="1"/>
            </p:cNvSpPr>
            <p:nvPr/>
          </p:nvSpPr>
          <p:spPr bwMode="auto">
            <a:xfrm>
              <a:off x="5137" y="1623"/>
              <a:ext cx="431" cy="432"/>
            </a:xfrm>
            <a:prstGeom prst="rect">
              <a:avLst/>
            </a:prstGeom>
            <a:grpFill/>
            <a:ln w="38100">
              <a:solidFill>
                <a:schemeClr val="tx1"/>
              </a:solidFill>
              <a:miter lim="800000"/>
              <a:headEnd/>
              <a:tailEnd/>
            </a:ln>
          </p:spPr>
          <p:txBody>
            <a:bodyPr wrap="none" anchor="ctr"/>
            <a:lstStyle/>
            <a:p>
              <a:endParaRPr lang="es-ES" sz="3200">
                <a:latin typeface="Arial Narrow" pitchFamily="34" charset="0"/>
              </a:endParaRPr>
            </a:p>
          </p:txBody>
        </p:sp>
        <p:sp>
          <p:nvSpPr>
            <p:cNvPr id="39" name="Text Box 43">
              <a:extLst>
                <a:ext uri="{FF2B5EF4-FFF2-40B4-BE49-F238E27FC236}">
                  <a16:creationId xmlns:a16="http://schemas.microsoft.com/office/drawing/2014/main" id="{9AAA39AA-71DD-40E3-9965-D20253A637C6}"/>
                </a:ext>
              </a:extLst>
            </p:cNvPr>
            <p:cNvSpPr txBox="1">
              <a:spLocks noChangeArrowheads="1"/>
            </p:cNvSpPr>
            <p:nvPr/>
          </p:nvSpPr>
          <p:spPr bwMode="auto">
            <a:xfrm>
              <a:off x="2736" y="1651"/>
              <a:ext cx="715" cy="365"/>
            </a:xfrm>
            <a:prstGeom prst="rect">
              <a:avLst/>
            </a:prstGeom>
            <a:noFill/>
            <a:ln w="9525">
              <a:noFill/>
              <a:miter lim="800000"/>
              <a:headEnd/>
              <a:tailEnd/>
            </a:ln>
          </p:spPr>
          <p:txBody>
            <a:bodyPr>
              <a:spAutoFit/>
            </a:bodyPr>
            <a:lstStyle/>
            <a:p>
              <a:pPr algn="l">
                <a:spcBef>
                  <a:spcPct val="50000"/>
                </a:spcBef>
              </a:pPr>
              <a:r>
                <a:rPr lang="es-MX" sz="3200" b="1">
                  <a:latin typeface="Arial Narrow" pitchFamily="34" charset="0"/>
                </a:rPr>
                <a:t>VEC</a:t>
              </a:r>
              <a:endParaRPr lang="es-ES" sz="3200" b="1">
                <a:latin typeface="Arial Narrow" pitchFamily="34" charset="0"/>
              </a:endParaRPr>
            </a:p>
          </p:txBody>
        </p:sp>
        <p:sp>
          <p:nvSpPr>
            <p:cNvPr id="40" name="Text Box 44">
              <a:extLst>
                <a:ext uri="{FF2B5EF4-FFF2-40B4-BE49-F238E27FC236}">
                  <a16:creationId xmlns:a16="http://schemas.microsoft.com/office/drawing/2014/main" id="{4D3C5649-772B-48B0-8241-DA1D4B68B252}"/>
                </a:ext>
              </a:extLst>
            </p:cNvPr>
            <p:cNvSpPr txBox="1">
              <a:spLocks noChangeArrowheads="1"/>
            </p:cNvSpPr>
            <p:nvPr/>
          </p:nvSpPr>
          <p:spPr bwMode="auto">
            <a:xfrm>
              <a:off x="3451" y="2064"/>
              <a:ext cx="2114" cy="291"/>
            </a:xfrm>
            <a:prstGeom prst="rect">
              <a:avLst/>
            </a:prstGeom>
            <a:noFill/>
            <a:ln w="9525">
              <a:noFill/>
              <a:miter lim="800000"/>
              <a:headEnd/>
              <a:tailEnd/>
            </a:ln>
          </p:spPr>
          <p:txBody>
            <a:bodyPr>
              <a:spAutoFit/>
            </a:bodyPr>
            <a:lstStyle/>
            <a:p>
              <a:pPr algn="l">
                <a:spcBef>
                  <a:spcPct val="50000"/>
                </a:spcBef>
              </a:pPr>
              <a:r>
                <a:rPr lang="es-MX" sz="2400" dirty="0">
                  <a:latin typeface="Arial Narrow" pitchFamily="34" charset="0"/>
                </a:rPr>
                <a:t>  0      1        2        3        4</a:t>
              </a:r>
              <a:endParaRPr lang="es-ES" sz="2400" dirty="0">
                <a:latin typeface="Arial Narrow" pitchFamily="34" charset="0"/>
              </a:endParaRPr>
            </a:p>
          </p:txBody>
        </p:sp>
        <p:sp>
          <p:nvSpPr>
            <p:cNvPr id="41" name="Rectangle 45">
              <a:extLst>
                <a:ext uri="{FF2B5EF4-FFF2-40B4-BE49-F238E27FC236}">
                  <a16:creationId xmlns:a16="http://schemas.microsoft.com/office/drawing/2014/main" id="{1279A66C-18D3-4EDC-83AE-6718D9DEA08D}"/>
                </a:ext>
              </a:extLst>
            </p:cNvPr>
            <p:cNvSpPr>
              <a:spLocks noChangeArrowheads="1"/>
            </p:cNvSpPr>
            <p:nvPr/>
          </p:nvSpPr>
          <p:spPr bwMode="auto">
            <a:xfrm>
              <a:off x="5166" y="1644"/>
              <a:ext cx="361" cy="384"/>
            </a:xfrm>
            <a:prstGeom prst="rect">
              <a:avLst/>
            </a:prstGeom>
            <a:grpFill/>
            <a:ln w="9525" cap="flat" cmpd="sng" algn="ctr">
              <a:solidFill>
                <a:schemeClr val="tx1"/>
              </a:solidFill>
              <a:prstDash val="solid"/>
              <a:headEnd/>
              <a:tailEnd/>
            </a:ln>
            <a:effectLst>
              <a:outerShdw blurRad="63500" dist="25400" dir="5400000" rotWithShape="0">
                <a:srgbClr val="000000">
                  <a:alpha val="43137"/>
                </a:srgbClr>
              </a:outerShdw>
            </a:effectLst>
          </p:spPr>
          <p:txBody>
            <a:bodyPr wrap="none" anchor="ct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fontAlgn="base">
                <a:spcBef>
                  <a:spcPct val="0"/>
                </a:spcBef>
                <a:spcAft>
                  <a:spcPct val="0"/>
                </a:spcAft>
              </a:pPr>
              <a:r>
                <a:rPr lang="es-MX" sz="3600" b="1" kern="0" spc="50" dirty="0">
                  <a:ln w="11430"/>
                  <a:effectLst>
                    <a:outerShdw blurRad="76200" dist="50800" dir="5400000" algn="tl" rotWithShape="0">
                      <a:srgbClr val="000000">
                        <a:alpha val="65000"/>
                      </a:srgbClr>
                    </a:outerShdw>
                  </a:effectLst>
                  <a:latin typeface="Arial Narrow" pitchFamily="34" charset="0"/>
                </a:rPr>
                <a:t>8</a:t>
              </a:r>
              <a:endParaRPr lang="es-ES" sz="3600" b="1" kern="0" spc="50" dirty="0">
                <a:ln w="11430"/>
                <a:effectLst>
                  <a:outerShdw blurRad="76200" dist="50800" dir="5400000" algn="tl" rotWithShape="0">
                    <a:srgbClr val="000000">
                      <a:alpha val="65000"/>
                    </a:srgbClr>
                  </a:outerShdw>
                </a:effectLst>
                <a:latin typeface="Arial Narrow" pitchFamily="34" charset="0"/>
              </a:endParaRPr>
            </a:p>
          </p:txBody>
        </p:sp>
        <p:sp>
          <p:nvSpPr>
            <p:cNvPr id="42" name="Rectangle 46">
              <a:extLst>
                <a:ext uri="{FF2B5EF4-FFF2-40B4-BE49-F238E27FC236}">
                  <a16:creationId xmlns:a16="http://schemas.microsoft.com/office/drawing/2014/main" id="{EE5946A3-5C0D-494A-929B-B6E1097B63C7}"/>
                </a:ext>
              </a:extLst>
            </p:cNvPr>
            <p:cNvSpPr>
              <a:spLocks noChangeArrowheads="1"/>
            </p:cNvSpPr>
            <p:nvPr/>
          </p:nvSpPr>
          <p:spPr bwMode="auto">
            <a:xfrm>
              <a:off x="4740" y="1644"/>
              <a:ext cx="361" cy="384"/>
            </a:xfrm>
            <a:prstGeom prst="rect">
              <a:avLst/>
            </a:prstGeom>
            <a:grpFill/>
            <a:ln w="9525" cap="flat" cmpd="sng" algn="ctr">
              <a:solidFill>
                <a:schemeClr val="tx1"/>
              </a:solidFill>
              <a:prstDash val="solid"/>
              <a:headEnd/>
              <a:tailEnd/>
            </a:ln>
            <a:effectLst>
              <a:outerShdw blurRad="63500" dist="25400" dir="5400000" rotWithShape="0">
                <a:srgbClr val="000000">
                  <a:alpha val="43137"/>
                </a:srgbClr>
              </a:outerShdw>
            </a:effectLst>
          </p:spPr>
          <p:txBody>
            <a:bodyPr wrap="none" anchor="ct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fontAlgn="base">
                <a:spcBef>
                  <a:spcPct val="0"/>
                </a:spcBef>
                <a:spcAft>
                  <a:spcPct val="0"/>
                </a:spcAft>
              </a:pPr>
              <a:r>
                <a:rPr lang="es-MX" sz="3600" b="1" kern="0" spc="50" dirty="0">
                  <a:ln w="11430"/>
                  <a:effectLst>
                    <a:outerShdw blurRad="76200" dist="50800" dir="5400000" algn="tl" rotWithShape="0">
                      <a:srgbClr val="000000">
                        <a:alpha val="65000"/>
                      </a:srgbClr>
                    </a:outerShdw>
                  </a:effectLst>
                  <a:latin typeface="Arial Narrow" pitchFamily="34" charset="0"/>
                </a:rPr>
                <a:t>9</a:t>
              </a:r>
              <a:endParaRPr lang="es-ES" sz="3600" b="1" kern="0" spc="50" dirty="0">
                <a:ln w="11430"/>
                <a:effectLst>
                  <a:outerShdw blurRad="76200" dist="50800" dir="5400000" algn="tl" rotWithShape="0">
                    <a:srgbClr val="000000">
                      <a:alpha val="65000"/>
                    </a:srgbClr>
                  </a:outerShdw>
                </a:effectLst>
                <a:latin typeface="Arial Narrow" pitchFamily="34" charset="0"/>
              </a:endParaRPr>
            </a:p>
          </p:txBody>
        </p:sp>
        <p:sp>
          <p:nvSpPr>
            <p:cNvPr id="43" name="Rectangle 47">
              <a:extLst>
                <a:ext uri="{FF2B5EF4-FFF2-40B4-BE49-F238E27FC236}">
                  <a16:creationId xmlns:a16="http://schemas.microsoft.com/office/drawing/2014/main" id="{B1BCA6B7-84BE-40D9-BBB2-F2BED7D37CEC}"/>
                </a:ext>
              </a:extLst>
            </p:cNvPr>
            <p:cNvSpPr>
              <a:spLocks noChangeArrowheads="1"/>
            </p:cNvSpPr>
            <p:nvPr/>
          </p:nvSpPr>
          <p:spPr bwMode="auto">
            <a:xfrm>
              <a:off x="4308" y="1644"/>
              <a:ext cx="361" cy="384"/>
            </a:xfrm>
            <a:prstGeom prst="rect">
              <a:avLst/>
            </a:prstGeom>
            <a:grpFill/>
            <a:ln w="9525" cap="flat" cmpd="sng" algn="ctr">
              <a:solidFill>
                <a:schemeClr val="tx1"/>
              </a:solidFill>
              <a:prstDash val="solid"/>
              <a:headEnd/>
              <a:tailEnd/>
            </a:ln>
            <a:effectLst>
              <a:outerShdw blurRad="63500" dist="25400" dir="5400000" rotWithShape="0">
                <a:srgbClr val="000000">
                  <a:alpha val="43137"/>
                </a:srgbClr>
              </a:outerShdw>
            </a:effectLst>
          </p:spPr>
          <p:txBody>
            <a:bodyPr wrap="none" anchor="ct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fontAlgn="base">
                <a:spcBef>
                  <a:spcPct val="0"/>
                </a:spcBef>
                <a:spcAft>
                  <a:spcPct val="0"/>
                </a:spcAft>
              </a:pPr>
              <a:r>
                <a:rPr lang="es-MX" sz="3600" b="1" kern="0" spc="50" dirty="0">
                  <a:ln w="11430"/>
                  <a:effectLst>
                    <a:outerShdw blurRad="76200" dist="50800" dir="5400000" algn="tl" rotWithShape="0">
                      <a:srgbClr val="000000">
                        <a:alpha val="65000"/>
                      </a:srgbClr>
                    </a:outerShdw>
                  </a:effectLst>
                  <a:latin typeface="Arial Narrow" pitchFamily="34" charset="0"/>
                </a:rPr>
                <a:t>10</a:t>
              </a:r>
              <a:endParaRPr lang="es-ES" sz="3600" b="1" kern="0" spc="50" dirty="0">
                <a:ln w="11430"/>
                <a:effectLst>
                  <a:outerShdw blurRad="76200" dist="50800" dir="5400000" algn="tl" rotWithShape="0">
                    <a:srgbClr val="000000">
                      <a:alpha val="65000"/>
                    </a:srgbClr>
                  </a:outerShdw>
                </a:effectLst>
                <a:latin typeface="Arial Narrow" pitchFamily="34" charset="0"/>
              </a:endParaRPr>
            </a:p>
          </p:txBody>
        </p:sp>
        <p:sp>
          <p:nvSpPr>
            <p:cNvPr id="44" name="Rectangle 48">
              <a:extLst>
                <a:ext uri="{FF2B5EF4-FFF2-40B4-BE49-F238E27FC236}">
                  <a16:creationId xmlns:a16="http://schemas.microsoft.com/office/drawing/2014/main" id="{37187C04-1CB8-4894-B491-2C28AF48DA68}"/>
                </a:ext>
              </a:extLst>
            </p:cNvPr>
            <p:cNvSpPr>
              <a:spLocks noChangeArrowheads="1"/>
            </p:cNvSpPr>
            <p:nvPr/>
          </p:nvSpPr>
          <p:spPr bwMode="auto">
            <a:xfrm>
              <a:off x="3876" y="1644"/>
              <a:ext cx="361" cy="384"/>
            </a:xfrm>
            <a:prstGeom prst="rect">
              <a:avLst/>
            </a:prstGeom>
            <a:solidFill>
              <a:schemeClr val="bg1">
                <a:lumMod val="65000"/>
              </a:schemeClr>
            </a:solidFill>
            <a:ln w="9525" cap="flat" cmpd="sng" algn="ctr">
              <a:solidFill>
                <a:schemeClr val="tx1"/>
              </a:solidFill>
              <a:prstDash val="solid"/>
              <a:headEnd/>
              <a:tailEnd/>
            </a:ln>
            <a:effectLst>
              <a:outerShdw blurRad="63500" dist="25400" dir="5400000" rotWithShape="0">
                <a:srgbClr val="000000">
                  <a:alpha val="43137"/>
                </a:srgbClr>
              </a:outerShdw>
            </a:effectLst>
          </p:spPr>
          <p:txBody>
            <a:bodyPr wrap="none" anchor="ct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fontAlgn="base">
                <a:spcBef>
                  <a:spcPct val="0"/>
                </a:spcBef>
                <a:spcAft>
                  <a:spcPct val="0"/>
                </a:spcAft>
              </a:pPr>
              <a:r>
                <a:rPr lang="es-MX" sz="3600" b="1" kern="0" spc="50" dirty="0">
                  <a:ln w="11430"/>
                  <a:effectLst>
                    <a:outerShdw blurRad="76200" dist="50800" dir="5400000" algn="tl" rotWithShape="0">
                      <a:srgbClr val="000000">
                        <a:alpha val="65000"/>
                      </a:srgbClr>
                    </a:outerShdw>
                  </a:effectLst>
                  <a:latin typeface="Arial Narrow" pitchFamily="34" charset="0"/>
                </a:rPr>
                <a:t>7</a:t>
              </a:r>
              <a:endParaRPr lang="es-ES" sz="3600" b="1" kern="0" spc="50" dirty="0">
                <a:ln w="11430"/>
                <a:effectLst>
                  <a:outerShdw blurRad="76200" dist="50800" dir="5400000" algn="tl" rotWithShape="0">
                    <a:srgbClr val="000000">
                      <a:alpha val="65000"/>
                    </a:srgbClr>
                  </a:outerShdw>
                </a:effectLst>
                <a:latin typeface="Arial Narrow" pitchFamily="34" charset="0"/>
              </a:endParaRPr>
            </a:p>
          </p:txBody>
        </p:sp>
        <p:sp>
          <p:nvSpPr>
            <p:cNvPr id="45" name="Rectangle 49">
              <a:extLst>
                <a:ext uri="{FF2B5EF4-FFF2-40B4-BE49-F238E27FC236}">
                  <a16:creationId xmlns:a16="http://schemas.microsoft.com/office/drawing/2014/main" id="{8C20EA43-96E4-4E63-AD08-2DA77DFAAB4A}"/>
                </a:ext>
              </a:extLst>
            </p:cNvPr>
            <p:cNvSpPr>
              <a:spLocks noChangeArrowheads="1"/>
            </p:cNvSpPr>
            <p:nvPr/>
          </p:nvSpPr>
          <p:spPr bwMode="auto">
            <a:xfrm>
              <a:off x="3448" y="1644"/>
              <a:ext cx="361" cy="384"/>
            </a:xfrm>
            <a:prstGeom prst="rect">
              <a:avLst/>
            </a:prstGeom>
            <a:solidFill>
              <a:schemeClr val="bg1">
                <a:lumMod val="65000"/>
              </a:schemeClr>
            </a:solidFill>
            <a:ln w="9525" cap="flat" cmpd="sng" algn="ctr">
              <a:solidFill>
                <a:schemeClr val="tx1"/>
              </a:solidFill>
              <a:prstDash val="solid"/>
              <a:headEnd/>
              <a:tailEnd/>
            </a:ln>
            <a:effectLst>
              <a:outerShdw blurRad="63500" dist="25400" dir="5400000" rotWithShape="0">
                <a:srgbClr val="000000">
                  <a:alpha val="43137"/>
                </a:srgbClr>
              </a:outerShdw>
            </a:effectLst>
          </p:spPr>
          <p:txBody>
            <a:bodyPr wrap="none" anchor="ct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fontAlgn="base">
                <a:spcBef>
                  <a:spcPct val="0"/>
                </a:spcBef>
                <a:spcAft>
                  <a:spcPct val="0"/>
                </a:spcAft>
              </a:pPr>
              <a:r>
                <a:rPr lang="es-MX" sz="3600" b="1" kern="0" spc="50" dirty="0">
                  <a:ln w="11430"/>
                  <a:effectLst>
                    <a:outerShdw blurRad="76200" dist="50800" dir="5400000" algn="tl" rotWithShape="0">
                      <a:srgbClr val="000000">
                        <a:alpha val="65000"/>
                      </a:srgbClr>
                    </a:outerShdw>
                  </a:effectLst>
                  <a:latin typeface="Arial Narrow" pitchFamily="34" charset="0"/>
                </a:rPr>
                <a:t>6</a:t>
              </a:r>
              <a:endParaRPr lang="es-ES" sz="3600" b="1" kern="0" spc="50" dirty="0">
                <a:ln w="11430"/>
                <a:effectLst>
                  <a:outerShdw blurRad="76200" dist="50800" dir="5400000" algn="tl" rotWithShape="0">
                    <a:srgbClr val="000000">
                      <a:alpha val="65000"/>
                    </a:srgbClr>
                  </a:outerShdw>
                </a:effectLst>
                <a:latin typeface="Arial Narrow" pitchFamily="34" charset="0"/>
              </a:endParaRPr>
            </a:p>
          </p:txBody>
        </p:sp>
      </p:grpSp>
    </p:spTree>
    <p:extLst>
      <p:ext uri="{BB962C8B-B14F-4D97-AF65-F5344CB8AC3E}">
        <p14:creationId xmlns:p14="http://schemas.microsoft.com/office/powerpoint/2010/main" val="37266752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18"/>
                                        </p:tgtEl>
                                        <p:attrNameLst>
                                          <p:attrName>style.visibility</p:attrName>
                                        </p:attrNameLst>
                                      </p:cBhvr>
                                      <p:to>
                                        <p:strVal val="visible"/>
                                      </p:to>
                                    </p:set>
                                    <p:anim calcmode="lin" valueType="num">
                                      <p:cBhvr additive="base">
                                        <p:cTn id="7" dur="500" fill="hold"/>
                                        <p:tgtEl>
                                          <p:spTgt spid="18"/>
                                        </p:tgtEl>
                                        <p:attrNameLst>
                                          <p:attrName>ppt_x</p:attrName>
                                        </p:attrNameLst>
                                      </p:cBhvr>
                                      <p:tavLst>
                                        <p:tav tm="0">
                                          <p:val>
                                            <p:strVal val="0-#ppt_w/2"/>
                                          </p:val>
                                        </p:tav>
                                        <p:tav tm="100000">
                                          <p:val>
                                            <p:strVal val="#ppt_x"/>
                                          </p:val>
                                        </p:tav>
                                      </p:tavLst>
                                    </p:anim>
                                    <p:anim calcmode="lin" valueType="num">
                                      <p:cBhvr additive="base">
                                        <p:cTn id="8" dur="500" fill="hold"/>
                                        <p:tgtEl>
                                          <p:spTgt spid="18"/>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3" presetClass="entr" presetSubtype="16" fill="hold" nodeType="afterEffect">
                                  <p:stCondLst>
                                    <p:cond delay="0"/>
                                  </p:stCondLst>
                                  <p:childTnLst>
                                    <p:set>
                                      <p:cBhvr>
                                        <p:cTn id="11" dur="1" fill="hold">
                                          <p:stCondLst>
                                            <p:cond delay="0"/>
                                          </p:stCondLst>
                                        </p:cTn>
                                        <p:tgtEl>
                                          <p:spTgt spid="19"/>
                                        </p:tgtEl>
                                        <p:attrNameLst>
                                          <p:attrName>style.visibility</p:attrName>
                                        </p:attrNameLst>
                                      </p:cBhvr>
                                      <p:to>
                                        <p:strVal val="visible"/>
                                      </p:to>
                                    </p:set>
                                    <p:anim calcmode="lin" valueType="num">
                                      <p:cBhvr>
                                        <p:cTn id="12" dur="500" fill="hold"/>
                                        <p:tgtEl>
                                          <p:spTgt spid="19"/>
                                        </p:tgtEl>
                                        <p:attrNameLst>
                                          <p:attrName>ppt_w</p:attrName>
                                        </p:attrNameLst>
                                      </p:cBhvr>
                                      <p:tavLst>
                                        <p:tav tm="0">
                                          <p:val>
                                            <p:fltVal val="0"/>
                                          </p:val>
                                        </p:tav>
                                        <p:tav tm="100000">
                                          <p:val>
                                            <p:strVal val="#ppt_w"/>
                                          </p:val>
                                        </p:tav>
                                      </p:tavLst>
                                    </p:anim>
                                    <p:anim calcmode="lin" valueType="num">
                                      <p:cBhvr>
                                        <p:cTn id="13" dur="500" fill="hold"/>
                                        <p:tgtEl>
                                          <p:spTgt spid="19"/>
                                        </p:tgtEl>
                                        <p:attrNameLst>
                                          <p:attrName>ppt_h</p:attrName>
                                        </p:attrNameLst>
                                      </p:cBhvr>
                                      <p:tavLst>
                                        <p:tav tm="0">
                                          <p:val>
                                            <p:fltVal val="0"/>
                                          </p:val>
                                        </p:tav>
                                        <p:tav tm="100000">
                                          <p:val>
                                            <p:strVal val="#ppt_h"/>
                                          </p:val>
                                        </p:tav>
                                      </p:tavLst>
                                    </p:anim>
                                  </p:childTnLst>
                                  <p:subTnLst>
                                    <p:set>
                                      <p:cBhvr override="childStyle">
                                        <p:cTn dur="1" fill="hold" display="0" masterRel="nextClick" afterEffect="1"/>
                                        <p:tgtEl>
                                          <p:spTgt spid="19"/>
                                        </p:tgtEl>
                                        <p:attrNameLst>
                                          <p:attrName>style.visibility</p:attrName>
                                        </p:attrNameLst>
                                      </p:cBhvr>
                                      <p:to>
                                        <p:strVal val="hidden"/>
                                      </p:to>
                                    </p:set>
                                  </p:subTnLst>
                                </p:cTn>
                              </p:par>
                            </p:childTnLst>
                          </p:cTn>
                        </p:par>
                      </p:childTnLst>
                    </p:cTn>
                  </p:par>
                  <p:par>
                    <p:cTn id="14" fill="hold">
                      <p:stCondLst>
                        <p:cond delay="indefinite"/>
                      </p:stCondLst>
                      <p:childTnLst>
                        <p:par>
                          <p:cTn id="15" fill="hold">
                            <p:stCondLst>
                              <p:cond delay="0"/>
                            </p:stCondLst>
                            <p:childTnLst>
                              <p:par>
                                <p:cTn id="16" presetID="19" presetClass="entr" presetSubtype="10" fill="hold" nodeType="clickEffect">
                                  <p:stCondLst>
                                    <p:cond delay="0"/>
                                  </p:stCondLst>
                                  <p:childTnLst>
                                    <p:set>
                                      <p:cBhvr>
                                        <p:cTn id="17" dur="1" fill="hold">
                                          <p:stCondLst>
                                            <p:cond delay="0"/>
                                          </p:stCondLst>
                                        </p:cTn>
                                        <p:tgtEl>
                                          <p:spTgt spid="24"/>
                                        </p:tgtEl>
                                        <p:attrNameLst>
                                          <p:attrName>style.visibility</p:attrName>
                                        </p:attrNameLst>
                                      </p:cBhvr>
                                      <p:to>
                                        <p:strVal val="visible"/>
                                      </p:to>
                                    </p:set>
                                    <p:anim calcmode="lin" valueType="num">
                                      <p:cBhvr>
                                        <p:cTn id="18" dur="5000" fill="hold"/>
                                        <p:tgtEl>
                                          <p:spTgt spid="24"/>
                                        </p:tgtEl>
                                        <p:attrNameLst>
                                          <p:attrName>ppt_w</p:attrName>
                                        </p:attrNameLst>
                                      </p:cBhvr>
                                      <p:tavLst>
                                        <p:tav tm="0" fmla="#ppt_w*sin(2.5*pi*$)">
                                          <p:val>
                                            <p:fltVal val="0"/>
                                          </p:val>
                                        </p:tav>
                                        <p:tav tm="100000">
                                          <p:val>
                                            <p:fltVal val="1"/>
                                          </p:val>
                                        </p:tav>
                                      </p:tavLst>
                                    </p:anim>
                                    <p:anim calcmode="lin" valueType="num">
                                      <p:cBhvr>
                                        <p:cTn id="19" dur="5000" fill="hold"/>
                                        <p:tgtEl>
                                          <p:spTgt spid="24"/>
                                        </p:tgtEl>
                                        <p:attrNameLst>
                                          <p:attrName>ppt_h</p:attrName>
                                        </p:attrNameLst>
                                      </p:cBhvr>
                                      <p:tavLst>
                                        <p:tav tm="0">
                                          <p:val>
                                            <p:strVal val="#ppt_h"/>
                                          </p:val>
                                        </p:tav>
                                        <p:tav tm="100000">
                                          <p:val>
                                            <p:strVal val="#ppt_h"/>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8" fill="hold" grpId="0" nodeType="clickEffect">
                                  <p:stCondLst>
                                    <p:cond delay="0"/>
                                  </p:stCondLst>
                                  <p:childTnLst>
                                    <p:set>
                                      <p:cBhvr>
                                        <p:cTn id="23" dur="1" fill="hold">
                                          <p:stCondLst>
                                            <p:cond delay="0"/>
                                          </p:stCondLst>
                                        </p:cTn>
                                        <p:tgtEl>
                                          <p:spTgt spid="20"/>
                                        </p:tgtEl>
                                        <p:attrNameLst>
                                          <p:attrName>style.visibility</p:attrName>
                                        </p:attrNameLst>
                                      </p:cBhvr>
                                      <p:to>
                                        <p:strVal val="visible"/>
                                      </p:to>
                                    </p:set>
                                    <p:anim calcmode="lin" valueType="num">
                                      <p:cBhvr additive="base">
                                        <p:cTn id="24" dur="500" fill="hold"/>
                                        <p:tgtEl>
                                          <p:spTgt spid="20"/>
                                        </p:tgtEl>
                                        <p:attrNameLst>
                                          <p:attrName>ppt_x</p:attrName>
                                        </p:attrNameLst>
                                      </p:cBhvr>
                                      <p:tavLst>
                                        <p:tav tm="0">
                                          <p:val>
                                            <p:strVal val="0-#ppt_w/2"/>
                                          </p:val>
                                        </p:tav>
                                        <p:tav tm="100000">
                                          <p:val>
                                            <p:strVal val="#ppt_x"/>
                                          </p:val>
                                        </p:tav>
                                      </p:tavLst>
                                    </p:anim>
                                    <p:anim calcmode="lin" valueType="num">
                                      <p:cBhvr additive="base">
                                        <p:cTn id="25" dur="500" fill="hold"/>
                                        <p:tgtEl>
                                          <p:spTgt spid="20"/>
                                        </p:tgtEl>
                                        <p:attrNameLst>
                                          <p:attrName>ppt_y</p:attrName>
                                        </p:attrNameLst>
                                      </p:cBhvr>
                                      <p:tavLst>
                                        <p:tav tm="0">
                                          <p:val>
                                            <p:strVal val="#ppt_y"/>
                                          </p:val>
                                        </p:tav>
                                        <p:tav tm="100000">
                                          <p:val>
                                            <p:strVal val="#ppt_y"/>
                                          </p:val>
                                        </p:tav>
                                      </p:tavLst>
                                    </p:anim>
                                  </p:childTnLst>
                                </p:cTn>
                              </p:par>
                            </p:childTnLst>
                          </p:cTn>
                        </p:par>
                        <p:par>
                          <p:cTn id="26" fill="hold">
                            <p:stCondLst>
                              <p:cond delay="500"/>
                            </p:stCondLst>
                            <p:childTnLst>
                              <p:par>
                                <p:cTn id="27" presetID="23" presetClass="entr" presetSubtype="16" fill="hold" nodeType="afterEffect">
                                  <p:stCondLst>
                                    <p:cond delay="0"/>
                                  </p:stCondLst>
                                  <p:childTnLst>
                                    <p:set>
                                      <p:cBhvr>
                                        <p:cTn id="28" dur="1" fill="hold">
                                          <p:stCondLst>
                                            <p:cond delay="0"/>
                                          </p:stCondLst>
                                        </p:cTn>
                                        <p:tgtEl>
                                          <p:spTgt spid="21"/>
                                        </p:tgtEl>
                                        <p:attrNameLst>
                                          <p:attrName>style.visibility</p:attrName>
                                        </p:attrNameLst>
                                      </p:cBhvr>
                                      <p:to>
                                        <p:strVal val="visible"/>
                                      </p:to>
                                    </p:set>
                                    <p:anim calcmode="lin" valueType="num">
                                      <p:cBhvr>
                                        <p:cTn id="29" dur="500" fill="hold"/>
                                        <p:tgtEl>
                                          <p:spTgt spid="21"/>
                                        </p:tgtEl>
                                        <p:attrNameLst>
                                          <p:attrName>ppt_w</p:attrName>
                                        </p:attrNameLst>
                                      </p:cBhvr>
                                      <p:tavLst>
                                        <p:tav tm="0">
                                          <p:val>
                                            <p:fltVal val="0"/>
                                          </p:val>
                                        </p:tav>
                                        <p:tav tm="100000">
                                          <p:val>
                                            <p:strVal val="#ppt_w"/>
                                          </p:val>
                                        </p:tav>
                                      </p:tavLst>
                                    </p:anim>
                                    <p:anim calcmode="lin" valueType="num">
                                      <p:cBhvr>
                                        <p:cTn id="30" dur="500" fill="hold"/>
                                        <p:tgtEl>
                                          <p:spTgt spid="21"/>
                                        </p:tgtEl>
                                        <p:attrNameLst>
                                          <p:attrName>ppt_h</p:attrName>
                                        </p:attrNameLst>
                                      </p:cBhvr>
                                      <p:tavLst>
                                        <p:tav tm="0">
                                          <p:val>
                                            <p:fltVal val="0"/>
                                          </p:val>
                                        </p:tav>
                                        <p:tav tm="100000">
                                          <p:val>
                                            <p:strVal val="#ppt_h"/>
                                          </p:val>
                                        </p:tav>
                                      </p:tavLst>
                                    </p:anim>
                                  </p:childTnLst>
                                  <p:subTnLst>
                                    <p:set>
                                      <p:cBhvr override="childStyle">
                                        <p:cTn dur="1" fill="hold" display="0" masterRel="nextClick" afterEffect="1"/>
                                        <p:tgtEl>
                                          <p:spTgt spid="21"/>
                                        </p:tgtEl>
                                        <p:attrNameLst>
                                          <p:attrName>style.visibility</p:attrName>
                                        </p:attrNameLst>
                                      </p:cBhvr>
                                      <p:to>
                                        <p:strVal val="hidden"/>
                                      </p:to>
                                    </p:set>
                                  </p:subTnLst>
                                </p:cTn>
                              </p:par>
                            </p:childTnLst>
                          </p:cTn>
                        </p:par>
                      </p:childTnLst>
                    </p:cTn>
                  </p:par>
                  <p:par>
                    <p:cTn id="31" fill="hold">
                      <p:stCondLst>
                        <p:cond delay="indefinite"/>
                      </p:stCondLst>
                      <p:childTnLst>
                        <p:par>
                          <p:cTn id="32" fill="hold">
                            <p:stCondLst>
                              <p:cond delay="0"/>
                            </p:stCondLst>
                            <p:childTnLst>
                              <p:par>
                                <p:cTn id="33" presetID="19" presetClass="entr" presetSubtype="10" fill="hold" nodeType="clickEffect">
                                  <p:stCondLst>
                                    <p:cond delay="0"/>
                                  </p:stCondLst>
                                  <p:childTnLst>
                                    <p:set>
                                      <p:cBhvr>
                                        <p:cTn id="34" dur="1" fill="hold">
                                          <p:stCondLst>
                                            <p:cond delay="0"/>
                                          </p:stCondLst>
                                        </p:cTn>
                                        <p:tgtEl>
                                          <p:spTgt spid="27"/>
                                        </p:tgtEl>
                                        <p:attrNameLst>
                                          <p:attrName>style.visibility</p:attrName>
                                        </p:attrNameLst>
                                      </p:cBhvr>
                                      <p:to>
                                        <p:strVal val="visible"/>
                                      </p:to>
                                    </p:set>
                                    <p:anim calcmode="lin" valueType="num">
                                      <p:cBhvr>
                                        <p:cTn id="35" dur="5000" fill="hold"/>
                                        <p:tgtEl>
                                          <p:spTgt spid="27"/>
                                        </p:tgtEl>
                                        <p:attrNameLst>
                                          <p:attrName>ppt_w</p:attrName>
                                        </p:attrNameLst>
                                      </p:cBhvr>
                                      <p:tavLst>
                                        <p:tav tm="0" fmla="#ppt_w*sin(2.5*pi*$)">
                                          <p:val>
                                            <p:fltVal val="0"/>
                                          </p:val>
                                        </p:tav>
                                        <p:tav tm="100000">
                                          <p:val>
                                            <p:fltVal val="1"/>
                                          </p:val>
                                        </p:tav>
                                      </p:tavLst>
                                    </p:anim>
                                    <p:anim calcmode="lin" valueType="num">
                                      <p:cBhvr>
                                        <p:cTn id="36" dur="5000" fill="hold"/>
                                        <p:tgtEl>
                                          <p:spTgt spid="27"/>
                                        </p:tgtEl>
                                        <p:attrNameLst>
                                          <p:attrName>ppt_h</p:attrName>
                                        </p:attrNameLst>
                                      </p:cBhvr>
                                      <p:tavLst>
                                        <p:tav tm="0">
                                          <p:val>
                                            <p:strVal val="#ppt_h"/>
                                          </p:val>
                                        </p:tav>
                                        <p:tav tm="100000">
                                          <p:val>
                                            <p:strVal val="#ppt_h"/>
                                          </p:val>
                                        </p:tav>
                                      </p:tavLst>
                                    </p:anim>
                                  </p:childTnLst>
                                </p:cTn>
                              </p:par>
                            </p:childTnLst>
                          </p:cTn>
                        </p:par>
                      </p:childTnLst>
                    </p:cTn>
                  </p:par>
                  <p:par>
                    <p:cTn id="37" fill="hold">
                      <p:stCondLst>
                        <p:cond delay="indefinite"/>
                      </p:stCondLst>
                      <p:childTnLst>
                        <p:par>
                          <p:cTn id="38" fill="hold">
                            <p:stCondLst>
                              <p:cond delay="0"/>
                            </p:stCondLst>
                            <p:childTnLst>
                              <p:par>
                                <p:cTn id="39" presetID="2" presetClass="entr" presetSubtype="8" fill="hold" grpId="0" nodeType="clickEffect">
                                  <p:stCondLst>
                                    <p:cond delay="0"/>
                                  </p:stCondLst>
                                  <p:childTnLst>
                                    <p:set>
                                      <p:cBhvr>
                                        <p:cTn id="40" dur="1" fill="hold">
                                          <p:stCondLst>
                                            <p:cond delay="0"/>
                                          </p:stCondLst>
                                        </p:cTn>
                                        <p:tgtEl>
                                          <p:spTgt spid="22"/>
                                        </p:tgtEl>
                                        <p:attrNameLst>
                                          <p:attrName>style.visibility</p:attrName>
                                        </p:attrNameLst>
                                      </p:cBhvr>
                                      <p:to>
                                        <p:strVal val="visible"/>
                                      </p:to>
                                    </p:set>
                                    <p:anim calcmode="lin" valueType="num">
                                      <p:cBhvr additive="base">
                                        <p:cTn id="41" dur="500" fill="hold"/>
                                        <p:tgtEl>
                                          <p:spTgt spid="22"/>
                                        </p:tgtEl>
                                        <p:attrNameLst>
                                          <p:attrName>ppt_x</p:attrName>
                                        </p:attrNameLst>
                                      </p:cBhvr>
                                      <p:tavLst>
                                        <p:tav tm="0">
                                          <p:val>
                                            <p:strVal val="0-#ppt_w/2"/>
                                          </p:val>
                                        </p:tav>
                                        <p:tav tm="100000">
                                          <p:val>
                                            <p:strVal val="#ppt_x"/>
                                          </p:val>
                                        </p:tav>
                                      </p:tavLst>
                                    </p:anim>
                                    <p:anim calcmode="lin" valueType="num">
                                      <p:cBhvr additive="base">
                                        <p:cTn id="42" dur="500" fill="hold"/>
                                        <p:tgtEl>
                                          <p:spTgt spid="22"/>
                                        </p:tgtEl>
                                        <p:attrNameLst>
                                          <p:attrName>ppt_y</p:attrName>
                                        </p:attrNameLst>
                                      </p:cBhvr>
                                      <p:tavLst>
                                        <p:tav tm="0">
                                          <p:val>
                                            <p:strVal val="#ppt_y"/>
                                          </p:val>
                                        </p:tav>
                                        <p:tav tm="100000">
                                          <p:val>
                                            <p:strVal val="#ppt_y"/>
                                          </p:val>
                                        </p:tav>
                                      </p:tavLst>
                                    </p:anim>
                                  </p:childTnLst>
                                </p:cTn>
                              </p:par>
                            </p:childTnLst>
                          </p:cTn>
                        </p:par>
                        <p:par>
                          <p:cTn id="43" fill="hold">
                            <p:stCondLst>
                              <p:cond delay="500"/>
                            </p:stCondLst>
                            <p:childTnLst>
                              <p:par>
                                <p:cTn id="44" presetID="23" presetClass="entr" presetSubtype="16" fill="hold" nodeType="afterEffect">
                                  <p:stCondLst>
                                    <p:cond delay="0"/>
                                  </p:stCondLst>
                                  <p:childTnLst>
                                    <p:set>
                                      <p:cBhvr>
                                        <p:cTn id="45" dur="1" fill="hold">
                                          <p:stCondLst>
                                            <p:cond delay="0"/>
                                          </p:stCondLst>
                                        </p:cTn>
                                        <p:tgtEl>
                                          <p:spTgt spid="23"/>
                                        </p:tgtEl>
                                        <p:attrNameLst>
                                          <p:attrName>style.visibility</p:attrName>
                                        </p:attrNameLst>
                                      </p:cBhvr>
                                      <p:to>
                                        <p:strVal val="visible"/>
                                      </p:to>
                                    </p:set>
                                    <p:anim calcmode="lin" valueType="num">
                                      <p:cBhvr>
                                        <p:cTn id="46" dur="500" fill="hold"/>
                                        <p:tgtEl>
                                          <p:spTgt spid="23"/>
                                        </p:tgtEl>
                                        <p:attrNameLst>
                                          <p:attrName>ppt_w</p:attrName>
                                        </p:attrNameLst>
                                      </p:cBhvr>
                                      <p:tavLst>
                                        <p:tav tm="0">
                                          <p:val>
                                            <p:fltVal val="0"/>
                                          </p:val>
                                        </p:tav>
                                        <p:tav tm="100000">
                                          <p:val>
                                            <p:strVal val="#ppt_w"/>
                                          </p:val>
                                        </p:tav>
                                      </p:tavLst>
                                    </p:anim>
                                    <p:anim calcmode="lin" valueType="num">
                                      <p:cBhvr>
                                        <p:cTn id="47" dur="500" fill="hold"/>
                                        <p:tgtEl>
                                          <p:spTgt spid="23"/>
                                        </p:tgtEl>
                                        <p:attrNameLst>
                                          <p:attrName>ppt_h</p:attrName>
                                        </p:attrNameLst>
                                      </p:cBhvr>
                                      <p:tavLst>
                                        <p:tav tm="0">
                                          <p:val>
                                            <p:fltVal val="0"/>
                                          </p:val>
                                        </p:tav>
                                        <p:tav tm="100000">
                                          <p:val>
                                            <p:strVal val="#ppt_h"/>
                                          </p:val>
                                        </p:tav>
                                      </p:tavLst>
                                    </p:anim>
                                  </p:childTnLst>
                                  <p:subTnLst>
                                    <p:set>
                                      <p:cBhvr override="childStyle">
                                        <p:cTn dur="1" fill="hold" display="0" masterRel="nextClick" afterEffect="1"/>
                                        <p:tgtEl>
                                          <p:spTgt spid="23"/>
                                        </p:tgtEl>
                                        <p:attrNameLst>
                                          <p:attrName>style.visibility</p:attrName>
                                        </p:attrNameLst>
                                      </p:cBhvr>
                                      <p:to>
                                        <p:strVal val="hidden"/>
                                      </p:to>
                                    </p:set>
                                  </p:subTnLst>
                                </p:cTn>
                              </p:par>
                            </p:childTnLst>
                          </p:cTn>
                        </p:par>
                      </p:childTnLst>
                    </p:cTn>
                  </p:par>
                  <p:par>
                    <p:cTn id="48" fill="hold">
                      <p:stCondLst>
                        <p:cond delay="indefinite"/>
                      </p:stCondLst>
                      <p:childTnLst>
                        <p:par>
                          <p:cTn id="49" fill="hold">
                            <p:stCondLst>
                              <p:cond delay="0"/>
                            </p:stCondLst>
                            <p:childTnLst>
                              <p:par>
                                <p:cTn id="50" presetID="19" presetClass="entr" presetSubtype="10" fill="hold" nodeType="clickEffect">
                                  <p:stCondLst>
                                    <p:cond delay="0"/>
                                  </p:stCondLst>
                                  <p:childTnLst>
                                    <p:set>
                                      <p:cBhvr>
                                        <p:cTn id="51" dur="1" fill="hold">
                                          <p:stCondLst>
                                            <p:cond delay="0"/>
                                          </p:stCondLst>
                                        </p:cTn>
                                        <p:tgtEl>
                                          <p:spTgt spid="30"/>
                                        </p:tgtEl>
                                        <p:attrNameLst>
                                          <p:attrName>style.visibility</p:attrName>
                                        </p:attrNameLst>
                                      </p:cBhvr>
                                      <p:to>
                                        <p:strVal val="visible"/>
                                      </p:to>
                                    </p:set>
                                    <p:anim calcmode="lin" valueType="num">
                                      <p:cBhvr>
                                        <p:cTn id="52" dur="5000" fill="hold"/>
                                        <p:tgtEl>
                                          <p:spTgt spid="30"/>
                                        </p:tgtEl>
                                        <p:attrNameLst>
                                          <p:attrName>ppt_w</p:attrName>
                                        </p:attrNameLst>
                                      </p:cBhvr>
                                      <p:tavLst>
                                        <p:tav tm="0" fmla="#ppt_w*sin(2.5*pi*$)">
                                          <p:val>
                                            <p:fltVal val="0"/>
                                          </p:val>
                                        </p:tav>
                                        <p:tav tm="100000">
                                          <p:val>
                                            <p:fltVal val="1"/>
                                          </p:val>
                                        </p:tav>
                                      </p:tavLst>
                                    </p:anim>
                                    <p:anim calcmode="lin" valueType="num">
                                      <p:cBhvr>
                                        <p:cTn id="53" dur="5000" fill="hold"/>
                                        <p:tgtEl>
                                          <p:spTgt spid="30"/>
                                        </p:tgtEl>
                                        <p:attrNameLst>
                                          <p:attrName>ppt_h</p:attrName>
                                        </p:attrNameLst>
                                      </p:cBhvr>
                                      <p:tavLst>
                                        <p:tav tm="0">
                                          <p:val>
                                            <p:strVal val="#ppt_h"/>
                                          </p:val>
                                        </p:tav>
                                        <p:tav tm="100000">
                                          <p:val>
                                            <p:strVal val="#ppt_h"/>
                                          </p:val>
                                        </p:tav>
                                      </p:tavLst>
                                    </p:anim>
                                  </p:childTnLst>
                                </p:cTn>
                              </p:par>
                            </p:childTnLst>
                          </p:cTn>
                        </p:par>
                        <p:par>
                          <p:cTn id="54" fill="hold">
                            <p:stCondLst>
                              <p:cond delay="5000"/>
                            </p:stCondLst>
                            <p:childTnLst>
                              <p:par>
                                <p:cTn id="55" presetID="22" presetClass="entr" presetSubtype="1" fill="hold" grpId="0" nodeType="afterEffect">
                                  <p:stCondLst>
                                    <p:cond delay="0"/>
                                  </p:stCondLst>
                                  <p:childTnLst>
                                    <p:set>
                                      <p:cBhvr>
                                        <p:cTn id="56" dur="1" fill="hold">
                                          <p:stCondLst>
                                            <p:cond delay="0"/>
                                          </p:stCondLst>
                                        </p:cTn>
                                        <p:tgtEl>
                                          <p:spTgt spid="7"/>
                                        </p:tgtEl>
                                        <p:attrNameLst>
                                          <p:attrName>style.visibility</p:attrName>
                                        </p:attrNameLst>
                                      </p:cBhvr>
                                      <p:to>
                                        <p:strVal val="visible"/>
                                      </p:to>
                                    </p:set>
                                    <p:animEffect transition="in" filter="wipe(up)">
                                      <p:cBhvr>
                                        <p:cTn id="57" dur="1000"/>
                                        <p:tgtEl>
                                          <p:spTgt spid="7"/>
                                        </p:tgtEl>
                                      </p:cBhvr>
                                    </p:animEffect>
                                  </p:childTnLst>
                                </p:cTn>
                              </p:par>
                            </p:childTnLst>
                          </p:cTn>
                        </p:par>
                        <p:par>
                          <p:cTn id="58" fill="hold">
                            <p:stCondLst>
                              <p:cond delay="6000"/>
                            </p:stCondLst>
                            <p:childTnLst>
                              <p:par>
                                <p:cTn id="59" presetID="1" presetClass="entr" presetSubtype="0" fill="hold" nodeType="afterEffect">
                                  <p:stCondLst>
                                    <p:cond delay="0"/>
                                  </p:stCondLst>
                                  <p:childTnLst>
                                    <p:set>
                                      <p:cBhvr>
                                        <p:cTn id="60" dur="1" fill="hold">
                                          <p:stCondLst>
                                            <p:cond delay="499"/>
                                          </p:stCondLst>
                                        </p:cTn>
                                        <p:tgtEl>
                                          <p:spTgt spid="3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18" grpId="0" animBg="1" autoUpdateAnimBg="0"/>
      <p:bldP spid="20" grpId="0" animBg="1" autoUpdateAnimBg="0"/>
      <p:bldP spid="22" grpId="0" animBg="1" autoUpdateAnimBg="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3" name="Grupo 42">
            <a:extLst>
              <a:ext uri="{FF2B5EF4-FFF2-40B4-BE49-F238E27FC236}">
                <a16:creationId xmlns:a16="http://schemas.microsoft.com/office/drawing/2014/main" id="{2B352293-FEEE-BB9C-D90F-3D61EB19D303}"/>
              </a:ext>
            </a:extLst>
          </p:cNvPr>
          <p:cNvGrpSpPr/>
          <p:nvPr/>
        </p:nvGrpSpPr>
        <p:grpSpPr>
          <a:xfrm>
            <a:off x="5667648" y="1406105"/>
            <a:ext cx="5175557" cy="1162051"/>
            <a:chOff x="5667648" y="1406105"/>
            <a:chExt cx="5175557" cy="1162051"/>
          </a:xfrm>
        </p:grpSpPr>
        <p:grpSp>
          <p:nvGrpSpPr>
            <p:cNvPr id="4" name="Group 2">
              <a:extLst>
                <a:ext uri="{FF2B5EF4-FFF2-40B4-BE49-F238E27FC236}">
                  <a16:creationId xmlns:a16="http://schemas.microsoft.com/office/drawing/2014/main" id="{43A1AEA4-55FA-41D6-85DA-1B281D13B6B9}"/>
                </a:ext>
              </a:extLst>
            </p:cNvPr>
            <p:cNvGrpSpPr>
              <a:grpSpLocks/>
            </p:cNvGrpSpPr>
            <p:nvPr/>
          </p:nvGrpSpPr>
          <p:grpSpPr bwMode="auto">
            <a:xfrm>
              <a:off x="5667648" y="1406105"/>
              <a:ext cx="4495800" cy="1162051"/>
              <a:chOff x="2736" y="1623"/>
              <a:chExt cx="2832" cy="732"/>
            </a:xfrm>
            <a:solidFill>
              <a:schemeClr val="bg1">
                <a:lumMod val="85000"/>
              </a:schemeClr>
            </a:solidFill>
          </p:grpSpPr>
          <p:sp>
            <p:nvSpPr>
              <p:cNvPr id="5" name="Rectangle 3">
                <a:extLst>
                  <a:ext uri="{FF2B5EF4-FFF2-40B4-BE49-F238E27FC236}">
                    <a16:creationId xmlns:a16="http://schemas.microsoft.com/office/drawing/2014/main" id="{EF63C2D2-3B3E-4171-8221-F9EF62417E60}"/>
                  </a:ext>
                </a:extLst>
              </p:cNvPr>
              <p:cNvSpPr>
                <a:spLocks noChangeArrowheads="1"/>
              </p:cNvSpPr>
              <p:nvPr/>
            </p:nvSpPr>
            <p:spPr bwMode="auto">
              <a:xfrm>
                <a:off x="3415" y="1623"/>
                <a:ext cx="431" cy="432"/>
              </a:xfrm>
              <a:prstGeom prst="rect">
                <a:avLst/>
              </a:prstGeom>
              <a:grpFill/>
              <a:ln w="38100">
                <a:solidFill>
                  <a:schemeClr val="tx1"/>
                </a:solidFill>
                <a:miter lim="800000"/>
                <a:headEnd/>
                <a:tailEnd/>
              </a:ln>
            </p:spPr>
            <p:txBody>
              <a:bodyPr wrap="none" anchor="ctr"/>
              <a:lstStyle/>
              <a:p>
                <a:endParaRPr lang="es-ES" sz="3200">
                  <a:latin typeface="Arial Narrow" pitchFamily="34" charset="0"/>
                </a:endParaRPr>
              </a:p>
            </p:txBody>
          </p:sp>
          <p:sp>
            <p:nvSpPr>
              <p:cNvPr id="6" name="Rectangle 4">
                <a:extLst>
                  <a:ext uri="{FF2B5EF4-FFF2-40B4-BE49-F238E27FC236}">
                    <a16:creationId xmlns:a16="http://schemas.microsoft.com/office/drawing/2014/main" id="{172F1FD2-FD82-4937-B5A5-FDEC6508F07E}"/>
                  </a:ext>
                </a:extLst>
              </p:cNvPr>
              <p:cNvSpPr>
                <a:spLocks noChangeArrowheads="1"/>
              </p:cNvSpPr>
              <p:nvPr/>
            </p:nvSpPr>
            <p:spPr bwMode="auto">
              <a:xfrm>
                <a:off x="3846" y="1623"/>
                <a:ext cx="430" cy="432"/>
              </a:xfrm>
              <a:prstGeom prst="rect">
                <a:avLst/>
              </a:prstGeom>
              <a:grpFill/>
              <a:ln w="38100">
                <a:solidFill>
                  <a:schemeClr val="tx1"/>
                </a:solidFill>
                <a:miter lim="800000"/>
                <a:headEnd/>
                <a:tailEnd/>
              </a:ln>
            </p:spPr>
            <p:txBody>
              <a:bodyPr wrap="none" anchor="ctr"/>
              <a:lstStyle/>
              <a:p>
                <a:endParaRPr lang="es-ES" sz="3200">
                  <a:latin typeface="Arial Narrow" pitchFamily="34" charset="0"/>
                </a:endParaRPr>
              </a:p>
            </p:txBody>
          </p:sp>
          <p:sp>
            <p:nvSpPr>
              <p:cNvPr id="8" name="Rectangle 5">
                <a:extLst>
                  <a:ext uri="{FF2B5EF4-FFF2-40B4-BE49-F238E27FC236}">
                    <a16:creationId xmlns:a16="http://schemas.microsoft.com/office/drawing/2014/main" id="{9FE49AB7-009D-48D9-A18C-64BEB048C43E}"/>
                  </a:ext>
                </a:extLst>
              </p:cNvPr>
              <p:cNvSpPr>
                <a:spLocks noChangeArrowheads="1"/>
              </p:cNvSpPr>
              <p:nvPr/>
            </p:nvSpPr>
            <p:spPr bwMode="auto">
              <a:xfrm>
                <a:off x="4276" y="1623"/>
                <a:ext cx="431" cy="432"/>
              </a:xfrm>
              <a:prstGeom prst="rect">
                <a:avLst/>
              </a:prstGeom>
              <a:grpFill/>
              <a:ln w="38100">
                <a:solidFill>
                  <a:schemeClr val="tx1"/>
                </a:solidFill>
                <a:miter lim="800000"/>
                <a:headEnd/>
                <a:tailEnd/>
              </a:ln>
            </p:spPr>
            <p:txBody>
              <a:bodyPr wrap="none" anchor="ctr"/>
              <a:lstStyle/>
              <a:p>
                <a:endParaRPr lang="es-ES" sz="3200">
                  <a:latin typeface="Arial Narrow" pitchFamily="34" charset="0"/>
                </a:endParaRPr>
              </a:p>
            </p:txBody>
          </p:sp>
          <p:sp>
            <p:nvSpPr>
              <p:cNvPr id="9" name="Rectangle 6">
                <a:extLst>
                  <a:ext uri="{FF2B5EF4-FFF2-40B4-BE49-F238E27FC236}">
                    <a16:creationId xmlns:a16="http://schemas.microsoft.com/office/drawing/2014/main" id="{BE002498-E05C-49F1-8D56-6D24CB77331C}"/>
                  </a:ext>
                </a:extLst>
              </p:cNvPr>
              <p:cNvSpPr>
                <a:spLocks noChangeArrowheads="1"/>
              </p:cNvSpPr>
              <p:nvPr/>
            </p:nvSpPr>
            <p:spPr bwMode="auto">
              <a:xfrm>
                <a:off x="4707" y="1623"/>
                <a:ext cx="430" cy="432"/>
              </a:xfrm>
              <a:prstGeom prst="rect">
                <a:avLst/>
              </a:prstGeom>
              <a:grpFill/>
              <a:ln w="38100">
                <a:solidFill>
                  <a:schemeClr val="tx1"/>
                </a:solidFill>
                <a:miter lim="800000"/>
                <a:headEnd/>
                <a:tailEnd/>
              </a:ln>
            </p:spPr>
            <p:txBody>
              <a:bodyPr wrap="none" anchor="ctr"/>
              <a:lstStyle/>
              <a:p>
                <a:endParaRPr lang="es-ES" sz="3200">
                  <a:latin typeface="Arial Narrow" pitchFamily="34" charset="0"/>
                </a:endParaRPr>
              </a:p>
            </p:txBody>
          </p:sp>
          <p:sp>
            <p:nvSpPr>
              <p:cNvPr id="10" name="Rectangle 7">
                <a:extLst>
                  <a:ext uri="{FF2B5EF4-FFF2-40B4-BE49-F238E27FC236}">
                    <a16:creationId xmlns:a16="http://schemas.microsoft.com/office/drawing/2014/main" id="{763DFE09-EC1E-4F9B-918E-E5202F67948C}"/>
                  </a:ext>
                </a:extLst>
              </p:cNvPr>
              <p:cNvSpPr>
                <a:spLocks noChangeArrowheads="1"/>
              </p:cNvSpPr>
              <p:nvPr/>
            </p:nvSpPr>
            <p:spPr bwMode="auto">
              <a:xfrm>
                <a:off x="5137" y="1623"/>
                <a:ext cx="431" cy="432"/>
              </a:xfrm>
              <a:prstGeom prst="rect">
                <a:avLst/>
              </a:prstGeom>
              <a:grpFill/>
              <a:ln w="38100">
                <a:solidFill>
                  <a:schemeClr val="tx1"/>
                </a:solidFill>
                <a:miter lim="800000"/>
                <a:headEnd/>
                <a:tailEnd/>
              </a:ln>
            </p:spPr>
            <p:txBody>
              <a:bodyPr wrap="none" anchor="ctr"/>
              <a:lstStyle/>
              <a:p>
                <a:endParaRPr lang="es-ES" sz="3200">
                  <a:latin typeface="Arial Narrow" pitchFamily="34" charset="0"/>
                </a:endParaRPr>
              </a:p>
            </p:txBody>
          </p:sp>
          <p:sp>
            <p:nvSpPr>
              <p:cNvPr id="11" name="Text Box 8">
                <a:extLst>
                  <a:ext uri="{FF2B5EF4-FFF2-40B4-BE49-F238E27FC236}">
                    <a16:creationId xmlns:a16="http://schemas.microsoft.com/office/drawing/2014/main" id="{5073D430-7317-433E-B12B-8ED9928C6961}"/>
                  </a:ext>
                </a:extLst>
              </p:cNvPr>
              <p:cNvSpPr txBox="1">
                <a:spLocks noChangeArrowheads="1"/>
              </p:cNvSpPr>
              <p:nvPr/>
            </p:nvSpPr>
            <p:spPr bwMode="auto">
              <a:xfrm>
                <a:off x="2736" y="1651"/>
                <a:ext cx="715" cy="365"/>
              </a:xfrm>
              <a:prstGeom prst="rect">
                <a:avLst/>
              </a:prstGeom>
              <a:noFill/>
              <a:ln w="9525">
                <a:noFill/>
                <a:miter lim="800000"/>
                <a:headEnd/>
                <a:tailEnd/>
              </a:ln>
            </p:spPr>
            <p:txBody>
              <a:bodyPr>
                <a:spAutoFit/>
              </a:bodyPr>
              <a:lstStyle/>
              <a:p>
                <a:pPr algn="l">
                  <a:spcBef>
                    <a:spcPct val="50000"/>
                  </a:spcBef>
                </a:pPr>
                <a:r>
                  <a:rPr lang="es-MX" sz="3200" b="1">
                    <a:latin typeface="Arial Narrow" pitchFamily="34" charset="0"/>
                  </a:rPr>
                  <a:t>VEC</a:t>
                </a:r>
                <a:endParaRPr lang="es-ES" sz="3200" b="1">
                  <a:latin typeface="Arial Narrow" pitchFamily="34" charset="0"/>
                </a:endParaRPr>
              </a:p>
            </p:txBody>
          </p:sp>
          <p:sp>
            <p:nvSpPr>
              <p:cNvPr id="12" name="Text Box 9">
                <a:extLst>
                  <a:ext uri="{FF2B5EF4-FFF2-40B4-BE49-F238E27FC236}">
                    <a16:creationId xmlns:a16="http://schemas.microsoft.com/office/drawing/2014/main" id="{ECF90FC6-20D9-4EB8-AE29-262F2E0FC1EC}"/>
                  </a:ext>
                </a:extLst>
              </p:cNvPr>
              <p:cNvSpPr txBox="1">
                <a:spLocks noChangeArrowheads="1"/>
              </p:cNvSpPr>
              <p:nvPr/>
            </p:nvSpPr>
            <p:spPr bwMode="auto">
              <a:xfrm>
                <a:off x="3451" y="2064"/>
                <a:ext cx="2114" cy="291"/>
              </a:xfrm>
              <a:prstGeom prst="rect">
                <a:avLst/>
              </a:prstGeom>
              <a:noFill/>
              <a:ln w="9525">
                <a:noFill/>
                <a:miter lim="800000"/>
                <a:headEnd/>
                <a:tailEnd/>
              </a:ln>
            </p:spPr>
            <p:txBody>
              <a:bodyPr>
                <a:spAutoFit/>
              </a:bodyPr>
              <a:lstStyle/>
              <a:p>
                <a:pPr algn="l">
                  <a:spcBef>
                    <a:spcPct val="50000"/>
                  </a:spcBef>
                </a:pPr>
                <a:r>
                  <a:rPr lang="es-MX" sz="2400" dirty="0">
                    <a:latin typeface="Arial Narrow" pitchFamily="34" charset="0"/>
                  </a:rPr>
                  <a:t>  0        1        2        3        4</a:t>
                </a:r>
                <a:endParaRPr lang="es-ES" sz="2400" dirty="0">
                  <a:latin typeface="Arial Narrow" pitchFamily="34" charset="0"/>
                </a:endParaRPr>
              </a:p>
            </p:txBody>
          </p:sp>
          <p:sp>
            <p:nvSpPr>
              <p:cNvPr id="13" name="Rectangle 10">
                <a:extLst>
                  <a:ext uri="{FF2B5EF4-FFF2-40B4-BE49-F238E27FC236}">
                    <a16:creationId xmlns:a16="http://schemas.microsoft.com/office/drawing/2014/main" id="{8BA4AA4A-7C1E-4FDF-9BCD-A934E56D0E47}"/>
                  </a:ext>
                </a:extLst>
              </p:cNvPr>
              <p:cNvSpPr>
                <a:spLocks noChangeArrowheads="1"/>
              </p:cNvSpPr>
              <p:nvPr/>
            </p:nvSpPr>
            <p:spPr bwMode="auto">
              <a:xfrm>
                <a:off x="5184" y="1642"/>
                <a:ext cx="336" cy="384"/>
              </a:xfrm>
              <a:prstGeom prst="rect">
                <a:avLst/>
              </a:prstGeom>
              <a:grpFill/>
              <a:ln w="9525" cap="flat" cmpd="sng" algn="ctr">
                <a:solidFill>
                  <a:schemeClr val="tx1"/>
                </a:solidFill>
                <a:prstDash val="solid"/>
                <a:headEnd/>
                <a:tailEnd/>
              </a:ln>
              <a:effectLst>
                <a:outerShdw blurRad="63500" dist="25400" dir="5400000" rotWithShape="0">
                  <a:srgbClr val="000000">
                    <a:alpha val="43137"/>
                  </a:srgbClr>
                </a:outerShdw>
              </a:effectLst>
            </p:spPr>
            <p:txBody>
              <a:bodyPr wrap="none" anchor="ct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fontAlgn="base">
                  <a:spcBef>
                    <a:spcPct val="0"/>
                  </a:spcBef>
                  <a:spcAft>
                    <a:spcPct val="0"/>
                  </a:spcAft>
                </a:pPr>
                <a:r>
                  <a:rPr lang="es-MX" sz="3600" b="1" kern="0" spc="50" dirty="0">
                    <a:ln w="11430"/>
                    <a:effectLst>
                      <a:outerShdw blurRad="76200" dist="50800" dir="5400000" algn="tl" rotWithShape="0">
                        <a:srgbClr val="000000">
                          <a:alpha val="65000"/>
                        </a:srgbClr>
                      </a:outerShdw>
                    </a:effectLst>
                    <a:latin typeface="Arial Narrow" pitchFamily="34" charset="0"/>
                  </a:rPr>
                  <a:t>8</a:t>
                </a:r>
                <a:endParaRPr lang="es-ES" sz="3600" b="1" kern="0" spc="50" dirty="0">
                  <a:ln w="11430"/>
                  <a:effectLst>
                    <a:outerShdw blurRad="76200" dist="50800" dir="5400000" algn="tl" rotWithShape="0">
                      <a:srgbClr val="000000">
                        <a:alpha val="65000"/>
                      </a:srgbClr>
                    </a:outerShdw>
                  </a:effectLst>
                  <a:latin typeface="Arial Narrow" pitchFamily="34" charset="0"/>
                </a:endParaRPr>
              </a:p>
            </p:txBody>
          </p:sp>
          <p:sp>
            <p:nvSpPr>
              <p:cNvPr id="14" name="Rectangle 11">
                <a:extLst>
                  <a:ext uri="{FF2B5EF4-FFF2-40B4-BE49-F238E27FC236}">
                    <a16:creationId xmlns:a16="http://schemas.microsoft.com/office/drawing/2014/main" id="{F7B654B4-9B08-426C-A24C-B6E898E96D1E}"/>
                  </a:ext>
                </a:extLst>
              </p:cNvPr>
              <p:cNvSpPr>
                <a:spLocks noChangeArrowheads="1"/>
              </p:cNvSpPr>
              <p:nvPr/>
            </p:nvSpPr>
            <p:spPr bwMode="auto">
              <a:xfrm>
                <a:off x="4752" y="1639"/>
                <a:ext cx="336" cy="384"/>
              </a:xfrm>
              <a:prstGeom prst="rect">
                <a:avLst/>
              </a:prstGeom>
              <a:grpFill/>
              <a:ln w="9525" cap="flat" cmpd="sng" algn="ctr">
                <a:solidFill>
                  <a:schemeClr val="tx1"/>
                </a:solidFill>
                <a:prstDash val="solid"/>
                <a:headEnd/>
                <a:tailEnd/>
              </a:ln>
              <a:effectLst>
                <a:outerShdw blurRad="63500" dist="25400" dir="5400000" rotWithShape="0">
                  <a:srgbClr val="000000">
                    <a:alpha val="43137"/>
                  </a:srgbClr>
                </a:outerShdw>
              </a:effectLst>
            </p:spPr>
            <p:txBody>
              <a:bodyPr wrap="none" anchor="ct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fontAlgn="base">
                  <a:spcBef>
                    <a:spcPct val="0"/>
                  </a:spcBef>
                  <a:spcAft>
                    <a:spcPct val="0"/>
                  </a:spcAft>
                </a:pPr>
                <a:r>
                  <a:rPr lang="es-MX" sz="3600" b="1" kern="0" spc="50" dirty="0">
                    <a:ln w="11430"/>
                    <a:effectLst>
                      <a:outerShdw blurRad="76200" dist="50800" dir="5400000" algn="tl" rotWithShape="0">
                        <a:srgbClr val="000000">
                          <a:alpha val="65000"/>
                        </a:srgbClr>
                      </a:outerShdw>
                    </a:effectLst>
                    <a:latin typeface="Arial Narrow" pitchFamily="34" charset="0"/>
                  </a:rPr>
                  <a:t>9</a:t>
                </a:r>
                <a:endParaRPr lang="es-ES" sz="3600" b="1" kern="0" spc="50" dirty="0">
                  <a:ln w="11430"/>
                  <a:effectLst>
                    <a:outerShdw blurRad="76200" dist="50800" dir="5400000" algn="tl" rotWithShape="0">
                      <a:srgbClr val="000000">
                        <a:alpha val="65000"/>
                      </a:srgbClr>
                    </a:outerShdw>
                  </a:effectLst>
                  <a:latin typeface="Arial Narrow" pitchFamily="34" charset="0"/>
                </a:endParaRPr>
              </a:p>
            </p:txBody>
          </p:sp>
          <p:sp>
            <p:nvSpPr>
              <p:cNvPr id="15" name="Rectangle 12">
                <a:extLst>
                  <a:ext uri="{FF2B5EF4-FFF2-40B4-BE49-F238E27FC236}">
                    <a16:creationId xmlns:a16="http://schemas.microsoft.com/office/drawing/2014/main" id="{A734240E-8CEC-492F-80A4-8E697DF9FEFD}"/>
                  </a:ext>
                </a:extLst>
              </p:cNvPr>
              <p:cNvSpPr>
                <a:spLocks noChangeArrowheads="1"/>
              </p:cNvSpPr>
              <p:nvPr/>
            </p:nvSpPr>
            <p:spPr bwMode="auto">
              <a:xfrm>
                <a:off x="4320" y="1639"/>
                <a:ext cx="336" cy="384"/>
              </a:xfrm>
              <a:prstGeom prst="rect">
                <a:avLst/>
              </a:prstGeom>
              <a:grpFill/>
              <a:ln w="9525" cap="flat" cmpd="sng" algn="ctr">
                <a:solidFill>
                  <a:schemeClr val="tx1"/>
                </a:solidFill>
                <a:prstDash val="solid"/>
                <a:headEnd/>
                <a:tailEnd/>
              </a:ln>
              <a:effectLst>
                <a:outerShdw blurRad="63500" dist="25400" dir="5400000" rotWithShape="0">
                  <a:srgbClr val="000000">
                    <a:alpha val="43137"/>
                  </a:srgbClr>
                </a:outerShdw>
              </a:effectLst>
            </p:spPr>
            <p:txBody>
              <a:bodyPr wrap="none" anchor="ct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fontAlgn="base">
                  <a:spcBef>
                    <a:spcPct val="0"/>
                  </a:spcBef>
                  <a:spcAft>
                    <a:spcPct val="0"/>
                  </a:spcAft>
                </a:pPr>
                <a:r>
                  <a:rPr lang="es-MX" sz="3600" b="1" kern="0" spc="50" dirty="0">
                    <a:ln w="11430"/>
                    <a:effectLst>
                      <a:outerShdw blurRad="76200" dist="50800" dir="5400000" algn="tl" rotWithShape="0">
                        <a:srgbClr val="000000">
                          <a:alpha val="65000"/>
                        </a:srgbClr>
                      </a:outerShdw>
                    </a:effectLst>
                    <a:latin typeface="Arial Narrow" pitchFamily="34" charset="0"/>
                  </a:rPr>
                  <a:t>10</a:t>
                </a:r>
                <a:endParaRPr lang="es-ES" sz="3600" b="1" kern="0" spc="50" dirty="0">
                  <a:ln w="11430"/>
                  <a:effectLst>
                    <a:outerShdw blurRad="76200" dist="50800" dir="5400000" algn="tl" rotWithShape="0">
                      <a:srgbClr val="000000">
                        <a:alpha val="65000"/>
                      </a:srgbClr>
                    </a:outerShdw>
                  </a:effectLst>
                  <a:latin typeface="Arial Narrow" pitchFamily="34" charset="0"/>
                </a:endParaRPr>
              </a:p>
            </p:txBody>
          </p:sp>
          <p:sp>
            <p:nvSpPr>
              <p:cNvPr id="16" name="Rectangle 13">
                <a:extLst>
                  <a:ext uri="{FF2B5EF4-FFF2-40B4-BE49-F238E27FC236}">
                    <a16:creationId xmlns:a16="http://schemas.microsoft.com/office/drawing/2014/main" id="{4F0A2C8B-8ABC-4AFA-90CA-8CF57E3F74C5}"/>
                  </a:ext>
                </a:extLst>
              </p:cNvPr>
              <p:cNvSpPr>
                <a:spLocks noChangeArrowheads="1"/>
              </p:cNvSpPr>
              <p:nvPr/>
            </p:nvSpPr>
            <p:spPr bwMode="auto">
              <a:xfrm>
                <a:off x="3888" y="1645"/>
                <a:ext cx="336" cy="384"/>
              </a:xfrm>
              <a:prstGeom prst="rect">
                <a:avLst/>
              </a:prstGeom>
              <a:grpFill/>
              <a:ln w="9525" cap="flat" cmpd="sng" algn="ctr">
                <a:solidFill>
                  <a:schemeClr val="tx1"/>
                </a:solidFill>
                <a:prstDash val="solid"/>
                <a:headEnd/>
                <a:tailEnd/>
              </a:ln>
              <a:effectLst>
                <a:outerShdw blurRad="63500" dist="25400" dir="5400000" rotWithShape="0">
                  <a:srgbClr val="000000">
                    <a:alpha val="43137"/>
                  </a:srgbClr>
                </a:outerShdw>
              </a:effectLst>
            </p:spPr>
            <p:txBody>
              <a:bodyPr wrap="none" anchor="ct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fontAlgn="base">
                  <a:spcBef>
                    <a:spcPct val="0"/>
                  </a:spcBef>
                  <a:spcAft>
                    <a:spcPct val="0"/>
                  </a:spcAft>
                </a:pPr>
                <a:r>
                  <a:rPr lang="es-MX" sz="3600" b="1" kern="0" spc="50" dirty="0">
                    <a:ln w="11430"/>
                    <a:effectLst>
                      <a:outerShdw blurRad="76200" dist="50800" dir="5400000" algn="tl" rotWithShape="0">
                        <a:srgbClr val="000000">
                          <a:alpha val="65000"/>
                        </a:srgbClr>
                      </a:outerShdw>
                    </a:effectLst>
                    <a:latin typeface="Arial Narrow" pitchFamily="34" charset="0"/>
                  </a:rPr>
                  <a:t>7</a:t>
                </a:r>
                <a:endParaRPr lang="es-ES" sz="3600" b="1" kern="0" spc="50" dirty="0">
                  <a:ln w="11430"/>
                  <a:effectLst>
                    <a:outerShdw blurRad="76200" dist="50800" dir="5400000" algn="tl" rotWithShape="0">
                      <a:srgbClr val="000000">
                        <a:alpha val="65000"/>
                      </a:srgbClr>
                    </a:outerShdw>
                  </a:effectLst>
                  <a:latin typeface="Arial Narrow" pitchFamily="34" charset="0"/>
                </a:endParaRPr>
              </a:p>
            </p:txBody>
          </p:sp>
          <p:sp>
            <p:nvSpPr>
              <p:cNvPr id="17" name="Rectangle 14">
                <a:extLst>
                  <a:ext uri="{FF2B5EF4-FFF2-40B4-BE49-F238E27FC236}">
                    <a16:creationId xmlns:a16="http://schemas.microsoft.com/office/drawing/2014/main" id="{D68CBCE5-C724-46BA-A221-5D34462CAF50}"/>
                  </a:ext>
                </a:extLst>
              </p:cNvPr>
              <p:cNvSpPr>
                <a:spLocks noChangeArrowheads="1"/>
              </p:cNvSpPr>
              <p:nvPr/>
            </p:nvSpPr>
            <p:spPr bwMode="auto">
              <a:xfrm>
                <a:off x="3456" y="1645"/>
                <a:ext cx="336" cy="384"/>
              </a:xfrm>
              <a:prstGeom prst="rect">
                <a:avLst/>
              </a:prstGeom>
              <a:grpFill/>
              <a:ln w="9525" cap="flat" cmpd="sng" algn="ctr">
                <a:solidFill>
                  <a:schemeClr val="tx1"/>
                </a:solidFill>
                <a:prstDash val="solid"/>
                <a:headEnd/>
                <a:tailEnd/>
              </a:ln>
              <a:effectLst>
                <a:outerShdw blurRad="63500" dist="25400" dir="5400000" rotWithShape="0">
                  <a:srgbClr val="000000">
                    <a:alpha val="43137"/>
                  </a:srgbClr>
                </a:outerShdw>
              </a:effectLst>
            </p:spPr>
            <p:txBody>
              <a:bodyPr wrap="none" anchor="ct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fontAlgn="base">
                  <a:spcBef>
                    <a:spcPct val="0"/>
                  </a:spcBef>
                  <a:spcAft>
                    <a:spcPct val="0"/>
                  </a:spcAft>
                </a:pPr>
                <a:r>
                  <a:rPr lang="es-MX" sz="3600" b="1" kern="0" spc="50" dirty="0">
                    <a:ln w="11430"/>
                    <a:effectLst>
                      <a:outerShdw blurRad="76200" dist="50800" dir="5400000" algn="tl" rotWithShape="0">
                        <a:srgbClr val="000000">
                          <a:alpha val="65000"/>
                        </a:srgbClr>
                      </a:outerShdw>
                    </a:effectLst>
                    <a:latin typeface="Arial Narrow" pitchFamily="34" charset="0"/>
                  </a:rPr>
                  <a:t>6</a:t>
                </a:r>
                <a:endParaRPr lang="es-ES" sz="3600" b="1" kern="0" spc="50" dirty="0">
                  <a:ln w="11430"/>
                  <a:effectLst>
                    <a:outerShdw blurRad="76200" dist="50800" dir="5400000" algn="tl" rotWithShape="0">
                      <a:srgbClr val="000000">
                        <a:alpha val="65000"/>
                      </a:srgbClr>
                    </a:outerShdw>
                  </a:effectLst>
                  <a:latin typeface="Arial Narrow" pitchFamily="34" charset="0"/>
                </a:endParaRPr>
              </a:p>
            </p:txBody>
          </p:sp>
        </p:grpSp>
        <p:sp>
          <p:nvSpPr>
            <p:cNvPr id="3" name="Rectangle 7">
              <a:extLst>
                <a:ext uri="{FF2B5EF4-FFF2-40B4-BE49-F238E27FC236}">
                  <a16:creationId xmlns:a16="http://schemas.microsoft.com/office/drawing/2014/main" id="{A602C5B6-D419-F509-F05D-05874C58E7EE}"/>
                </a:ext>
              </a:extLst>
            </p:cNvPr>
            <p:cNvSpPr>
              <a:spLocks noChangeArrowheads="1"/>
            </p:cNvSpPr>
            <p:nvPr/>
          </p:nvSpPr>
          <p:spPr bwMode="auto">
            <a:xfrm>
              <a:off x="10158992" y="1406250"/>
              <a:ext cx="684213" cy="685801"/>
            </a:xfrm>
            <a:prstGeom prst="rect">
              <a:avLst/>
            </a:prstGeom>
            <a:solidFill>
              <a:schemeClr val="bg1">
                <a:lumMod val="85000"/>
              </a:schemeClr>
            </a:solidFill>
            <a:ln w="38100">
              <a:solidFill>
                <a:schemeClr val="tx1"/>
              </a:solidFill>
              <a:miter lim="800000"/>
              <a:headEnd/>
              <a:tailEnd/>
            </a:ln>
          </p:spPr>
          <p:txBody>
            <a:bodyPr wrap="none" anchor="ctr"/>
            <a:lstStyle/>
            <a:p>
              <a:endParaRPr lang="es-ES" sz="3200">
                <a:latin typeface="Arial Narrow" pitchFamily="34" charset="0"/>
              </a:endParaRPr>
            </a:p>
          </p:txBody>
        </p:sp>
        <p:sp>
          <p:nvSpPr>
            <p:cNvPr id="41" name="Text Box 21">
              <a:extLst>
                <a:ext uri="{FF2B5EF4-FFF2-40B4-BE49-F238E27FC236}">
                  <a16:creationId xmlns:a16="http://schemas.microsoft.com/office/drawing/2014/main" id="{28F01182-6605-2322-65E9-BD7263C0D690}"/>
                </a:ext>
              </a:extLst>
            </p:cNvPr>
            <p:cNvSpPr txBox="1">
              <a:spLocks noChangeArrowheads="1"/>
            </p:cNvSpPr>
            <p:nvPr/>
          </p:nvSpPr>
          <p:spPr bwMode="auto">
            <a:xfrm>
              <a:off x="10192289" y="1443731"/>
              <a:ext cx="608014" cy="608400"/>
            </a:xfrm>
            <a:prstGeom prst="rect">
              <a:avLst/>
            </a:prstGeom>
            <a:solidFill>
              <a:schemeClr val="tx1"/>
            </a:solidFill>
            <a:ln w="9525" cap="flat" cmpd="sng" algn="ctr">
              <a:noFill/>
              <a:prstDash val="solid"/>
              <a:headEnd/>
              <a:tailEnd/>
            </a:ln>
            <a:effectLst>
              <a:outerShdw blurRad="63500" dist="25400" dir="5400000" rotWithShape="0">
                <a:srgbClr val="000000">
                  <a:alpha val="43137"/>
                </a:srgbClr>
              </a:outerShdw>
            </a:effectLst>
          </p:spPr>
          <p:txBody>
            <a:bodyPr wrap="none" anchor="ctr"/>
            <a:lstStyle>
              <a:defPPr>
                <a:defRPr lang="es-CO"/>
              </a:defPPr>
              <a:lvl1pPr algn="ctr" fontAlgn="base">
                <a:spcBef>
                  <a:spcPct val="0"/>
                </a:spcBef>
                <a:spcAft>
                  <a:spcPct val="0"/>
                </a:spcAft>
                <a:defRPr sz="3600" b="1" kern="0" spc="50">
                  <a:ln w="11430"/>
                  <a:effectLst>
                    <a:outerShdw blurRad="76200" dist="50800" dir="5400000" algn="tl" rotWithShape="0">
                      <a:srgbClr val="000000">
                        <a:alpha val="65000"/>
                      </a:srgbClr>
                    </a:outerShdw>
                  </a:effectLst>
                  <a:latin typeface="Arial Narrow" pitchFamily="34" charset="0"/>
                </a:defRPr>
              </a:lvl1pPr>
            </a:lstStyle>
            <a:p>
              <a:r>
                <a:rPr lang="es-ES" b="0" spc="0" dirty="0">
                  <a:ln w="0"/>
                  <a:solidFill>
                    <a:schemeClr val="tx1">
                      <a:lumMod val="75000"/>
                      <a:lumOff val="25000"/>
                    </a:schemeClr>
                  </a:solidFill>
                  <a:effectLst>
                    <a:outerShdw blurRad="38100" dist="25400" dir="5400000" algn="ctr" rotWithShape="0">
                      <a:srgbClr val="6E747A">
                        <a:alpha val="43000"/>
                      </a:srgbClr>
                    </a:outerShdw>
                  </a:effectLst>
                </a:rPr>
                <a:t>\0</a:t>
              </a:r>
            </a:p>
          </p:txBody>
        </p:sp>
        <p:sp>
          <p:nvSpPr>
            <p:cNvPr id="42" name="Text Box 9">
              <a:extLst>
                <a:ext uri="{FF2B5EF4-FFF2-40B4-BE49-F238E27FC236}">
                  <a16:creationId xmlns:a16="http://schemas.microsoft.com/office/drawing/2014/main" id="{7665148C-A22C-339D-9EFE-34AE76720B7C}"/>
                </a:ext>
              </a:extLst>
            </p:cNvPr>
            <p:cNvSpPr txBox="1">
              <a:spLocks noChangeArrowheads="1"/>
            </p:cNvSpPr>
            <p:nvPr/>
          </p:nvSpPr>
          <p:spPr bwMode="auto">
            <a:xfrm>
              <a:off x="10229750" y="2099194"/>
              <a:ext cx="533091" cy="461963"/>
            </a:xfrm>
            <a:prstGeom prst="rect">
              <a:avLst/>
            </a:prstGeom>
            <a:noFill/>
            <a:ln w="9525">
              <a:noFill/>
              <a:miter lim="800000"/>
              <a:headEnd/>
              <a:tailEnd/>
            </a:ln>
          </p:spPr>
          <p:txBody>
            <a:bodyPr wrap="square">
              <a:spAutoFit/>
            </a:bodyPr>
            <a:lstStyle/>
            <a:p>
              <a:pPr algn="l">
                <a:spcBef>
                  <a:spcPct val="50000"/>
                </a:spcBef>
              </a:pPr>
              <a:r>
                <a:rPr lang="es-MX" sz="2400" dirty="0">
                  <a:latin typeface="Arial Narrow" pitchFamily="34" charset="0"/>
                </a:rPr>
                <a:t> 5 </a:t>
              </a:r>
              <a:endParaRPr lang="es-ES" sz="2400" dirty="0">
                <a:latin typeface="Arial Narrow" pitchFamily="34" charset="0"/>
              </a:endParaRPr>
            </a:p>
          </p:txBody>
        </p:sp>
      </p:grpSp>
      <p:sp>
        <p:nvSpPr>
          <p:cNvPr id="7" name="CuadroTexto 6">
            <a:extLst>
              <a:ext uri="{FF2B5EF4-FFF2-40B4-BE49-F238E27FC236}">
                <a16:creationId xmlns:a16="http://schemas.microsoft.com/office/drawing/2014/main" id="{B3245438-2EFA-4DBF-85CF-60E0A78BBF68}"/>
              </a:ext>
            </a:extLst>
          </p:cNvPr>
          <p:cNvSpPr txBox="1"/>
          <p:nvPr/>
        </p:nvSpPr>
        <p:spPr>
          <a:xfrm>
            <a:off x="989994" y="3060700"/>
            <a:ext cx="10782906" cy="1422400"/>
          </a:xfrm>
          <a:prstGeom prst="rect">
            <a:avLst/>
          </a:prstGeom>
          <a:solidFill>
            <a:schemeClr val="accent5">
              <a:lumMod val="20000"/>
              <a:lumOff val="80000"/>
            </a:schemeClr>
          </a:solidFill>
          <a:scene3d>
            <a:camera prst="orthographicFront"/>
            <a:lightRig rig="flat" dir="t"/>
          </a:scene3d>
          <a:sp3d/>
        </p:spPr>
        <p:style>
          <a:lnRef idx="0">
            <a:scrgbClr r="0" g="0" b="0"/>
          </a:lnRef>
          <a:fillRef idx="0">
            <a:scrgbClr r="0" g="0" b="0"/>
          </a:fillRef>
          <a:effectRef idx="0">
            <a:scrgbClr r="0" g="0" b="0"/>
          </a:effectRef>
          <a:fontRef idx="minor">
            <a:schemeClr val="dk1"/>
          </a:fontRef>
        </p:style>
        <p:txBody>
          <a:bodyPr spcFirstLastPara="0" vert="horz" wrap="square" lIns="121920" tIns="121920" rIns="121920" bIns="121920" numCol="1" spcCol="1270" anchor="ctr" anchorCtr="0">
            <a:noAutofit/>
          </a:bodyPr>
          <a:lstStyle/>
          <a:p>
            <a:r>
              <a:rPr lang="es-MX" sz="2800" dirty="0"/>
              <a:t>Observe que el método de selección llevó el TERCER ELEMENTO MENOR hacia el lado izquierdo quedando en la tercera posición. Este es el resultado luego del tercer pasón:</a:t>
            </a:r>
            <a:endParaRPr lang="es-ES" sz="2800" dirty="0"/>
          </a:p>
        </p:txBody>
      </p:sp>
      <p:sp>
        <p:nvSpPr>
          <p:cNvPr id="2" name="Título 1"/>
          <p:cNvSpPr>
            <a:spLocks noGrp="1"/>
          </p:cNvSpPr>
          <p:nvPr>
            <p:ph type="title"/>
          </p:nvPr>
        </p:nvSpPr>
        <p:spPr>
          <a:xfrm>
            <a:off x="989994" y="0"/>
            <a:ext cx="11369040" cy="914400"/>
          </a:xfrm>
        </p:spPr>
        <p:txBody>
          <a:bodyPr>
            <a:noAutofit/>
          </a:bodyPr>
          <a:lstStyle/>
          <a:p>
            <a:pPr algn="ctr"/>
            <a:r>
              <a:rPr lang="es-CO" sz="3800" b="1" dirty="0">
                <a:latin typeface="Bahnschrift Light SemiCondensed" panose="020B0502040204020203" pitchFamily="34" charset="0"/>
              </a:rPr>
              <a:t>“MÉTODOS DE ORDENAMIENTO SELECCIÓN C++”</a:t>
            </a:r>
          </a:p>
        </p:txBody>
      </p:sp>
      <p:sp>
        <p:nvSpPr>
          <p:cNvPr id="18" name="Text Box 15">
            <a:extLst>
              <a:ext uri="{FF2B5EF4-FFF2-40B4-BE49-F238E27FC236}">
                <a16:creationId xmlns:a16="http://schemas.microsoft.com/office/drawing/2014/main" id="{1870F115-16C3-41F5-80D1-B9DE0A75F223}"/>
              </a:ext>
            </a:extLst>
          </p:cNvPr>
          <p:cNvSpPr txBox="1">
            <a:spLocks noChangeArrowheads="1"/>
          </p:cNvSpPr>
          <p:nvPr/>
        </p:nvSpPr>
        <p:spPr bwMode="auto">
          <a:xfrm>
            <a:off x="2577786" y="1255459"/>
            <a:ext cx="3010487" cy="1015663"/>
          </a:xfrm>
          <a:prstGeom prst="rect">
            <a:avLst/>
          </a:prstGeom>
          <a:ln>
            <a:headEnd/>
            <a:tailEnd/>
          </a:ln>
        </p:spPr>
        <p:style>
          <a:lnRef idx="1">
            <a:schemeClr val="accent3"/>
          </a:lnRef>
          <a:fillRef idx="2">
            <a:schemeClr val="accent3"/>
          </a:fillRef>
          <a:effectRef idx="1">
            <a:schemeClr val="accent3"/>
          </a:effectRef>
          <a:fontRef idx="minor">
            <a:schemeClr val="dk1"/>
          </a:fontRef>
        </p:style>
        <p:txBody>
          <a:bodyPr wrap="square">
            <a:spAutoFit/>
          </a:bodyPr>
          <a:lstStyle>
            <a:defPPr>
              <a:defRPr lang="es-CO"/>
            </a:defPPr>
            <a:lvl1pPr algn="ctr" fontAlgn="base">
              <a:spcBef>
                <a:spcPct val="50000"/>
              </a:spcBef>
              <a:spcAft>
                <a:spcPct val="0"/>
              </a:spcAft>
              <a:defRPr sz="2400">
                <a:solidFill>
                  <a:prstClr val="black"/>
                </a:solidFill>
                <a:latin typeface="Arial Narrow" pitchFamily="34" charset="0"/>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r>
              <a:rPr lang="es-MX" b="1" dirty="0" err="1"/>
              <a:t>If</a:t>
            </a:r>
            <a:r>
              <a:rPr lang="es-MX" b="1" dirty="0"/>
              <a:t> (VEC[2] &gt; VEC[3])</a:t>
            </a:r>
          </a:p>
          <a:p>
            <a:r>
              <a:rPr lang="es-MX" dirty="0"/>
              <a:t>	Intercambia</a:t>
            </a:r>
          </a:p>
        </p:txBody>
      </p:sp>
      <p:cxnSp>
        <p:nvCxnSpPr>
          <p:cNvPr id="19" name="AutoShape 16">
            <a:extLst>
              <a:ext uri="{FF2B5EF4-FFF2-40B4-BE49-F238E27FC236}">
                <a16:creationId xmlns:a16="http://schemas.microsoft.com/office/drawing/2014/main" id="{FBD5CE2A-73F5-4F1A-B5F1-D72C4610A87A}"/>
              </a:ext>
            </a:extLst>
          </p:cNvPr>
          <p:cNvCxnSpPr>
            <a:cxnSpLocks noChangeShapeType="1"/>
          </p:cNvCxnSpPr>
          <p:nvPr/>
        </p:nvCxnSpPr>
        <p:spPr bwMode="auto">
          <a:xfrm rot="5400000" flipV="1">
            <a:off x="8768829" y="941760"/>
            <a:ext cx="1587" cy="685800"/>
          </a:xfrm>
          <a:prstGeom prst="bentConnector3">
            <a:avLst>
              <a:gd name="adj1" fmla="val -14400005"/>
            </a:avLst>
          </a:prstGeom>
          <a:noFill/>
          <a:ln w="38100">
            <a:solidFill>
              <a:schemeClr val="tx1"/>
            </a:solidFill>
            <a:miter lim="800000"/>
            <a:headEnd type="triangle" w="med" len="med"/>
            <a:tailEnd type="triangle" w="med" len="med"/>
          </a:ln>
          <a:effectLst>
            <a:prstShdw prst="shdw13" dist="53882" dir="13500000">
              <a:schemeClr val="bg2"/>
            </a:prstShdw>
          </a:effectLst>
        </p:spPr>
      </p:cxnSp>
      <p:sp>
        <p:nvSpPr>
          <p:cNvPr id="20" name="Text Box 17">
            <a:extLst>
              <a:ext uri="{FF2B5EF4-FFF2-40B4-BE49-F238E27FC236}">
                <a16:creationId xmlns:a16="http://schemas.microsoft.com/office/drawing/2014/main" id="{64AE0CEB-FFDF-48E1-9249-70CF05378C99}"/>
              </a:ext>
            </a:extLst>
          </p:cNvPr>
          <p:cNvSpPr txBox="1">
            <a:spLocks noChangeArrowheads="1"/>
          </p:cNvSpPr>
          <p:nvPr/>
        </p:nvSpPr>
        <p:spPr bwMode="auto">
          <a:xfrm>
            <a:off x="2588109" y="1263224"/>
            <a:ext cx="3013611" cy="1015663"/>
          </a:xfrm>
          <a:prstGeom prst="rect">
            <a:avLst/>
          </a:prstGeom>
          <a:ln>
            <a:headEnd/>
            <a:tailEnd/>
          </a:ln>
        </p:spPr>
        <p:style>
          <a:lnRef idx="1">
            <a:schemeClr val="accent3"/>
          </a:lnRef>
          <a:fillRef idx="2">
            <a:schemeClr val="accent3"/>
          </a:fillRef>
          <a:effectRef idx="1">
            <a:schemeClr val="accent3"/>
          </a:effectRef>
          <a:fontRef idx="minor">
            <a:schemeClr val="dk1"/>
          </a:fontRef>
        </p:style>
        <p:txBody>
          <a:bodyPr wrap="square">
            <a:spAutoFit/>
          </a:bodyPr>
          <a:lstStyle>
            <a:defPPr>
              <a:defRPr lang="es-CO"/>
            </a:defPPr>
            <a:lvl1pPr algn="ctr" fontAlgn="base">
              <a:spcBef>
                <a:spcPct val="50000"/>
              </a:spcBef>
              <a:spcAft>
                <a:spcPct val="0"/>
              </a:spcAft>
              <a:defRPr sz="2400">
                <a:solidFill>
                  <a:prstClr val="black"/>
                </a:solidFill>
                <a:latin typeface="Arial Narrow" pitchFamily="34" charset="0"/>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r>
              <a:rPr lang="es-MX" b="1" dirty="0"/>
              <a:t>if (VEC[2] &gt; VEC[4])</a:t>
            </a:r>
          </a:p>
          <a:p>
            <a:r>
              <a:rPr lang="es-MX" dirty="0"/>
              <a:t>Intercambia; </a:t>
            </a:r>
          </a:p>
        </p:txBody>
      </p:sp>
      <p:cxnSp>
        <p:nvCxnSpPr>
          <p:cNvPr id="21" name="AutoShape 18">
            <a:extLst>
              <a:ext uri="{FF2B5EF4-FFF2-40B4-BE49-F238E27FC236}">
                <a16:creationId xmlns:a16="http://schemas.microsoft.com/office/drawing/2014/main" id="{74BE60C8-4D3C-44D7-AB6A-75B2CDCF12EA}"/>
              </a:ext>
            </a:extLst>
          </p:cNvPr>
          <p:cNvCxnSpPr>
            <a:cxnSpLocks noChangeShapeType="1"/>
          </p:cNvCxnSpPr>
          <p:nvPr/>
        </p:nvCxnSpPr>
        <p:spPr bwMode="auto">
          <a:xfrm rot="-5400000">
            <a:off x="9038704" y="600447"/>
            <a:ext cx="30163" cy="1336675"/>
          </a:xfrm>
          <a:prstGeom prst="bentConnector3">
            <a:avLst>
              <a:gd name="adj1" fmla="val 857894"/>
            </a:avLst>
          </a:prstGeom>
          <a:noFill/>
          <a:ln w="38100">
            <a:solidFill>
              <a:schemeClr val="tx1"/>
            </a:solidFill>
            <a:miter lim="800000"/>
            <a:headEnd type="triangle" w="med" len="med"/>
            <a:tailEnd type="triangle" w="med" len="med"/>
          </a:ln>
          <a:effectLst>
            <a:prstShdw prst="shdw13" dist="53882" dir="13500000">
              <a:schemeClr val="bg2"/>
            </a:prstShdw>
          </a:effectLst>
        </p:spPr>
      </p:cxnSp>
      <p:grpSp>
        <p:nvGrpSpPr>
          <p:cNvPr id="22" name="Group 21">
            <a:extLst>
              <a:ext uri="{FF2B5EF4-FFF2-40B4-BE49-F238E27FC236}">
                <a16:creationId xmlns:a16="http://schemas.microsoft.com/office/drawing/2014/main" id="{17206D36-B836-4DD1-9E9A-047C91599E25}"/>
              </a:ext>
            </a:extLst>
          </p:cNvPr>
          <p:cNvGrpSpPr>
            <a:grpSpLocks/>
          </p:cNvGrpSpPr>
          <p:nvPr/>
        </p:nvGrpSpPr>
        <p:grpSpPr bwMode="auto">
          <a:xfrm>
            <a:off x="8185230" y="1435470"/>
            <a:ext cx="1219200" cy="608013"/>
            <a:chOff x="3333" y="2478"/>
            <a:chExt cx="768" cy="383"/>
          </a:xfrm>
          <a:solidFill>
            <a:schemeClr val="bg1">
              <a:lumMod val="85000"/>
            </a:schemeClr>
          </a:solidFill>
        </p:grpSpPr>
        <p:sp>
          <p:nvSpPr>
            <p:cNvPr id="23" name="Text Box 22">
              <a:extLst>
                <a:ext uri="{FF2B5EF4-FFF2-40B4-BE49-F238E27FC236}">
                  <a16:creationId xmlns:a16="http://schemas.microsoft.com/office/drawing/2014/main" id="{2152CF65-FF18-41E2-866F-89C5C4BDA877}"/>
                </a:ext>
              </a:extLst>
            </p:cNvPr>
            <p:cNvSpPr txBox="1">
              <a:spLocks noChangeArrowheads="1"/>
            </p:cNvSpPr>
            <p:nvPr/>
          </p:nvSpPr>
          <p:spPr bwMode="auto">
            <a:xfrm>
              <a:off x="3333" y="2478"/>
              <a:ext cx="336" cy="383"/>
            </a:xfrm>
            <a:prstGeom prst="rect">
              <a:avLst/>
            </a:prstGeom>
            <a:grpFill/>
            <a:ln w="9525" cap="flat" cmpd="sng" algn="ctr">
              <a:solidFill>
                <a:schemeClr val="tx1"/>
              </a:solidFill>
              <a:prstDash val="solid"/>
              <a:headEnd/>
              <a:tailEnd/>
            </a:ln>
            <a:effectLst>
              <a:outerShdw blurRad="63500" dist="25400" dir="5400000" rotWithShape="0">
                <a:srgbClr val="000000">
                  <a:alpha val="43137"/>
                </a:srgbClr>
              </a:outerShdw>
            </a:effectLst>
          </p:spPr>
          <p:txBody>
            <a:bodyPr wrap="none" anchor="ctr">
              <a:scene3d>
                <a:camera prst="orthographicFront"/>
                <a:lightRig rig="soft" dir="tl">
                  <a:rot lat="0" lon="0" rev="0"/>
                </a:lightRig>
              </a:scene3d>
              <a:sp3d contourW="25400" prstMaterial="matte">
                <a:bevelT w="25400" h="55880" prst="artDeco"/>
                <a:contourClr>
                  <a:schemeClr val="accent2">
                    <a:tint val="20000"/>
                  </a:schemeClr>
                </a:contourClr>
              </a:sp3d>
            </a:bodyPr>
            <a:lstStyle>
              <a:defPPr>
                <a:defRPr lang="es-CO"/>
              </a:defPPr>
              <a:lvl1pPr algn="ctr" fontAlgn="base">
                <a:spcBef>
                  <a:spcPct val="0"/>
                </a:spcBef>
                <a:spcAft>
                  <a:spcPct val="0"/>
                </a:spcAft>
                <a:defRPr sz="3600" b="1" kern="0" spc="50">
                  <a:ln w="11430"/>
                  <a:effectLst>
                    <a:outerShdw blurRad="76200" dist="50800" dir="5400000" algn="tl" rotWithShape="0">
                      <a:srgbClr val="000000">
                        <a:alpha val="65000"/>
                      </a:srgbClr>
                    </a:outerShdw>
                  </a:effectLst>
                  <a:latin typeface="Arial Narrow" pitchFamily="34" charset="0"/>
                </a:defRPr>
              </a:lvl1pPr>
            </a:lstStyle>
            <a:p>
              <a:r>
                <a:rPr lang="es-MX" dirty="0"/>
                <a:t>9</a:t>
              </a:r>
              <a:endParaRPr lang="es-ES" dirty="0"/>
            </a:p>
          </p:txBody>
        </p:sp>
        <p:sp>
          <p:nvSpPr>
            <p:cNvPr id="24" name="Text Box 23">
              <a:extLst>
                <a:ext uri="{FF2B5EF4-FFF2-40B4-BE49-F238E27FC236}">
                  <a16:creationId xmlns:a16="http://schemas.microsoft.com/office/drawing/2014/main" id="{CC008931-8098-4FEC-A995-9912B3857147}"/>
                </a:ext>
              </a:extLst>
            </p:cNvPr>
            <p:cNvSpPr txBox="1">
              <a:spLocks noChangeArrowheads="1"/>
            </p:cNvSpPr>
            <p:nvPr/>
          </p:nvSpPr>
          <p:spPr bwMode="auto">
            <a:xfrm>
              <a:off x="3765" y="2483"/>
              <a:ext cx="336" cy="375"/>
            </a:xfrm>
            <a:prstGeom prst="rect">
              <a:avLst/>
            </a:prstGeom>
            <a:grpFill/>
            <a:ln w="9525" cap="flat" cmpd="sng" algn="ctr">
              <a:solidFill>
                <a:schemeClr val="tx1"/>
              </a:solidFill>
              <a:prstDash val="solid"/>
              <a:headEnd/>
              <a:tailEnd/>
            </a:ln>
            <a:effectLst>
              <a:outerShdw blurRad="63500" dist="25400" dir="5400000" rotWithShape="0">
                <a:srgbClr val="000000">
                  <a:alpha val="43137"/>
                </a:srgbClr>
              </a:outerShdw>
            </a:effectLst>
          </p:spPr>
          <p:txBody>
            <a:bodyPr wrap="none" anchor="ctr">
              <a:scene3d>
                <a:camera prst="orthographicFront"/>
                <a:lightRig rig="soft" dir="tl">
                  <a:rot lat="0" lon="0" rev="0"/>
                </a:lightRig>
              </a:scene3d>
              <a:sp3d contourW="25400" prstMaterial="matte">
                <a:bevelT w="25400" h="55880" prst="artDeco"/>
                <a:contourClr>
                  <a:schemeClr val="accent2">
                    <a:tint val="20000"/>
                  </a:schemeClr>
                </a:contourClr>
              </a:sp3d>
            </a:bodyPr>
            <a:lstStyle>
              <a:defPPr>
                <a:defRPr lang="es-CO"/>
              </a:defPPr>
              <a:lvl1pPr algn="ctr" fontAlgn="base">
                <a:spcBef>
                  <a:spcPct val="0"/>
                </a:spcBef>
                <a:spcAft>
                  <a:spcPct val="0"/>
                </a:spcAft>
                <a:defRPr sz="3600" b="1" kern="0" spc="50">
                  <a:ln w="11430"/>
                  <a:effectLst>
                    <a:outerShdw blurRad="76200" dist="50800" dir="5400000" algn="tl" rotWithShape="0">
                      <a:srgbClr val="000000">
                        <a:alpha val="65000"/>
                      </a:srgbClr>
                    </a:outerShdw>
                  </a:effectLst>
                  <a:latin typeface="Arial Narrow" pitchFamily="34" charset="0"/>
                </a:defRPr>
              </a:lvl1pPr>
            </a:lstStyle>
            <a:p>
              <a:r>
                <a:rPr lang="es-MX" dirty="0"/>
                <a:t>10</a:t>
              </a:r>
              <a:endParaRPr lang="es-ES" dirty="0"/>
            </a:p>
          </p:txBody>
        </p:sp>
      </p:grpSp>
      <p:grpSp>
        <p:nvGrpSpPr>
          <p:cNvPr id="25" name="Group 24">
            <a:extLst>
              <a:ext uri="{FF2B5EF4-FFF2-40B4-BE49-F238E27FC236}">
                <a16:creationId xmlns:a16="http://schemas.microsoft.com/office/drawing/2014/main" id="{B10EB346-32AA-4049-B33A-F474E05E527E}"/>
              </a:ext>
            </a:extLst>
          </p:cNvPr>
          <p:cNvGrpSpPr>
            <a:grpSpLocks/>
          </p:cNvGrpSpPr>
          <p:nvPr/>
        </p:nvGrpSpPr>
        <p:grpSpPr bwMode="auto">
          <a:xfrm>
            <a:off x="8186818" y="1433813"/>
            <a:ext cx="1906588" cy="608402"/>
            <a:chOff x="3293" y="785"/>
            <a:chExt cx="1201" cy="407"/>
          </a:xfrm>
          <a:solidFill>
            <a:schemeClr val="bg1">
              <a:lumMod val="85000"/>
            </a:schemeClr>
          </a:solidFill>
        </p:grpSpPr>
        <p:sp>
          <p:nvSpPr>
            <p:cNvPr id="26" name="Text Box 25">
              <a:extLst>
                <a:ext uri="{FF2B5EF4-FFF2-40B4-BE49-F238E27FC236}">
                  <a16:creationId xmlns:a16="http://schemas.microsoft.com/office/drawing/2014/main" id="{09675111-82E2-41BD-BB0C-FFDE63A79951}"/>
                </a:ext>
              </a:extLst>
            </p:cNvPr>
            <p:cNvSpPr txBox="1">
              <a:spLocks noChangeArrowheads="1"/>
            </p:cNvSpPr>
            <p:nvPr/>
          </p:nvSpPr>
          <p:spPr bwMode="auto">
            <a:xfrm>
              <a:off x="3293" y="785"/>
              <a:ext cx="336" cy="399"/>
            </a:xfrm>
            <a:prstGeom prst="rect">
              <a:avLst/>
            </a:prstGeom>
            <a:grpFill/>
            <a:ln w="9525" cap="flat" cmpd="sng" algn="ctr">
              <a:solidFill>
                <a:schemeClr val="tx1"/>
              </a:solidFill>
              <a:prstDash val="solid"/>
              <a:headEnd/>
              <a:tailEnd/>
            </a:ln>
            <a:effectLst>
              <a:outerShdw blurRad="63500" dist="25400" dir="5400000" rotWithShape="0">
                <a:srgbClr val="000000">
                  <a:alpha val="43137"/>
                </a:srgbClr>
              </a:outerShdw>
            </a:effectLst>
          </p:spPr>
          <p:txBody>
            <a:bodyPr wrap="none" anchor="ctr">
              <a:scene3d>
                <a:camera prst="orthographicFront"/>
                <a:lightRig rig="soft" dir="tl">
                  <a:rot lat="0" lon="0" rev="0"/>
                </a:lightRig>
              </a:scene3d>
              <a:sp3d contourW="25400" prstMaterial="matte">
                <a:bevelT w="25400" h="55880" prst="artDeco"/>
                <a:contourClr>
                  <a:schemeClr val="accent2">
                    <a:tint val="20000"/>
                  </a:schemeClr>
                </a:contourClr>
              </a:sp3d>
            </a:bodyPr>
            <a:lstStyle>
              <a:defPPr>
                <a:defRPr lang="es-CO"/>
              </a:defPPr>
              <a:lvl1pPr algn="ctr" fontAlgn="base">
                <a:spcBef>
                  <a:spcPct val="0"/>
                </a:spcBef>
                <a:spcAft>
                  <a:spcPct val="0"/>
                </a:spcAft>
                <a:defRPr sz="3600" b="1" kern="0" spc="50">
                  <a:ln w="11430"/>
                  <a:effectLst>
                    <a:outerShdw blurRad="76200" dist="50800" dir="5400000" algn="tl" rotWithShape="0">
                      <a:srgbClr val="000000">
                        <a:alpha val="65000"/>
                      </a:srgbClr>
                    </a:outerShdw>
                  </a:effectLst>
                  <a:latin typeface="Arial Narrow" pitchFamily="34" charset="0"/>
                </a:defRPr>
              </a:lvl1pPr>
            </a:lstStyle>
            <a:p>
              <a:r>
                <a:rPr lang="es-MX" dirty="0"/>
                <a:t>8</a:t>
              </a:r>
              <a:endParaRPr lang="es-ES" dirty="0"/>
            </a:p>
          </p:txBody>
        </p:sp>
        <p:sp>
          <p:nvSpPr>
            <p:cNvPr id="27" name="Text Box 26">
              <a:extLst>
                <a:ext uri="{FF2B5EF4-FFF2-40B4-BE49-F238E27FC236}">
                  <a16:creationId xmlns:a16="http://schemas.microsoft.com/office/drawing/2014/main" id="{5406D2A6-A16A-4836-8589-9F09AD901002}"/>
                </a:ext>
              </a:extLst>
            </p:cNvPr>
            <p:cNvSpPr txBox="1">
              <a:spLocks noChangeArrowheads="1"/>
            </p:cNvSpPr>
            <p:nvPr/>
          </p:nvSpPr>
          <p:spPr bwMode="auto">
            <a:xfrm>
              <a:off x="4158" y="785"/>
              <a:ext cx="336" cy="407"/>
            </a:xfrm>
            <a:prstGeom prst="rect">
              <a:avLst/>
            </a:prstGeom>
            <a:grpFill/>
            <a:ln w="9525" cap="flat" cmpd="sng" algn="ctr">
              <a:solidFill>
                <a:schemeClr val="tx1"/>
              </a:solidFill>
              <a:prstDash val="solid"/>
              <a:headEnd/>
              <a:tailEnd/>
            </a:ln>
            <a:effectLst>
              <a:outerShdw blurRad="63500" dist="25400" dir="5400000" rotWithShape="0">
                <a:srgbClr val="000000">
                  <a:alpha val="43137"/>
                </a:srgbClr>
              </a:outerShdw>
            </a:effectLst>
          </p:spPr>
          <p:txBody>
            <a:bodyPr wrap="none" anchor="ctr">
              <a:scene3d>
                <a:camera prst="orthographicFront"/>
                <a:lightRig rig="soft" dir="tl">
                  <a:rot lat="0" lon="0" rev="0"/>
                </a:lightRig>
              </a:scene3d>
              <a:sp3d contourW="25400" prstMaterial="matte">
                <a:bevelT w="25400" h="55880" prst="artDeco"/>
                <a:contourClr>
                  <a:schemeClr val="accent2">
                    <a:tint val="20000"/>
                  </a:schemeClr>
                </a:contourClr>
              </a:sp3d>
            </a:bodyPr>
            <a:lstStyle>
              <a:defPPr>
                <a:defRPr lang="es-CO"/>
              </a:defPPr>
              <a:lvl1pPr algn="ctr" fontAlgn="base">
                <a:spcBef>
                  <a:spcPct val="0"/>
                </a:spcBef>
                <a:spcAft>
                  <a:spcPct val="0"/>
                </a:spcAft>
                <a:defRPr sz="3600" b="1" kern="0" spc="50">
                  <a:ln w="11430"/>
                  <a:effectLst>
                    <a:outerShdw blurRad="76200" dist="50800" dir="5400000" algn="tl" rotWithShape="0">
                      <a:srgbClr val="000000">
                        <a:alpha val="65000"/>
                      </a:srgbClr>
                    </a:outerShdw>
                  </a:effectLst>
                  <a:latin typeface="Arial Narrow" pitchFamily="34" charset="0"/>
                </a:defRPr>
              </a:lvl1pPr>
            </a:lstStyle>
            <a:p>
              <a:r>
                <a:rPr lang="es-MX" dirty="0"/>
                <a:t>9</a:t>
              </a:r>
              <a:endParaRPr lang="es-ES" dirty="0"/>
            </a:p>
          </p:txBody>
        </p:sp>
      </p:grpSp>
      <p:grpSp>
        <p:nvGrpSpPr>
          <p:cNvPr id="28" name="Group 37">
            <a:extLst>
              <a:ext uri="{FF2B5EF4-FFF2-40B4-BE49-F238E27FC236}">
                <a16:creationId xmlns:a16="http://schemas.microsoft.com/office/drawing/2014/main" id="{493FDC7C-A19E-4DA4-AD77-97495AD86C48}"/>
              </a:ext>
            </a:extLst>
          </p:cNvPr>
          <p:cNvGrpSpPr>
            <a:grpSpLocks/>
          </p:cNvGrpSpPr>
          <p:nvPr/>
        </p:nvGrpSpPr>
        <p:grpSpPr bwMode="auto">
          <a:xfrm>
            <a:off x="3845322" y="5080026"/>
            <a:ext cx="4495800" cy="1162051"/>
            <a:chOff x="2736" y="1623"/>
            <a:chExt cx="2832" cy="732"/>
          </a:xfrm>
          <a:solidFill>
            <a:schemeClr val="bg1">
              <a:lumMod val="85000"/>
            </a:schemeClr>
          </a:solidFill>
        </p:grpSpPr>
        <p:sp>
          <p:nvSpPr>
            <p:cNvPr id="29" name="Rectangle 38">
              <a:extLst>
                <a:ext uri="{FF2B5EF4-FFF2-40B4-BE49-F238E27FC236}">
                  <a16:creationId xmlns:a16="http://schemas.microsoft.com/office/drawing/2014/main" id="{72C9F8CA-0CA4-4CE7-BBD3-B29DA36BBFF2}"/>
                </a:ext>
              </a:extLst>
            </p:cNvPr>
            <p:cNvSpPr>
              <a:spLocks noChangeArrowheads="1"/>
            </p:cNvSpPr>
            <p:nvPr/>
          </p:nvSpPr>
          <p:spPr bwMode="auto">
            <a:xfrm>
              <a:off x="3415" y="1623"/>
              <a:ext cx="431" cy="432"/>
            </a:xfrm>
            <a:prstGeom prst="rect">
              <a:avLst/>
            </a:prstGeom>
            <a:grpFill/>
            <a:ln w="38100">
              <a:solidFill>
                <a:schemeClr val="tx1"/>
              </a:solidFill>
              <a:miter lim="800000"/>
              <a:headEnd/>
              <a:tailEnd/>
            </a:ln>
          </p:spPr>
          <p:txBody>
            <a:bodyPr wrap="none" anchor="ctr"/>
            <a:lstStyle/>
            <a:p>
              <a:endParaRPr lang="es-ES" sz="3200">
                <a:latin typeface="Arial Narrow" pitchFamily="34" charset="0"/>
              </a:endParaRPr>
            </a:p>
          </p:txBody>
        </p:sp>
        <p:sp>
          <p:nvSpPr>
            <p:cNvPr id="30" name="Rectangle 39">
              <a:extLst>
                <a:ext uri="{FF2B5EF4-FFF2-40B4-BE49-F238E27FC236}">
                  <a16:creationId xmlns:a16="http://schemas.microsoft.com/office/drawing/2014/main" id="{C1D7D55E-F568-4E0A-8657-2D744C6D3754}"/>
                </a:ext>
              </a:extLst>
            </p:cNvPr>
            <p:cNvSpPr>
              <a:spLocks noChangeArrowheads="1"/>
            </p:cNvSpPr>
            <p:nvPr/>
          </p:nvSpPr>
          <p:spPr bwMode="auto">
            <a:xfrm>
              <a:off x="3846" y="1623"/>
              <a:ext cx="430" cy="432"/>
            </a:xfrm>
            <a:prstGeom prst="rect">
              <a:avLst/>
            </a:prstGeom>
            <a:grpFill/>
            <a:ln w="38100">
              <a:solidFill>
                <a:schemeClr val="tx1"/>
              </a:solidFill>
              <a:miter lim="800000"/>
              <a:headEnd/>
              <a:tailEnd/>
            </a:ln>
          </p:spPr>
          <p:txBody>
            <a:bodyPr wrap="none" anchor="ctr"/>
            <a:lstStyle/>
            <a:p>
              <a:endParaRPr lang="es-ES" sz="3200">
                <a:latin typeface="Arial Narrow" pitchFamily="34" charset="0"/>
              </a:endParaRPr>
            </a:p>
          </p:txBody>
        </p:sp>
        <p:sp>
          <p:nvSpPr>
            <p:cNvPr id="31" name="Rectangle 40">
              <a:extLst>
                <a:ext uri="{FF2B5EF4-FFF2-40B4-BE49-F238E27FC236}">
                  <a16:creationId xmlns:a16="http://schemas.microsoft.com/office/drawing/2014/main" id="{B4F4BED8-7D89-41C9-946E-C0C94BBB856B}"/>
                </a:ext>
              </a:extLst>
            </p:cNvPr>
            <p:cNvSpPr>
              <a:spLocks noChangeArrowheads="1"/>
            </p:cNvSpPr>
            <p:nvPr/>
          </p:nvSpPr>
          <p:spPr bwMode="auto">
            <a:xfrm>
              <a:off x="4276" y="1623"/>
              <a:ext cx="431" cy="432"/>
            </a:xfrm>
            <a:prstGeom prst="rect">
              <a:avLst/>
            </a:prstGeom>
            <a:grpFill/>
            <a:ln w="38100">
              <a:solidFill>
                <a:schemeClr val="tx1"/>
              </a:solidFill>
              <a:miter lim="800000"/>
              <a:headEnd/>
              <a:tailEnd/>
            </a:ln>
          </p:spPr>
          <p:txBody>
            <a:bodyPr wrap="none" anchor="ctr"/>
            <a:lstStyle/>
            <a:p>
              <a:endParaRPr lang="es-ES" sz="3200">
                <a:latin typeface="Arial Narrow" pitchFamily="34" charset="0"/>
              </a:endParaRPr>
            </a:p>
          </p:txBody>
        </p:sp>
        <p:sp>
          <p:nvSpPr>
            <p:cNvPr id="32" name="Rectangle 41">
              <a:extLst>
                <a:ext uri="{FF2B5EF4-FFF2-40B4-BE49-F238E27FC236}">
                  <a16:creationId xmlns:a16="http://schemas.microsoft.com/office/drawing/2014/main" id="{206BC106-988D-4D0B-A4C6-7DF74B3904AD}"/>
                </a:ext>
              </a:extLst>
            </p:cNvPr>
            <p:cNvSpPr>
              <a:spLocks noChangeArrowheads="1"/>
            </p:cNvSpPr>
            <p:nvPr/>
          </p:nvSpPr>
          <p:spPr bwMode="auto">
            <a:xfrm>
              <a:off x="4707" y="1623"/>
              <a:ext cx="430" cy="432"/>
            </a:xfrm>
            <a:prstGeom prst="rect">
              <a:avLst/>
            </a:prstGeom>
            <a:grpFill/>
            <a:ln w="38100">
              <a:solidFill>
                <a:schemeClr val="tx1"/>
              </a:solidFill>
              <a:miter lim="800000"/>
              <a:headEnd/>
              <a:tailEnd/>
            </a:ln>
          </p:spPr>
          <p:txBody>
            <a:bodyPr wrap="none" anchor="ctr"/>
            <a:lstStyle/>
            <a:p>
              <a:endParaRPr lang="es-ES" sz="3200">
                <a:latin typeface="Arial Narrow" pitchFamily="34" charset="0"/>
              </a:endParaRPr>
            </a:p>
          </p:txBody>
        </p:sp>
        <p:sp>
          <p:nvSpPr>
            <p:cNvPr id="33" name="Rectangle 42">
              <a:extLst>
                <a:ext uri="{FF2B5EF4-FFF2-40B4-BE49-F238E27FC236}">
                  <a16:creationId xmlns:a16="http://schemas.microsoft.com/office/drawing/2014/main" id="{586D2E6F-0A7D-4B4A-8204-F27D09835465}"/>
                </a:ext>
              </a:extLst>
            </p:cNvPr>
            <p:cNvSpPr>
              <a:spLocks noChangeArrowheads="1"/>
            </p:cNvSpPr>
            <p:nvPr/>
          </p:nvSpPr>
          <p:spPr bwMode="auto">
            <a:xfrm>
              <a:off x="5137" y="1623"/>
              <a:ext cx="431" cy="432"/>
            </a:xfrm>
            <a:prstGeom prst="rect">
              <a:avLst/>
            </a:prstGeom>
            <a:grpFill/>
            <a:ln w="38100">
              <a:solidFill>
                <a:schemeClr val="tx1"/>
              </a:solidFill>
              <a:miter lim="800000"/>
              <a:headEnd/>
              <a:tailEnd/>
            </a:ln>
          </p:spPr>
          <p:txBody>
            <a:bodyPr wrap="none" anchor="ctr"/>
            <a:lstStyle/>
            <a:p>
              <a:endParaRPr lang="es-ES" sz="3200">
                <a:latin typeface="Arial Narrow" pitchFamily="34" charset="0"/>
              </a:endParaRPr>
            </a:p>
          </p:txBody>
        </p:sp>
        <p:sp>
          <p:nvSpPr>
            <p:cNvPr id="34" name="Text Box 43">
              <a:extLst>
                <a:ext uri="{FF2B5EF4-FFF2-40B4-BE49-F238E27FC236}">
                  <a16:creationId xmlns:a16="http://schemas.microsoft.com/office/drawing/2014/main" id="{AFEBE72A-8B5A-48E8-9247-952AF460C092}"/>
                </a:ext>
              </a:extLst>
            </p:cNvPr>
            <p:cNvSpPr txBox="1">
              <a:spLocks noChangeArrowheads="1"/>
            </p:cNvSpPr>
            <p:nvPr/>
          </p:nvSpPr>
          <p:spPr bwMode="auto">
            <a:xfrm>
              <a:off x="2736" y="1651"/>
              <a:ext cx="715" cy="365"/>
            </a:xfrm>
            <a:prstGeom prst="rect">
              <a:avLst/>
            </a:prstGeom>
            <a:noFill/>
            <a:ln w="9525">
              <a:noFill/>
              <a:miter lim="800000"/>
              <a:headEnd/>
              <a:tailEnd/>
            </a:ln>
          </p:spPr>
          <p:txBody>
            <a:bodyPr>
              <a:spAutoFit/>
            </a:bodyPr>
            <a:lstStyle/>
            <a:p>
              <a:pPr algn="l">
                <a:spcBef>
                  <a:spcPct val="50000"/>
                </a:spcBef>
              </a:pPr>
              <a:r>
                <a:rPr lang="es-MX" sz="3200" b="1">
                  <a:latin typeface="Arial Narrow" pitchFamily="34" charset="0"/>
                </a:rPr>
                <a:t>VEC</a:t>
              </a:r>
              <a:endParaRPr lang="es-ES" sz="3200" b="1">
                <a:latin typeface="Arial Narrow" pitchFamily="34" charset="0"/>
              </a:endParaRPr>
            </a:p>
          </p:txBody>
        </p:sp>
        <p:sp>
          <p:nvSpPr>
            <p:cNvPr id="35" name="Text Box 44">
              <a:extLst>
                <a:ext uri="{FF2B5EF4-FFF2-40B4-BE49-F238E27FC236}">
                  <a16:creationId xmlns:a16="http://schemas.microsoft.com/office/drawing/2014/main" id="{6136B842-EA38-4ACA-97AA-8D05AE7087E4}"/>
                </a:ext>
              </a:extLst>
            </p:cNvPr>
            <p:cNvSpPr txBox="1">
              <a:spLocks noChangeArrowheads="1"/>
            </p:cNvSpPr>
            <p:nvPr/>
          </p:nvSpPr>
          <p:spPr bwMode="auto">
            <a:xfrm>
              <a:off x="3451" y="2064"/>
              <a:ext cx="2114" cy="291"/>
            </a:xfrm>
            <a:prstGeom prst="rect">
              <a:avLst/>
            </a:prstGeom>
            <a:noFill/>
            <a:ln w="9525">
              <a:noFill/>
              <a:miter lim="800000"/>
              <a:headEnd/>
              <a:tailEnd/>
            </a:ln>
          </p:spPr>
          <p:txBody>
            <a:bodyPr>
              <a:spAutoFit/>
            </a:bodyPr>
            <a:lstStyle/>
            <a:p>
              <a:pPr algn="l">
                <a:spcBef>
                  <a:spcPct val="50000"/>
                </a:spcBef>
              </a:pPr>
              <a:r>
                <a:rPr lang="es-MX" sz="2400" dirty="0">
                  <a:latin typeface="Arial Narrow" pitchFamily="34" charset="0"/>
                </a:rPr>
                <a:t>  0       1        2        3        4</a:t>
              </a:r>
              <a:endParaRPr lang="es-ES" sz="2400" dirty="0">
                <a:latin typeface="Arial Narrow" pitchFamily="34" charset="0"/>
              </a:endParaRPr>
            </a:p>
          </p:txBody>
        </p:sp>
        <p:sp>
          <p:nvSpPr>
            <p:cNvPr id="36" name="Rectangle 45">
              <a:extLst>
                <a:ext uri="{FF2B5EF4-FFF2-40B4-BE49-F238E27FC236}">
                  <a16:creationId xmlns:a16="http://schemas.microsoft.com/office/drawing/2014/main" id="{23026002-6704-4441-9290-4EB16503FCBB}"/>
                </a:ext>
              </a:extLst>
            </p:cNvPr>
            <p:cNvSpPr>
              <a:spLocks noChangeArrowheads="1"/>
            </p:cNvSpPr>
            <p:nvPr/>
          </p:nvSpPr>
          <p:spPr bwMode="auto">
            <a:xfrm>
              <a:off x="5166" y="1644"/>
              <a:ext cx="361" cy="384"/>
            </a:xfrm>
            <a:prstGeom prst="rect">
              <a:avLst/>
            </a:prstGeom>
            <a:grpFill/>
            <a:ln w="9525" cap="flat" cmpd="sng" algn="ctr">
              <a:solidFill>
                <a:schemeClr val="tx1"/>
              </a:solidFill>
              <a:prstDash val="solid"/>
              <a:headEnd/>
              <a:tailEnd/>
            </a:ln>
            <a:effectLst>
              <a:outerShdw blurRad="63500" dist="25400" dir="5400000" rotWithShape="0">
                <a:srgbClr val="000000">
                  <a:alpha val="43137"/>
                </a:srgbClr>
              </a:outerShdw>
            </a:effectLst>
          </p:spPr>
          <p:txBody>
            <a:bodyPr wrap="none" anchor="ct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fontAlgn="base">
                <a:spcBef>
                  <a:spcPct val="0"/>
                </a:spcBef>
                <a:spcAft>
                  <a:spcPct val="0"/>
                </a:spcAft>
              </a:pPr>
              <a:r>
                <a:rPr lang="es-MX" sz="3600" b="1" kern="0" spc="50" dirty="0">
                  <a:ln w="11430"/>
                  <a:effectLst>
                    <a:outerShdw blurRad="76200" dist="50800" dir="5400000" algn="tl" rotWithShape="0">
                      <a:srgbClr val="000000">
                        <a:alpha val="65000"/>
                      </a:srgbClr>
                    </a:outerShdw>
                  </a:effectLst>
                  <a:latin typeface="Arial Narrow" pitchFamily="34" charset="0"/>
                </a:rPr>
                <a:t>9</a:t>
              </a:r>
              <a:endParaRPr lang="es-ES" sz="3600" b="1" kern="0" spc="50" dirty="0">
                <a:ln w="11430"/>
                <a:effectLst>
                  <a:outerShdw blurRad="76200" dist="50800" dir="5400000" algn="tl" rotWithShape="0">
                    <a:srgbClr val="000000">
                      <a:alpha val="65000"/>
                    </a:srgbClr>
                  </a:outerShdw>
                </a:effectLst>
                <a:latin typeface="Arial Narrow" pitchFamily="34" charset="0"/>
              </a:endParaRPr>
            </a:p>
          </p:txBody>
        </p:sp>
        <p:sp>
          <p:nvSpPr>
            <p:cNvPr id="37" name="Rectangle 46">
              <a:extLst>
                <a:ext uri="{FF2B5EF4-FFF2-40B4-BE49-F238E27FC236}">
                  <a16:creationId xmlns:a16="http://schemas.microsoft.com/office/drawing/2014/main" id="{28BFBC39-9309-4C4E-8D61-109012DBE8AD}"/>
                </a:ext>
              </a:extLst>
            </p:cNvPr>
            <p:cNvSpPr>
              <a:spLocks noChangeArrowheads="1"/>
            </p:cNvSpPr>
            <p:nvPr/>
          </p:nvSpPr>
          <p:spPr bwMode="auto">
            <a:xfrm>
              <a:off x="4740" y="1644"/>
              <a:ext cx="361" cy="384"/>
            </a:xfrm>
            <a:prstGeom prst="rect">
              <a:avLst/>
            </a:prstGeom>
            <a:grpFill/>
            <a:ln w="9525" cap="flat" cmpd="sng" algn="ctr">
              <a:solidFill>
                <a:schemeClr val="tx1"/>
              </a:solidFill>
              <a:prstDash val="solid"/>
              <a:headEnd/>
              <a:tailEnd/>
            </a:ln>
            <a:effectLst>
              <a:outerShdw blurRad="63500" dist="25400" dir="5400000" rotWithShape="0">
                <a:srgbClr val="000000">
                  <a:alpha val="43137"/>
                </a:srgbClr>
              </a:outerShdw>
            </a:effectLst>
          </p:spPr>
          <p:txBody>
            <a:bodyPr wrap="none" anchor="ct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fontAlgn="base">
                <a:spcBef>
                  <a:spcPct val="0"/>
                </a:spcBef>
                <a:spcAft>
                  <a:spcPct val="0"/>
                </a:spcAft>
              </a:pPr>
              <a:r>
                <a:rPr lang="es-MX" sz="3600" b="1" kern="0" spc="50" dirty="0">
                  <a:ln w="11430"/>
                  <a:effectLst>
                    <a:outerShdw blurRad="76200" dist="50800" dir="5400000" algn="tl" rotWithShape="0">
                      <a:srgbClr val="000000">
                        <a:alpha val="65000"/>
                      </a:srgbClr>
                    </a:outerShdw>
                  </a:effectLst>
                  <a:latin typeface="Arial Narrow" pitchFamily="34" charset="0"/>
                </a:rPr>
                <a:t>10</a:t>
              </a:r>
              <a:endParaRPr lang="es-ES" sz="3600" b="1" kern="0" spc="50" dirty="0">
                <a:ln w="11430"/>
                <a:effectLst>
                  <a:outerShdw blurRad="76200" dist="50800" dir="5400000" algn="tl" rotWithShape="0">
                    <a:srgbClr val="000000">
                      <a:alpha val="65000"/>
                    </a:srgbClr>
                  </a:outerShdw>
                </a:effectLst>
                <a:latin typeface="Arial Narrow" pitchFamily="34" charset="0"/>
              </a:endParaRPr>
            </a:p>
          </p:txBody>
        </p:sp>
        <p:sp>
          <p:nvSpPr>
            <p:cNvPr id="38" name="Rectangle 47">
              <a:extLst>
                <a:ext uri="{FF2B5EF4-FFF2-40B4-BE49-F238E27FC236}">
                  <a16:creationId xmlns:a16="http://schemas.microsoft.com/office/drawing/2014/main" id="{C1197A8C-75A3-4716-9911-D8C5A80B2F5D}"/>
                </a:ext>
              </a:extLst>
            </p:cNvPr>
            <p:cNvSpPr>
              <a:spLocks noChangeArrowheads="1"/>
            </p:cNvSpPr>
            <p:nvPr/>
          </p:nvSpPr>
          <p:spPr bwMode="auto">
            <a:xfrm>
              <a:off x="4308" y="1644"/>
              <a:ext cx="361" cy="384"/>
            </a:xfrm>
            <a:prstGeom prst="rect">
              <a:avLst/>
            </a:prstGeom>
            <a:solidFill>
              <a:schemeClr val="bg1">
                <a:lumMod val="65000"/>
              </a:schemeClr>
            </a:solidFill>
            <a:ln w="9525" cap="flat" cmpd="sng" algn="ctr">
              <a:solidFill>
                <a:schemeClr val="tx1"/>
              </a:solidFill>
              <a:prstDash val="solid"/>
              <a:headEnd/>
              <a:tailEnd/>
            </a:ln>
            <a:effectLst>
              <a:outerShdw blurRad="63500" dist="25400" dir="5400000" rotWithShape="0">
                <a:srgbClr val="000000">
                  <a:alpha val="43137"/>
                </a:srgbClr>
              </a:outerShdw>
            </a:effectLst>
          </p:spPr>
          <p:txBody>
            <a:bodyPr wrap="none" anchor="ct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fontAlgn="base">
                <a:spcBef>
                  <a:spcPct val="0"/>
                </a:spcBef>
                <a:spcAft>
                  <a:spcPct val="0"/>
                </a:spcAft>
              </a:pPr>
              <a:r>
                <a:rPr lang="es-MX" sz="3600" b="1" kern="0" spc="50" dirty="0">
                  <a:ln w="11430"/>
                  <a:effectLst>
                    <a:outerShdw blurRad="76200" dist="50800" dir="5400000" algn="tl" rotWithShape="0">
                      <a:srgbClr val="000000">
                        <a:alpha val="65000"/>
                      </a:srgbClr>
                    </a:outerShdw>
                  </a:effectLst>
                  <a:latin typeface="Arial Narrow" pitchFamily="34" charset="0"/>
                </a:rPr>
                <a:t>8</a:t>
              </a:r>
              <a:endParaRPr lang="es-ES" sz="3600" b="1" kern="0" spc="50" dirty="0">
                <a:ln w="11430"/>
                <a:effectLst>
                  <a:outerShdw blurRad="76200" dist="50800" dir="5400000" algn="tl" rotWithShape="0">
                    <a:srgbClr val="000000">
                      <a:alpha val="65000"/>
                    </a:srgbClr>
                  </a:outerShdw>
                </a:effectLst>
                <a:latin typeface="Arial Narrow" pitchFamily="34" charset="0"/>
              </a:endParaRPr>
            </a:p>
          </p:txBody>
        </p:sp>
        <p:sp>
          <p:nvSpPr>
            <p:cNvPr id="39" name="Rectangle 48">
              <a:extLst>
                <a:ext uri="{FF2B5EF4-FFF2-40B4-BE49-F238E27FC236}">
                  <a16:creationId xmlns:a16="http://schemas.microsoft.com/office/drawing/2014/main" id="{A7480B16-929C-4609-A934-F1FF109B0769}"/>
                </a:ext>
              </a:extLst>
            </p:cNvPr>
            <p:cNvSpPr>
              <a:spLocks noChangeArrowheads="1"/>
            </p:cNvSpPr>
            <p:nvPr/>
          </p:nvSpPr>
          <p:spPr bwMode="auto">
            <a:xfrm>
              <a:off x="3876" y="1644"/>
              <a:ext cx="361" cy="384"/>
            </a:xfrm>
            <a:prstGeom prst="rect">
              <a:avLst/>
            </a:prstGeom>
            <a:solidFill>
              <a:schemeClr val="bg1">
                <a:lumMod val="65000"/>
              </a:schemeClr>
            </a:solidFill>
            <a:ln w="9525" cap="flat" cmpd="sng" algn="ctr">
              <a:solidFill>
                <a:schemeClr val="tx1"/>
              </a:solidFill>
              <a:prstDash val="solid"/>
              <a:headEnd/>
              <a:tailEnd/>
            </a:ln>
            <a:effectLst>
              <a:outerShdw blurRad="63500" dist="25400" dir="5400000" rotWithShape="0">
                <a:srgbClr val="000000">
                  <a:alpha val="43137"/>
                </a:srgbClr>
              </a:outerShdw>
            </a:effectLst>
          </p:spPr>
          <p:txBody>
            <a:bodyPr wrap="none" anchor="ct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fontAlgn="base">
                <a:spcBef>
                  <a:spcPct val="0"/>
                </a:spcBef>
                <a:spcAft>
                  <a:spcPct val="0"/>
                </a:spcAft>
              </a:pPr>
              <a:r>
                <a:rPr lang="es-MX" sz="3600" b="1" kern="0" spc="50" dirty="0">
                  <a:ln w="11430"/>
                  <a:effectLst>
                    <a:outerShdw blurRad="76200" dist="50800" dir="5400000" algn="tl" rotWithShape="0">
                      <a:srgbClr val="000000">
                        <a:alpha val="65000"/>
                      </a:srgbClr>
                    </a:outerShdw>
                  </a:effectLst>
                  <a:latin typeface="Arial Narrow" pitchFamily="34" charset="0"/>
                </a:rPr>
                <a:t>7</a:t>
              </a:r>
              <a:endParaRPr lang="es-ES" sz="3600" b="1" kern="0" spc="50" dirty="0">
                <a:ln w="11430"/>
                <a:effectLst>
                  <a:outerShdw blurRad="76200" dist="50800" dir="5400000" algn="tl" rotWithShape="0">
                    <a:srgbClr val="000000">
                      <a:alpha val="65000"/>
                    </a:srgbClr>
                  </a:outerShdw>
                </a:effectLst>
                <a:latin typeface="Arial Narrow" pitchFamily="34" charset="0"/>
              </a:endParaRPr>
            </a:p>
          </p:txBody>
        </p:sp>
        <p:sp>
          <p:nvSpPr>
            <p:cNvPr id="40" name="Rectangle 49">
              <a:extLst>
                <a:ext uri="{FF2B5EF4-FFF2-40B4-BE49-F238E27FC236}">
                  <a16:creationId xmlns:a16="http://schemas.microsoft.com/office/drawing/2014/main" id="{A0007633-38BB-46CD-A2F8-EF7D4B10A7C8}"/>
                </a:ext>
              </a:extLst>
            </p:cNvPr>
            <p:cNvSpPr>
              <a:spLocks noChangeArrowheads="1"/>
            </p:cNvSpPr>
            <p:nvPr/>
          </p:nvSpPr>
          <p:spPr bwMode="auto">
            <a:xfrm>
              <a:off x="3448" y="1644"/>
              <a:ext cx="361" cy="384"/>
            </a:xfrm>
            <a:prstGeom prst="rect">
              <a:avLst/>
            </a:prstGeom>
            <a:solidFill>
              <a:schemeClr val="bg1">
                <a:lumMod val="65000"/>
              </a:schemeClr>
            </a:solidFill>
            <a:ln w="9525" cap="flat" cmpd="sng" algn="ctr">
              <a:solidFill>
                <a:schemeClr val="tx1"/>
              </a:solidFill>
              <a:prstDash val="solid"/>
              <a:headEnd/>
              <a:tailEnd/>
            </a:ln>
            <a:effectLst>
              <a:outerShdw blurRad="63500" dist="25400" dir="5400000" rotWithShape="0">
                <a:srgbClr val="000000">
                  <a:alpha val="43137"/>
                </a:srgbClr>
              </a:outerShdw>
            </a:effectLst>
          </p:spPr>
          <p:txBody>
            <a:bodyPr wrap="none" anchor="ct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fontAlgn="base">
                <a:spcBef>
                  <a:spcPct val="0"/>
                </a:spcBef>
                <a:spcAft>
                  <a:spcPct val="0"/>
                </a:spcAft>
              </a:pPr>
              <a:r>
                <a:rPr lang="es-MX" sz="3600" b="1" kern="0" spc="50" dirty="0">
                  <a:ln w="11430"/>
                  <a:effectLst>
                    <a:outerShdw blurRad="76200" dist="50800" dir="5400000" algn="tl" rotWithShape="0">
                      <a:srgbClr val="000000">
                        <a:alpha val="65000"/>
                      </a:srgbClr>
                    </a:outerShdw>
                  </a:effectLst>
                  <a:latin typeface="Arial Narrow" pitchFamily="34" charset="0"/>
                </a:rPr>
                <a:t>6</a:t>
              </a:r>
              <a:endParaRPr lang="es-ES" sz="3600" b="1" kern="0" spc="50" dirty="0">
                <a:ln w="11430"/>
                <a:effectLst>
                  <a:outerShdw blurRad="76200" dist="50800" dir="5400000" algn="tl" rotWithShape="0">
                    <a:srgbClr val="000000">
                      <a:alpha val="65000"/>
                    </a:srgbClr>
                  </a:outerShdw>
                </a:effectLst>
                <a:latin typeface="Arial Narrow" pitchFamily="34" charset="0"/>
              </a:endParaRPr>
            </a:p>
          </p:txBody>
        </p:sp>
      </p:grpSp>
    </p:spTree>
    <p:extLst>
      <p:ext uri="{BB962C8B-B14F-4D97-AF65-F5344CB8AC3E}">
        <p14:creationId xmlns:p14="http://schemas.microsoft.com/office/powerpoint/2010/main" val="42513102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18"/>
                                        </p:tgtEl>
                                        <p:attrNameLst>
                                          <p:attrName>style.visibility</p:attrName>
                                        </p:attrNameLst>
                                      </p:cBhvr>
                                      <p:to>
                                        <p:strVal val="visible"/>
                                      </p:to>
                                    </p:set>
                                    <p:anim calcmode="lin" valueType="num">
                                      <p:cBhvr additive="base">
                                        <p:cTn id="7" dur="500" fill="hold"/>
                                        <p:tgtEl>
                                          <p:spTgt spid="18"/>
                                        </p:tgtEl>
                                        <p:attrNameLst>
                                          <p:attrName>ppt_x</p:attrName>
                                        </p:attrNameLst>
                                      </p:cBhvr>
                                      <p:tavLst>
                                        <p:tav tm="0">
                                          <p:val>
                                            <p:strVal val="0-#ppt_w/2"/>
                                          </p:val>
                                        </p:tav>
                                        <p:tav tm="100000">
                                          <p:val>
                                            <p:strVal val="#ppt_x"/>
                                          </p:val>
                                        </p:tav>
                                      </p:tavLst>
                                    </p:anim>
                                    <p:anim calcmode="lin" valueType="num">
                                      <p:cBhvr additive="base">
                                        <p:cTn id="8" dur="500" fill="hold"/>
                                        <p:tgtEl>
                                          <p:spTgt spid="18"/>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3" presetClass="entr" presetSubtype="16" fill="hold" nodeType="afterEffect">
                                  <p:stCondLst>
                                    <p:cond delay="0"/>
                                  </p:stCondLst>
                                  <p:childTnLst>
                                    <p:set>
                                      <p:cBhvr>
                                        <p:cTn id="11" dur="1" fill="hold">
                                          <p:stCondLst>
                                            <p:cond delay="0"/>
                                          </p:stCondLst>
                                        </p:cTn>
                                        <p:tgtEl>
                                          <p:spTgt spid="19"/>
                                        </p:tgtEl>
                                        <p:attrNameLst>
                                          <p:attrName>style.visibility</p:attrName>
                                        </p:attrNameLst>
                                      </p:cBhvr>
                                      <p:to>
                                        <p:strVal val="visible"/>
                                      </p:to>
                                    </p:set>
                                    <p:anim calcmode="lin" valueType="num">
                                      <p:cBhvr>
                                        <p:cTn id="12" dur="500" fill="hold"/>
                                        <p:tgtEl>
                                          <p:spTgt spid="19"/>
                                        </p:tgtEl>
                                        <p:attrNameLst>
                                          <p:attrName>ppt_w</p:attrName>
                                        </p:attrNameLst>
                                      </p:cBhvr>
                                      <p:tavLst>
                                        <p:tav tm="0">
                                          <p:val>
                                            <p:fltVal val="0"/>
                                          </p:val>
                                        </p:tav>
                                        <p:tav tm="100000">
                                          <p:val>
                                            <p:strVal val="#ppt_w"/>
                                          </p:val>
                                        </p:tav>
                                      </p:tavLst>
                                    </p:anim>
                                    <p:anim calcmode="lin" valueType="num">
                                      <p:cBhvr>
                                        <p:cTn id="13" dur="500" fill="hold"/>
                                        <p:tgtEl>
                                          <p:spTgt spid="19"/>
                                        </p:tgtEl>
                                        <p:attrNameLst>
                                          <p:attrName>ppt_h</p:attrName>
                                        </p:attrNameLst>
                                      </p:cBhvr>
                                      <p:tavLst>
                                        <p:tav tm="0">
                                          <p:val>
                                            <p:fltVal val="0"/>
                                          </p:val>
                                        </p:tav>
                                        <p:tav tm="100000">
                                          <p:val>
                                            <p:strVal val="#ppt_h"/>
                                          </p:val>
                                        </p:tav>
                                      </p:tavLst>
                                    </p:anim>
                                  </p:childTnLst>
                                  <p:subTnLst>
                                    <p:set>
                                      <p:cBhvr override="childStyle">
                                        <p:cTn dur="1" fill="hold" display="0" masterRel="nextClick" afterEffect="1"/>
                                        <p:tgtEl>
                                          <p:spTgt spid="19"/>
                                        </p:tgtEl>
                                        <p:attrNameLst>
                                          <p:attrName>style.visibility</p:attrName>
                                        </p:attrNameLst>
                                      </p:cBhvr>
                                      <p:to>
                                        <p:strVal val="hidden"/>
                                      </p:to>
                                    </p:set>
                                  </p:subTnLst>
                                </p:cTn>
                              </p:par>
                            </p:childTnLst>
                          </p:cTn>
                        </p:par>
                      </p:childTnLst>
                    </p:cTn>
                  </p:par>
                  <p:par>
                    <p:cTn id="14" fill="hold">
                      <p:stCondLst>
                        <p:cond delay="indefinite"/>
                      </p:stCondLst>
                      <p:childTnLst>
                        <p:par>
                          <p:cTn id="15" fill="hold">
                            <p:stCondLst>
                              <p:cond delay="0"/>
                            </p:stCondLst>
                            <p:childTnLst>
                              <p:par>
                                <p:cTn id="16" presetID="19" presetClass="entr" presetSubtype="10" fill="hold" nodeType="clickEffect">
                                  <p:stCondLst>
                                    <p:cond delay="0"/>
                                  </p:stCondLst>
                                  <p:childTnLst>
                                    <p:set>
                                      <p:cBhvr>
                                        <p:cTn id="17" dur="1" fill="hold">
                                          <p:stCondLst>
                                            <p:cond delay="0"/>
                                          </p:stCondLst>
                                        </p:cTn>
                                        <p:tgtEl>
                                          <p:spTgt spid="22"/>
                                        </p:tgtEl>
                                        <p:attrNameLst>
                                          <p:attrName>style.visibility</p:attrName>
                                        </p:attrNameLst>
                                      </p:cBhvr>
                                      <p:to>
                                        <p:strVal val="visible"/>
                                      </p:to>
                                    </p:set>
                                    <p:anim calcmode="lin" valueType="num">
                                      <p:cBhvr>
                                        <p:cTn id="18" dur="5000" fill="hold"/>
                                        <p:tgtEl>
                                          <p:spTgt spid="22"/>
                                        </p:tgtEl>
                                        <p:attrNameLst>
                                          <p:attrName>ppt_w</p:attrName>
                                        </p:attrNameLst>
                                      </p:cBhvr>
                                      <p:tavLst>
                                        <p:tav tm="0" fmla="#ppt_w*sin(2.5*pi*$)">
                                          <p:val>
                                            <p:fltVal val="0"/>
                                          </p:val>
                                        </p:tav>
                                        <p:tav tm="100000">
                                          <p:val>
                                            <p:fltVal val="1"/>
                                          </p:val>
                                        </p:tav>
                                      </p:tavLst>
                                    </p:anim>
                                    <p:anim calcmode="lin" valueType="num">
                                      <p:cBhvr>
                                        <p:cTn id="19" dur="5000" fill="hold"/>
                                        <p:tgtEl>
                                          <p:spTgt spid="22"/>
                                        </p:tgtEl>
                                        <p:attrNameLst>
                                          <p:attrName>ppt_h</p:attrName>
                                        </p:attrNameLst>
                                      </p:cBhvr>
                                      <p:tavLst>
                                        <p:tav tm="0">
                                          <p:val>
                                            <p:strVal val="#ppt_h"/>
                                          </p:val>
                                        </p:tav>
                                        <p:tav tm="100000">
                                          <p:val>
                                            <p:strVal val="#ppt_h"/>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8" fill="hold" grpId="0" nodeType="clickEffect">
                                  <p:stCondLst>
                                    <p:cond delay="0"/>
                                  </p:stCondLst>
                                  <p:childTnLst>
                                    <p:set>
                                      <p:cBhvr>
                                        <p:cTn id="23" dur="1" fill="hold">
                                          <p:stCondLst>
                                            <p:cond delay="0"/>
                                          </p:stCondLst>
                                        </p:cTn>
                                        <p:tgtEl>
                                          <p:spTgt spid="20"/>
                                        </p:tgtEl>
                                        <p:attrNameLst>
                                          <p:attrName>style.visibility</p:attrName>
                                        </p:attrNameLst>
                                      </p:cBhvr>
                                      <p:to>
                                        <p:strVal val="visible"/>
                                      </p:to>
                                    </p:set>
                                    <p:anim calcmode="lin" valueType="num">
                                      <p:cBhvr additive="base">
                                        <p:cTn id="24" dur="500" fill="hold"/>
                                        <p:tgtEl>
                                          <p:spTgt spid="20"/>
                                        </p:tgtEl>
                                        <p:attrNameLst>
                                          <p:attrName>ppt_x</p:attrName>
                                        </p:attrNameLst>
                                      </p:cBhvr>
                                      <p:tavLst>
                                        <p:tav tm="0">
                                          <p:val>
                                            <p:strVal val="0-#ppt_w/2"/>
                                          </p:val>
                                        </p:tav>
                                        <p:tav tm="100000">
                                          <p:val>
                                            <p:strVal val="#ppt_x"/>
                                          </p:val>
                                        </p:tav>
                                      </p:tavLst>
                                    </p:anim>
                                    <p:anim calcmode="lin" valueType="num">
                                      <p:cBhvr additive="base">
                                        <p:cTn id="25" dur="500" fill="hold"/>
                                        <p:tgtEl>
                                          <p:spTgt spid="20"/>
                                        </p:tgtEl>
                                        <p:attrNameLst>
                                          <p:attrName>ppt_y</p:attrName>
                                        </p:attrNameLst>
                                      </p:cBhvr>
                                      <p:tavLst>
                                        <p:tav tm="0">
                                          <p:val>
                                            <p:strVal val="#ppt_y"/>
                                          </p:val>
                                        </p:tav>
                                        <p:tav tm="100000">
                                          <p:val>
                                            <p:strVal val="#ppt_y"/>
                                          </p:val>
                                        </p:tav>
                                      </p:tavLst>
                                    </p:anim>
                                  </p:childTnLst>
                                </p:cTn>
                              </p:par>
                            </p:childTnLst>
                          </p:cTn>
                        </p:par>
                        <p:par>
                          <p:cTn id="26" fill="hold">
                            <p:stCondLst>
                              <p:cond delay="500"/>
                            </p:stCondLst>
                            <p:childTnLst>
                              <p:par>
                                <p:cTn id="27" presetID="23" presetClass="entr" presetSubtype="16" fill="hold" nodeType="afterEffect">
                                  <p:stCondLst>
                                    <p:cond delay="0"/>
                                  </p:stCondLst>
                                  <p:childTnLst>
                                    <p:set>
                                      <p:cBhvr>
                                        <p:cTn id="28" dur="1" fill="hold">
                                          <p:stCondLst>
                                            <p:cond delay="0"/>
                                          </p:stCondLst>
                                        </p:cTn>
                                        <p:tgtEl>
                                          <p:spTgt spid="21"/>
                                        </p:tgtEl>
                                        <p:attrNameLst>
                                          <p:attrName>style.visibility</p:attrName>
                                        </p:attrNameLst>
                                      </p:cBhvr>
                                      <p:to>
                                        <p:strVal val="visible"/>
                                      </p:to>
                                    </p:set>
                                    <p:anim calcmode="lin" valueType="num">
                                      <p:cBhvr>
                                        <p:cTn id="29" dur="500" fill="hold"/>
                                        <p:tgtEl>
                                          <p:spTgt spid="21"/>
                                        </p:tgtEl>
                                        <p:attrNameLst>
                                          <p:attrName>ppt_w</p:attrName>
                                        </p:attrNameLst>
                                      </p:cBhvr>
                                      <p:tavLst>
                                        <p:tav tm="0">
                                          <p:val>
                                            <p:fltVal val="0"/>
                                          </p:val>
                                        </p:tav>
                                        <p:tav tm="100000">
                                          <p:val>
                                            <p:strVal val="#ppt_w"/>
                                          </p:val>
                                        </p:tav>
                                      </p:tavLst>
                                    </p:anim>
                                    <p:anim calcmode="lin" valueType="num">
                                      <p:cBhvr>
                                        <p:cTn id="30" dur="500" fill="hold"/>
                                        <p:tgtEl>
                                          <p:spTgt spid="21"/>
                                        </p:tgtEl>
                                        <p:attrNameLst>
                                          <p:attrName>ppt_h</p:attrName>
                                        </p:attrNameLst>
                                      </p:cBhvr>
                                      <p:tavLst>
                                        <p:tav tm="0">
                                          <p:val>
                                            <p:fltVal val="0"/>
                                          </p:val>
                                        </p:tav>
                                        <p:tav tm="100000">
                                          <p:val>
                                            <p:strVal val="#ppt_h"/>
                                          </p:val>
                                        </p:tav>
                                      </p:tavLst>
                                    </p:anim>
                                  </p:childTnLst>
                                  <p:subTnLst>
                                    <p:set>
                                      <p:cBhvr override="childStyle">
                                        <p:cTn dur="1" fill="hold" display="0" masterRel="nextClick" afterEffect="1"/>
                                        <p:tgtEl>
                                          <p:spTgt spid="21"/>
                                        </p:tgtEl>
                                        <p:attrNameLst>
                                          <p:attrName>style.visibility</p:attrName>
                                        </p:attrNameLst>
                                      </p:cBhvr>
                                      <p:to>
                                        <p:strVal val="hidden"/>
                                      </p:to>
                                    </p:set>
                                  </p:subTnLst>
                                </p:cTn>
                              </p:par>
                            </p:childTnLst>
                          </p:cTn>
                        </p:par>
                      </p:childTnLst>
                    </p:cTn>
                  </p:par>
                  <p:par>
                    <p:cTn id="31" fill="hold">
                      <p:stCondLst>
                        <p:cond delay="indefinite"/>
                      </p:stCondLst>
                      <p:childTnLst>
                        <p:par>
                          <p:cTn id="32" fill="hold">
                            <p:stCondLst>
                              <p:cond delay="0"/>
                            </p:stCondLst>
                            <p:childTnLst>
                              <p:par>
                                <p:cTn id="33" presetID="19" presetClass="entr" presetSubtype="10" fill="hold" nodeType="clickEffect">
                                  <p:stCondLst>
                                    <p:cond delay="0"/>
                                  </p:stCondLst>
                                  <p:childTnLst>
                                    <p:set>
                                      <p:cBhvr>
                                        <p:cTn id="34" dur="1" fill="hold">
                                          <p:stCondLst>
                                            <p:cond delay="0"/>
                                          </p:stCondLst>
                                        </p:cTn>
                                        <p:tgtEl>
                                          <p:spTgt spid="25"/>
                                        </p:tgtEl>
                                        <p:attrNameLst>
                                          <p:attrName>style.visibility</p:attrName>
                                        </p:attrNameLst>
                                      </p:cBhvr>
                                      <p:to>
                                        <p:strVal val="visible"/>
                                      </p:to>
                                    </p:set>
                                    <p:anim calcmode="lin" valueType="num">
                                      <p:cBhvr>
                                        <p:cTn id="35" dur="5000" fill="hold"/>
                                        <p:tgtEl>
                                          <p:spTgt spid="25"/>
                                        </p:tgtEl>
                                        <p:attrNameLst>
                                          <p:attrName>ppt_w</p:attrName>
                                        </p:attrNameLst>
                                      </p:cBhvr>
                                      <p:tavLst>
                                        <p:tav tm="0" fmla="#ppt_w*sin(2.5*pi*$)">
                                          <p:val>
                                            <p:fltVal val="0"/>
                                          </p:val>
                                        </p:tav>
                                        <p:tav tm="100000">
                                          <p:val>
                                            <p:fltVal val="1"/>
                                          </p:val>
                                        </p:tav>
                                      </p:tavLst>
                                    </p:anim>
                                    <p:anim calcmode="lin" valueType="num">
                                      <p:cBhvr>
                                        <p:cTn id="36" dur="5000" fill="hold"/>
                                        <p:tgtEl>
                                          <p:spTgt spid="25"/>
                                        </p:tgtEl>
                                        <p:attrNameLst>
                                          <p:attrName>ppt_h</p:attrName>
                                        </p:attrNameLst>
                                      </p:cBhvr>
                                      <p:tavLst>
                                        <p:tav tm="0">
                                          <p:val>
                                            <p:strVal val="#ppt_h"/>
                                          </p:val>
                                        </p:tav>
                                        <p:tav tm="100000">
                                          <p:val>
                                            <p:strVal val="#ppt_h"/>
                                          </p:val>
                                        </p:tav>
                                      </p:tavLst>
                                    </p:anim>
                                  </p:childTnLst>
                                </p:cTn>
                              </p:par>
                            </p:childTnLst>
                          </p:cTn>
                        </p:par>
                        <p:par>
                          <p:cTn id="37" fill="hold">
                            <p:stCondLst>
                              <p:cond delay="5000"/>
                            </p:stCondLst>
                            <p:childTnLst>
                              <p:par>
                                <p:cTn id="38" presetID="22" presetClass="entr" presetSubtype="1" fill="hold" grpId="0" nodeType="afterEffect">
                                  <p:stCondLst>
                                    <p:cond delay="0"/>
                                  </p:stCondLst>
                                  <p:childTnLst>
                                    <p:set>
                                      <p:cBhvr>
                                        <p:cTn id="39" dur="1" fill="hold">
                                          <p:stCondLst>
                                            <p:cond delay="0"/>
                                          </p:stCondLst>
                                        </p:cTn>
                                        <p:tgtEl>
                                          <p:spTgt spid="7"/>
                                        </p:tgtEl>
                                        <p:attrNameLst>
                                          <p:attrName>style.visibility</p:attrName>
                                        </p:attrNameLst>
                                      </p:cBhvr>
                                      <p:to>
                                        <p:strVal val="visible"/>
                                      </p:to>
                                    </p:set>
                                    <p:animEffect transition="in" filter="wipe(up)">
                                      <p:cBhvr>
                                        <p:cTn id="40" dur="1000"/>
                                        <p:tgtEl>
                                          <p:spTgt spid="7"/>
                                        </p:tgtEl>
                                      </p:cBhvr>
                                    </p:animEffect>
                                  </p:childTnLst>
                                </p:cTn>
                              </p:par>
                            </p:childTnLst>
                          </p:cTn>
                        </p:par>
                        <p:par>
                          <p:cTn id="41" fill="hold">
                            <p:stCondLst>
                              <p:cond delay="6000"/>
                            </p:stCondLst>
                            <p:childTnLst>
                              <p:par>
                                <p:cTn id="42" presetID="1" presetClass="entr" presetSubtype="0" fill="hold" nodeType="afterEffect">
                                  <p:stCondLst>
                                    <p:cond delay="0"/>
                                  </p:stCondLst>
                                  <p:childTnLst>
                                    <p:set>
                                      <p:cBhvr>
                                        <p:cTn id="43" dur="1" fill="hold">
                                          <p:stCondLst>
                                            <p:cond delay="499"/>
                                          </p:stCondLst>
                                        </p:cTn>
                                        <p:tgtEl>
                                          <p:spTgt spid="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18" grpId="0" animBg="1" autoUpdateAnimBg="0"/>
      <p:bldP spid="20" grpId="0" animBg="1" autoUpdateAnimBg="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4" name="Grupo 43">
            <a:extLst>
              <a:ext uri="{FF2B5EF4-FFF2-40B4-BE49-F238E27FC236}">
                <a16:creationId xmlns:a16="http://schemas.microsoft.com/office/drawing/2014/main" id="{FF5B2446-E3E4-13F5-444D-D892CA60B9C5}"/>
              </a:ext>
            </a:extLst>
          </p:cNvPr>
          <p:cNvGrpSpPr/>
          <p:nvPr/>
        </p:nvGrpSpPr>
        <p:grpSpPr>
          <a:xfrm>
            <a:off x="5726956" y="1144986"/>
            <a:ext cx="5181566" cy="1163019"/>
            <a:chOff x="5726956" y="1144986"/>
            <a:chExt cx="5181566" cy="1163019"/>
          </a:xfrm>
        </p:grpSpPr>
        <p:sp>
          <p:nvSpPr>
            <p:cNvPr id="41" name="Rectangle 7">
              <a:extLst>
                <a:ext uri="{FF2B5EF4-FFF2-40B4-BE49-F238E27FC236}">
                  <a16:creationId xmlns:a16="http://schemas.microsoft.com/office/drawing/2014/main" id="{8259D78A-9333-7D5A-5A6F-5CA6037A45F9}"/>
                </a:ext>
              </a:extLst>
            </p:cNvPr>
            <p:cNvSpPr>
              <a:spLocks noChangeArrowheads="1"/>
            </p:cNvSpPr>
            <p:nvPr/>
          </p:nvSpPr>
          <p:spPr bwMode="auto">
            <a:xfrm>
              <a:off x="10224309" y="1144986"/>
              <a:ext cx="684213" cy="685801"/>
            </a:xfrm>
            <a:prstGeom prst="rect">
              <a:avLst/>
            </a:prstGeom>
            <a:solidFill>
              <a:schemeClr val="bg1">
                <a:lumMod val="85000"/>
              </a:schemeClr>
            </a:solidFill>
            <a:ln w="38100">
              <a:solidFill>
                <a:schemeClr val="tx1"/>
              </a:solidFill>
              <a:miter lim="800000"/>
              <a:headEnd/>
              <a:tailEnd/>
            </a:ln>
          </p:spPr>
          <p:txBody>
            <a:bodyPr wrap="none" anchor="ctr"/>
            <a:lstStyle/>
            <a:p>
              <a:endParaRPr lang="es-ES" sz="3200">
                <a:latin typeface="Arial Narrow" pitchFamily="34" charset="0"/>
              </a:endParaRPr>
            </a:p>
          </p:txBody>
        </p:sp>
        <p:grpSp>
          <p:nvGrpSpPr>
            <p:cNvPr id="5" name="Group 2">
              <a:extLst>
                <a:ext uri="{FF2B5EF4-FFF2-40B4-BE49-F238E27FC236}">
                  <a16:creationId xmlns:a16="http://schemas.microsoft.com/office/drawing/2014/main" id="{ADAB476B-9B48-403D-9707-F2A4A5901358}"/>
                </a:ext>
              </a:extLst>
            </p:cNvPr>
            <p:cNvGrpSpPr>
              <a:grpSpLocks/>
            </p:cNvGrpSpPr>
            <p:nvPr/>
          </p:nvGrpSpPr>
          <p:grpSpPr bwMode="auto">
            <a:xfrm>
              <a:off x="5726956" y="1145954"/>
              <a:ext cx="4495800" cy="1162051"/>
              <a:chOff x="2736" y="1623"/>
              <a:chExt cx="2832" cy="732"/>
            </a:xfrm>
            <a:solidFill>
              <a:schemeClr val="bg1">
                <a:lumMod val="85000"/>
              </a:schemeClr>
            </a:solidFill>
          </p:grpSpPr>
          <p:sp>
            <p:nvSpPr>
              <p:cNvPr id="6" name="Rectangle 3">
                <a:extLst>
                  <a:ext uri="{FF2B5EF4-FFF2-40B4-BE49-F238E27FC236}">
                    <a16:creationId xmlns:a16="http://schemas.microsoft.com/office/drawing/2014/main" id="{D84CFBC8-763C-4064-B09D-06E876C879BE}"/>
                  </a:ext>
                </a:extLst>
              </p:cNvPr>
              <p:cNvSpPr>
                <a:spLocks noChangeArrowheads="1"/>
              </p:cNvSpPr>
              <p:nvPr/>
            </p:nvSpPr>
            <p:spPr bwMode="auto">
              <a:xfrm>
                <a:off x="3415" y="1623"/>
                <a:ext cx="431" cy="432"/>
              </a:xfrm>
              <a:prstGeom prst="rect">
                <a:avLst/>
              </a:prstGeom>
              <a:grpFill/>
              <a:ln w="38100">
                <a:solidFill>
                  <a:schemeClr val="tx1"/>
                </a:solidFill>
                <a:miter lim="800000"/>
                <a:headEnd/>
                <a:tailEnd/>
              </a:ln>
            </p:spPr>
            <p:txBody>
              <a:bodyPr wrap="none" anchor="ctr"/>
              <a:lstStyle/>
              <a:p>
                <a:endParaRPr lang="es-ES" sz="3200">
                  <a:latin typeface="Arial Narrow" pitchFamily="34" charset="0"/>
                </a:endParaRPr>
              </a:p>
            </p:txBody>
          </p:sp>
          <p:sp>
            <p:nvSpPr>
              <p:cNvPr id="8" name="Rectangle 4">
                <a:extLst>
                  <a:ext uri="{FF2B5EF4-FFF2-40B4-BE49-F238E27FC236}">
                    <a16:creationId xmlns:a16="http://schemas.microsoft.com/office/drawing/2014/main" id="{DEEC4E27-C2A9-4B20-9B47-79D7CBDE0367}"/>
                  </a:ext>
                </a:extLst>
              </p:cNvPr>
              <p:cNvSpPr>
                <a:spLocks noChangeArrowheads="1"/>
              </p:cNvSpPr>
              <p:nvPr/>
            </p:nvSpPr>
            <p:spPr bwMode="auto">
              <a:xfrm>
                <a:off x="3846" y="1623"/>
                <a:ext cx="430" cy="432"/>
              </a:xfrm>
              <a:prstGeom prst="rect">
                <a:avLst/>
              </a:prstGeom>
              <a:grpFill/>
              <a:ln w="38100">
                <a:solidFill>
                  <a:schemeClr val="tx1"/>
                </a:solidFill>
                <a:miter lim="800000"/>
                <a:headEnd/>
                <a:tailEnd/>
              </a:ln>
            </p:spPr>
            <p:txBody>
              <a:bodyPr wrap="none" anchor="ctr"/>
              <a:lstStyle/>
              <a:p>
                <a:endParaRPr lang="es-ES" sz="3200">
                  <a:latin typeface="Arial Narrow" pitchFamily="34" charset="0"/>
                </a:endParaRPr>
              </a:p>
            </p:txBody>
          </p:sp>
          <p:sp>
            <p:nvSpPr>
              <p:cNvPr id="9" name="Rectangle 5">
                <a:extLst>
                  <a:ext uri="{FF2B5EF4-FFF2-40B4-BE49-F238E27FC236}">
                    <a16:creationId xmlns:a16="http://schemas.microsoft.com/office/drawing/2014/main" id="{74840B74-DFD9-4155-A73B-50792ADAA206}"/>
                  </a:ext>
                </a:extLst>
              </p:cNvPr>
              <p:cNvSpPr>
                <a:spLocks noChangeArrowheads="1"/>
              </p:cNvSpPr>
              <p:nvPr/>
            </p:nvSpPr>
            <p:spPr bwMode="auto">
              <a:xfrm>
                <a:off x="4276" y="1623"/>
                <a:ext cx="431" cy="432"/>
              </a:xfrm>
              <a:prstGeom prst="rect">
                <a:avLst/>
              </a:prstGeom>
              <a:grpFill/>
              <a:ln w="38100">
                <a:solidFill>
                  <a:schemeClr val="tx1"/>
                </a:solidFill>
                <a:miter lim="800000"/>
                <a:headEnd/>
                <a:tailEnd/>
              </a:ln>
            </p:spPr>
            <p:txBody>
              <a:bodyPr wrap="none" anchor="ctr"/>
              <a:lstStyle/>
              <a:p>
                <a:endParaRPr lang="es-ES" sz="3200">
                  <a:latin typeface="Arial Narrow" pitchFamily="34" charset="0"/>
                </a:endParaRPr>
              </a:p>
            </p:txBody>
          </p:sp>
          <p:sp>
            <p:nvSpPr>
              <p:cNvPr id="10" name="Rectangle 6">
                <a:extLst>
                  <a:ext uri="{FF2B5EF4-FFF2-40B4-BE49-F238E27FC236}">
                    <a16:creationId xmlns:a16="http://schemas.microsoft.com/office/drawing/2014/main" id="{E8F3A67B-CE6A-4EB5-8A24-FC20FB7FE102}"/>
                  </a:ext>
                </a:extLst>
              </p:cNvPr>
              <p:cNvSpPr>
                <a:spLocks noChangeArrowheads="1"/>
              </p:cNvSpPr>
              <p:nvPr/>
            </p:nvSpPr>
            <p:spPr bwMode="auto">
              <a:xfrm>
                <a:off x="4707" y="1623"/>
                <a:ext cx="430" cy="432"/>
              </a:xfrm>
              <a:prstGeom prst="rect">
                <a:avLst/>
              </a:prstGeom>
              <a:grpFill/>
              <a:ln w="38100">
                <a:solidFill>
                  <a:schemeClr val="tx1"/>
                </a:solidFill>
                <a:miter lim="800000"/>
                <a:headEnd/>
                <a:tailEnd/>
              </a:ln>
            </p:spPr>
            <p:txBody>
              <a:bodyPr wrap="none" anchor="ctr"/>
              <a:lstStyle/>
              <a:p>
                <a:endParaRPr lang="es-ES" sz="3200">
                  <a:latin typeface="Arial Narrow" pitchFamily="34" charset="0"/>
                </a:endParaRPr>
              </a:p>
            </p:txBody>
          </p:sp>
          <p:sp>
            <p:nvSpPr>
              <p:cNvPr id="11" name="Rectangle 7">
                <a:extLst>
                  <a:ext uri="{FF2B5EF4-FFF2-40B4-BE49-F238E27FC236}">
                    <a16:creationId xmlns:a16="http://schemas.microsoft.com/office/drawing/2014/main" id="{0BD33866-9901-4212-BFAD-CC37158FC41B}"/>
                  </a:ext>
                </a:extLst>
              </p:cNvPr>
              <p:cNvSpPr>
                <a:spLocks noChangeArrowheads="1"/>
              </p:cNvSpPr>
              <p:nvPr/>
            </p:nvSpPr>
            <p:spPr bwMode="auto">
              <a:xfrm>
                <a:off x="5137" y="1623"/>
                <a:ext cx="431" cy="432"/>
              </a:xfrm>
              <a:prstGeom prst="rect">
                <a:avLst/>
              </a:prstGeom>
              <a:grpFill/>
              <a:ln w="38100">
                <a:solidFill>
                  <a:schemeClr val="tx1"/>
                </a:solidFill>
                <a:miter lim="800000"/>
                <a:headEnd/>
                <a:tailEnd/>
              </a:ln>
            </p:spPr>
            <p:txBody>
              <a:bodyPr wrap="none" anchor="ctr"/>
              <a:lstStyle/>
              <a:p>
                <a:endParaRPr lang="es-ES" sz="3200">
                  <a:latin typeface="Arial Narrow" pitchFamily="34" charset="0"/>
                </a:endParaRPr>
              </a:p>
            </p:txBody>
          </p:sp>
          <p:sp>
            <p:nvSpPr>
              <p:cNvPr id="12" name="Text Box 8">
                <a:extLst>
                  <a:ext uri="{FF2B5EF4-FFF2-40B4-BE49-F238E27FC236}">
                    <a16:creationId xmlns:a16="http://schemas.microsoft.com/office/drawing/2014/main" id="{1FD0DADD-6060-4951-A7FC-9F98005257DA}"/>
                  </a:ext>
                </a:extLst>
              </p:cNvPr>
              <p:cNvSpPr txBox="1">
                <a:spLocks noChangeArrowheads="1"/>
              </p:cNvSpPr>
              <p:nvPr/>
            </p:nvSpPr>
            <p:spPr bwMode="auto">
              <a:xfrm>
                <a:off x="2736" y="1651"/>
                <a:ext cx="715" cy="365"/>
              </a:xfrm>
              <a:prstGeom prst="rect">
                <a:avLst/>
              </a:prstGeom>
              <a:noFill/>
              <a:ln w="9525">
                <a:noFill/>
                <a:miter lim="800000"/>
                <a:headEnd/>
                <a:tailEnd/>
              </a:ln>
            </p:spPr>
            <p:txBody>
              <a:bodyPr>
                <a:spAutoFit/>
              </a:bodyPr>
              <a:lstStyle/>
              <a:p>
                <a:pPr algn="l">
                  <a:spcBef>
                    <a:spcPct val="50000"/>
                  </a:spcBef>
                </a:pPr>
                <a:r>
                  <a:rPr lang="es-MX" sz="3200" b="1" dirty="0">
                    <a:latin typeface="Arial Narrow" pitchFamily="34" charset="0"/>
                  </a:rPr>
                  <a:t>VEC</a:t>
                </a:r>
                <a:endParaRPr lang="es-ES" sz="3200" b="1" dirty="0">
                  <a:latin typeface="Arial Narrow" pitchFamily="34" charset="0"/>
                </a:endParaRPr>
              </a:p>
            </p:txBody>
          </p:sp>
          <p:sp>
            <p:nvSpPr>
              <p:cNvPr id="13" name="Text Box 9">
                <a:extLst>
                  <a:ext uri="{FF2B5EF4-FFF2-40B4-BE49-F238E27FC236}">
                    <a16:creationId xmlns:a16="http://schemas.microsoft.com/office/drawing/2014/main" id="{25BB948E-0F06-4EE8-9438-C33DB28A2D00}"/>
                  </a:ext>
                </a:extLst>
              </p:cNvPr>
              <p:cNvSpPr txBox="1">
                <a:spLocks noChangeArrowheads="1"/>
              </p:cNvSpPr>
              <p:nvPr/>
            </p:nvSpPr>
            <p:spPr bwMode="auto">
              <a:xfrm>
                <a:off x="3451" y="2064"/>
                <a:ext cx="2069" cy="291"/>
              </a:xfrm>
              <a:prstGeom prst="rect">
                <a:avLst/>
              </a:prstGeom>
              <a:noFill/>
              <a:ln w="9525">
                <a:noFill/>
                <a:miter lim="800000"/>
                <a:headEnd/>
                <a:tailEnd/>
              </a:ln>
            </p:spPr>
            <p:txBody>
              <a:bodyPr wrap="square">
                <a:spAutoFit/>
              </a:bodyPr>
              <a:lstStyle/>
              <a:p>
                <a:pPr algn="l">
                  <a:spcBef>
                    <a:spcPct val="50000"/>
                  </a:spcBef>
                </a:pPr>
                <a:r>
                  <a:rPr lang="es-MX" sz="2400" dirty="0">
                    <a:latin typeface="Arial Narrow" pitchFamily="34" charset="0"/>
                  </a:rPr>
                  <a:t>  0       1        2        3        4 </a:t>
                </a:r>
                <a:endParaRPr lang="es-ES" sz="2400" dirty="0">
                  <a:latin typeface="Arial Narrow" pitchFamily="34" charset="0"/>
                </a:endParaRPr>
              </a:p>
            </p:txBody>
          </p:sp>
          <p:sp>
            <p:nvSpPr>
              <p:cNvPr id="14" name="Rectangle 10">
                <a:extLst>
                  <a:ext uri="{FF2B5EF4-FFF2-40B4-BE49-F238E27FC236}">
                    <a16:creationId xmlns:a16="http://schemas.microsoft.com/office/drawing/2014/main" id="{F87232AA-B83C-4968-8DE2-CCD04E51F206}"/>
                  </a:ext>
                </a:extLst>
              </p:cNvPr>
              <p:cNvSpPr>
                <a:spLocks noChangeArrowheads="1"/>
              </p:cNvSpPr>
              <p:nvPr/>
            </p:nvSpPr>
            <p:spPr bwMode="auto">
              <a:xfrm>
                <a:off x="5184" y="1642"/>
                <a:ext cx="336" cy="384"/>
              </a:xfrm>
              <a:prstGeom prst="rect">
                <a:avLst/>
              </a:prstGeom>
              <a:grpFill/>
              <a:ln w="9525" cap="flat" cmpd="sng" algn="ctr">
                <a:solidFill>
                  <a:schemeClr val="tx1"/>
                </a:solidFill>
                <a:prstDash val="solid"/>
                <a:headEnd/>
                <a:tailEnd/>
              </a:ln>
              <a:effectLst>
                <a:outerShdw blurRad="63500" dist="25400" dir="5400000" rotWithShape="0">
                  <a:srgbClr val="000000">
                    <a:alpha val="43137"/>
                  </a:srgbClr>
                </a:outerShdw>
              </a:effectLst>
            </p:spPr>
            <p:txBody>
              <a:bodyPr wrap="none" anchor="ct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fontAlgn="base">
                  <a:spcBef>
                    <a:spcPct val="0"/>
                  </a:spcBef>
                  <a:spcAft>
                    <a:spcPct val="0"/>
                  </a:spcAft>
                </a:pPr>
                <a:r>
                  <a:rPr lang="es-MX" sz="3600" b="1" kern="0" spc="50" dirty="0">
                    <a:ln w="11430"/>
                    <a:effectLst>
                      <a:outerShdw blurRad="76200" dist="50800" dir="5400000" algn="tl" rotWithShape="0">
                        <a:srgbClr val="000000">
                          <a:alpha val="65000"/>
                        </a:srgbClr>
                      </a:outerShdw>
                    </a:effectLst>
                    <a:latin typeface="Arial Narrow" pitchFamily="34" charset="0"/>
                  </a:rPr>
                  <a:t>9</a:t>
                </a:r>
                <a:endParaRPr lang="es-ES" sz="3600" b="1" kern="0" spc="50" dirty="0">
                  <a:ln w="11430"/>
                  <a:effectLst>
                    <a:outerShdw blurRad="76200" dist="50800" dir="5400000" algn="tl" rotWithShape="0">
                      <a:srgbClr val="000000">
                        <a:alpha val="65000"/>
                      </a:srgbClr>
                    </a:outerShdw>
                  </a:effectLst>
                  <a:latin typeface="Arial Narrow" pitchFamily="34" charset="0"/>
                </a:endParaRPr>
              </a:p>
            </p:txBody>
          </p:sp>
          <p:sp>
            <p:nvSpPr>
              <p:cNvPr id="15" name="Rectangle 11">
                <a:extLst>
                  <a:ext uri="{FF2B5EF4-FFF2-40B4-BE49-F238E27FC236}">
                    <a16:creationId xmlns:a16="http://schemas.microsoft.com/office/drawing/2014/main" id="{29714050-AEC1-487A-8925-A66AB6102B13}"/>
                  </a:ext>
                </a:extLst>
              </p:cNvPr>
              <p:cNvSpPr>
                <a:spLocks noChangeArrowheads="1"/>
              </p:cNvSpPr>
              <p:nvPr/>
            </p:nvSpPr>
            <p:spPr bwMode="auto">
              <a:xfrm>
                <a:off x="4752" y="1646"/>
                <a:ext cx="336" cy="384"/>
              </a:xfrm>
              <a:prstGeom prst="rect">
                <a:avLst/>
              </a:prstGeom>
              <a:grpFill/>
              <a:ln w="9525" cap="flat" cmpd="sng" algn="ctr">
                <a:solidFill>
                  <a:schemeClr val="tx1"/>
                </a:solidFill>
                <a:prstDash val="solid"/>
                <a:headEnd/>
                <a:tailEnd/>
              </a:ln>
              <a:effectLst>
                <a:outerShdw blurRad="63500" dist="25400" dir="5400000" rotWithShape="0">
                  <a:srgbClr val="000000">
                    <a:alpha val="43137"/>
                  </a:srgbClr>
                </a:outerShdw>
              </a:effectLst>
            </p:spPr>
            <p:txBody>
              <a:bodyPr wrap="none" anchor="ct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fontAlgn="base">
                  <a:spcBef>
                    <a:spcPct val="0"/>
                  </a:spcBef>
                  <a:spcAft>
                    <a:spcPct val="0"/>
                  </a:spcAft>
                </a:pPr>
                <a:r>
                  <a:rPr lang="es-MX" sz="3600" b="1" kern="0" spc="50" dirty="0">
                    <a:ln w="11430"/>
                    <a:effectLst>
                      <a:outerShdw blurRad="76200" dist="50800" dir="5400000" algn="tl" rotWithShape="0">
                        <a:srgbClr val="000000">
                          <a:alpha val="65000"/>
                        </a:srgbClr>
                      </a:outerShdw>
                    </a:effectLst>
                    <a:latin typeface="Arial Narrow" pitchFamily="34" charset="0"/>
                  </a:rPr>
                  <a:t>10</a:t>
                </a:r>
                <a:endParaRPr lang="es-ES" sz="3600" b="1" kern="0" spc="50" dirty="0">
                  <a:ln w="11430"/>
                  <a:effectLst>
                    <a:outerShdw blurRad="76200" dist="50800" dir="5400000" algn="tl" rotWithShape="0">
                      <a:srgbClr val="000000">
                        <a:alpha val="65000"/>
                      </a:srgbClr>
                    </a:outerShdw>
                  </a:effectLst>
                  <a:latin typeface="Arial Narrow" pitchFamily="34" charset="0"/>
                </a:endParaRPr>
              </a:p>
            </p:txBody>
          </p:sp>
          <p:sp>
            <p:nvSpPr>
              <p:cNvPr id="16" name="Rectangle 12">
                <a:extLst>
                  <a:ext uri="{FF2B5EF4-FFF2-40B4-BE49-F238E27FC236}">
                    <a16:creationId xmlns:a16="http://schemas.microsoft.com/office/drawing/2014/main" id="{F185CF11-C56E-47AB-8B89-264156A4E820}"/>
                  </a:ext>
                </a:extLst>
              </p:cNvPr>
              <p:cNvSpPr>
                <a:spLocks noChangeArrowheads="1"/>
              </p:cNvSpPr>
              <p:nvPr/>
            </p:nvSpPr>
            <p:spPr bwMode="auto">
              <a:xfrm>
                <a:off x="4320" y="1646"/>
                <a:ext cx="336" cy="384"/>
              </a:xfrm>
              <a:prstGeom prst="rect">
                <a:avLst/>
              </a:prstGeom>
              <a:grpFill/>
              <a:ln w="9525" cap="flat" cmpd="sng" algn="ctr">
                <a:solidFill>
                  <a:schemeClr val="tx1"/>
                </a:solidFill>
                <a:prstDash val="solid"/>
                <a:headEnd/>
                <a:tailEnd/>
              </a:ln>
              <a:effectLst>
                <a:outerShdw blurRad="63500" dist="25400" dir="5400000" rotWithShape="0">
                  <a:srgbClr val="000000">
                    <a:alpha val="43137"/>
                  </a:srgbClr>
                </a:outerShdw>
              </a:effectLst>
            </p:spPr>
            <p:txBody>
              <a:bodyPr wrap="none" anchor="ct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fontAlgn="base">
                  <a:spcBef>
                    <a:spcPct val="0"/>
                  </a:spcBef>
                  <a:spcAft>
                    <a:spcPct val="0"/>
                  </a:spcAft>
                </a:pPr>
                <a:r>
                  <a:rPr lang="es-MX" sz="3600" b="1" kern="0" spc="50" dirty="0">
                    <a:ln w="11430"/>
                    <a:effectLst>
                      <a:outerShdw blurRad="76200" dist="50800" dir="5400000" algn="tl" rotWithShape="0">
                        <a:srgbClr val="000000">
                          <a:alpha val="65000"/>
                        </a:srgbClr>
                      </a:outerShdw>
                    </a:effectLst>
                    <a:latin typeface="Arial Narrow" pitchFamily="34" charset="0"/>
                  </a:rPr>
                  <a:t>8</a:t>
                </a:r>
                <a:endParaRPr lang="es-ES" sz="3600" b="1" kern="0" spc="50" dirty="0">
                  <a:ln w="11430"/>
                  <a:effectLst>
                    <a:outerShdw blurRad="76200" dist="50800" dir="5400000" algn="tl" rotWithShape="0">
                      <a:srgbClr val="000000">
                        <a:alpha val="65000"/>
                      </a:srgbClr>
                    </a:outerShdw>
                  </a:effectLst>
                  <a:latin typeface="Arial Narrow" pitchFamily="34" charset="0"/>
                </a:endParaRPr>
              </a:p>
            </p:txBody>
          </p:sp>
          <p:sp>
            <p:nvSpPr>
              <p:cNvPr id="17" name="Rectangle 13">
                <a:extLst>
                  <a:ext uri="{FF2B5EF4-FFF2-40B4-BE49-F238E27FC236}">
                    <a16:creationId xmlns:a16="http://schemas.microsoft.com/office/drawing/2014/main" id="{64EE032F-143A-4FAA-8749-0591B7E3C6C1}"/>
                  </a:ext>
                </a:extLst>
              </p:cNvPr>
              <p:cNvSpPr>
                <a:spLocks noChangeArrowheads="1"/>
              </p:cNvSpPr>
              <p:nvPr/>
            </p:nvSpPr>
            <p:spPr bwMode="auto">
              <a:xfrm>
                <a:off x="3888" y="1646"/>
                <a:ext cx="336" cy="384"/>
              </a:xfrm>
              <a:prstGeom prst="rect">
                <a:avLst/>
              </a:prstGeom>
              <a:grpFill/>
              <a:ln w="9525" cap="flat" cmpd="sng" algn="ctr">
                <a:solidFill>
                  <a:schemeClr val="tx1"/>
                </a:solidFill>
                <a:prstDash val="solid"/>
                <a:headEnd/>
                <a:tailEnd/>
              </a:ln>
              <a:effectLst>
                <a:outerShdw blurRad="63500" dist="25400" dir="5400000" rotWithShape="0">
                  <a:srgbClr val="000000">
                    <a:alpha val="43137"/>
                  </a:srgbClr>
                </a:outerShdw>
              </a:effectLst>
            </p:spPr>
            <p:txBody>
              <a:bodyPr wrap="none" anchor="ct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fontAlgn="base">
                  <a:spcBef>
                    <a:spcPct val="0"/>
                  </a:spcBef>
                  <a:spcAft>
                    <a:spcPct val="0"/>
                  </a:spcAft>
                </a:pPr>
                <a:r>
                  <a:rPr lang="es-MX" sz="3600" b="1" kern="0" spc="50" dirty="0">
                    <a:ln w="11430"/>
                    <a:effectLst>
                      <a:outerShdw blurRad="76200" dist="50800" dir="5400000" algn="tl" rotWithShape="0">
                        <a:srgbClr val="000000">
                          <a:alpha val="65000"/>
                        </a:srgbClr>
                      </a:outerShdw>
                    </a:effectLst>
                    <a:latin typeface="Arial Narrow" pitchFamily="34" charset="0"/>
                  </a:rPr>
                  <a:t>7</a:t>
                </a:r>
                <a:endParaRPr lang="es-ES" sz="3600" b="1" kern="0" spc="50" dirty="0">
                  <a:ln w="11430"/>
                  <a:effectLst>
                    <a:outerShdw blurRad="76200" dist="50800" dir="5400000" algn="tl" rotWithShape="0">
                      <a:srgbClr val="000000">
                        <a:alpha val="65000"/>
                      </a:srgbClr>
                    </a:outerShdw>
                  </a:effectLst>
                  <a:latin typeface="Arial Narrow" pitchFamily="34" charset="0"/>
                </a:endParaRPr>
              </a:p>
            </p:txBody>
          </p:sp>
          <p:sp>
            <p:nvSpPr>
              <p:cNvPr id="18" name="Rectangle 14">
                <a:extLst>
                  <a:ext uri="{FF2B5EF4-FFF2-40B4-BE49-F238E27FC236}">
                    <a16:creationId xmlns:a16="http://schemas.microsoft.com/office/drawing/2014/main" id="{39105C15-E945-4F1A-8F4A-E115E86AD64D}"/>
                  </a:ext>
                </a:extLst>
              </p:cNvPr>
              <p:cNvSpPr>
                <a:spLocks noChangeArrowheads="1"/>
              </p:cNvSpPr>
              <p:nvPr/>
            </p:nvSpPr>
            <p:spPr bwMode="auto">
              <a:xfrm>
                <a:off x="3456" y="1646"/>
                <a:ext cx="336" cy="384"/>
              </a:xfrm>
              <a:prstGeom prst="rect">
                <a:avLst/>
              </a:prstGeom>
              <a:grpFill/>
              <a:ln w="9525" cap="flat" cmpd="sng" algn="ctr">
                <a:solidFill>
                  <a:schemeClr val="tx1"/>
                </a:solidFill>
                <a:prstDash val="solid"/>
                <a:headEnd/>
                <a:tailEnd/>
              </a:ln>
              <a:effectLst>
                <a:outerShdw blurRad="63500" dist="25400" dir="5400000" rotWithShape="0">
                  <a:srgbClr val="000000">
                    <a:alpha val="43137"/>
                  </a:srgbClr>
                </a:outerShdw>
              </a:effectLst>
            </p:spPr>
            <p:txBody>
              <a:bodyPr wrap="none" anchor="ct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fontAlgn="base">
                  <a:spcBef>
                    <a:spcPct val="0"/>
                  </a:spcBef>
                  <a:spcAft>
                    <a:spcPct val="0"/>
                  </a:spcAft>
                </a:pPr>
                <a:r>
                  <a:rPr lang="es-MX" sz="3600" b="1" kern="0" spc="50" dirty="0">
                    <a:ln w="11430"/>
                    <a:effectLst>
                      <a:outerShdw blurRad="76200" dist="50800" dir="5400000" algn="tl" rotWithShape="0">
                        <a:srgbClr val="000000">
                          <a:alpha val="65000"/>
                        </a:srgbClr>
                      </a:outerShdw>
                    </a:effectLst>
                    <a:latin typeface="Arial Narrow" pitchFamily="34" charset="0"/>
                  </a:rPr>
                  <a:t>6</a:t>
                </a:r>
                <a:endParaRPr lang="es-ES" sz="3600" b="1" kern="0" spc="50" dirty="0">
                  <a:ln w="11430"/>
                  <a:effectLst>
                    <a:outerShdw blurRad="76200" dist="50800" dir="5400000" algn="tl" rotWithShape="0">
                      <a:srgbClr val="000000">
                        <a:alpha val="65000"/>
                      </a:srgbClr>
                    </a:outerShdw>
                  </a:effectLst>
                  <a:latin typeface="Arial Narrow" pitchFamily="34" charset="0"/>
                </a:endParaRPr>
              </a:p>
            </p:txBody>
          </p:sp>
        </p:grpSp>
        <p:sp>
          <p:nvSpPr>
            <p:cNvPr id="40" name="Text Box 21">
              <a:extLst>
                <a:ext uri="{FF2B5EF4-FFF2-40B4-BE49-F238E27FC236}">
                  <a16:creationId xmlns:a16="http://schemas.microsoft.com/office/drawing/2014/main" id="{6492A72F-71A8-9C69-F66E-667415038461}"/>
                </a:ext>
              </a:extLst>
            </p:cNvPr>
            <p:cNvSpPr txBox="1">
              <a:spLocks noChangeArrowheads="1"/>
            </p:cNvSpPr>
            <p:nvPr/>
          </p:nvSpPr>
          <p:spPr bwMode="auto">
            <a:xfrm>
              <a:off x="10257606" y="1182467"/>
              <a:ext cx="608014" cy="608400"/>
            </a:xfrm>
            <a:prstGeom prst="rect">
              <a:avLst/>
            </a:prstGeom>
            <a:solidFill>
              <a:schemeClr val="tx1"/>
            </a:solidFill>
            <a:ln w="9525" cap="flat" cmpd="sng" algn="ctr">
              <a:noFill/>
              <a:prstDash val="solid"/>
              <a:headEnd/>
              <a:tailEnd/>
            </a:ln>
            <a:effectLst>
              <a:outerShdw blurRad="63500" dist="25400" dir="5400000" rotWithShape="0">
                <a:srgbClr val="000000">
                  <a:alpha val="43137"/>
                </a:srgbClr>
              </a:outerShdw>
            </a:effectLst>
          </p:spPr>
          <p:txBody>
            <a:bodyPr wrap="none" anchor="ctr"/>
            <a:lstStyle>
              <a:defPPr>
                <a:defRPr lang="es-CO"/>
              </a:defPPr>
              <a:lvl1pPr algn="ctr" fontAlgn="base">
                <a:spcBef>
                  <a:spcPct val="0"/>
                </a:spcBef>
                <a:spcAft>
                  <a:spcPct val="0"/>
                </a:spcAft>
                <a:defRPr sz="3600" b="1" kern="0" spc="50">
                  <a:ln w="11430"/>
                  <a:effectLst>
                    <a:outerShdw blurRad="76200" dist="50800" dir="5400000" algn="tl" rotWithShape="0">
                      <a:srgbClr val="000000">
                        <a:alpha val="65000"/>
                      </a:srgbClr>
                    </a:outerShdw>
                  </a:effectLst>
                  <a:latin typeface="Arial Narrow" pitchFamily="34" charset="0"/>
                </a:defRPr>
              </a:lvl1pPr>
            </a:lstStyle>
            <a:p>
              <a:r>
                <a:rPr lang="es-ES" b="0" spc="0" dirty="0">
                  <a:ln w="0"/>
                  <a:solidFill>
                    <a:schemeClr val="tx1">
                      <a:lumMod val="75000"/>
                      <a:lumOff val="25000"/>
                    </a:schemeClr>
                  </a:solidFill>
                  <a:effectLst>
                    <a:outerShdw blurRad="38100" dist="25400" dir="5400000" algn="ctr" rotWithShape="0">
                      <a:srgbClr val="6E747A">
                        <a:alpha val="43000"/>
                      </a:srgbClr>
                    </a:outerShdw>
                  </a:effectLst>
                </a:rPr>
                <a:t>\0</a:t>
              </a:r>
            </a:p>
          </p:txBody>
        </p:sp>
        <p:sp>
          <p:nvSpPr>
            <p:cNvPr id="43" name="Text Box 9">
              <a:extLst>
                <a:ext uri="{FF2B5EF4-FFF2-40B4-BE49-F238E27FC236}">
                  <a16:creationId xmlns:a16="http://schemas.microsoft.com/office/drawing/2014/main" id="{E2A9F99B-22BF-6D94-7BC9-2A837F591FDF}"/>
                </a:ext>
              </a:extLst>
            </p:cNvPr>
            <p:cNvSpPr txBox="1">
              <a:spLocks noChangeArrowheads="1"/>
            </p:cNvSpPr>
            <p:nvPr/>
          </p:nvSpPr>
          <p:spPr bwMode="auto">
            <a:xfrm>
              <a:off x="10295067" y="1837930"/>
              <a:ext cx="533091" cy="461963"/>
            </a:xfrm>
            <a:prstGeom prst="rect">
              <a:avLst/>
            </a:prstGeom>
            <a:noFill/>
            <a:ln w="9525">
              <a:noFill/>
              <a:miter lim="800000"/>
              <a:headEnd/>
              <a:tailEnd/>
            </a:ln>
          </p:spPr>
          <p:txBody>
            <a:bodyPr wrap="square">
              <a:spAutoFit/>
            </a:bodyPr>
            <a:lstStyle/>
            <a:p>
              <a:pPr algn="l">
                <a:spcBef>
                  <a:spcPct val="50000"/>
                </a:spcBef>
              </a:pPr>
              <a:r>
                <a:rPr lang="es-MX" sz="2400" dirty="0">
                  <a:latin typeface="Arial Narrow" pitchFamily="34" charset="0"/>
                </a:rPr>
                <a:t> 5 </a:t>
              </a:r>
              <a:endParaRPr lang="es-ES" sz="2400" dirty="0">
                <a:latin typeface="Arial Narrow" pitchFamily="34" charset="0"/>
              </a:endParaRPr>
            </a:p>
          </p:txBody>
        </p:sp>
      </p:grpSp>
      <p:sp>
        <p:nvSpPr>
          <p:cNvPr id="7" name="CuadroTexto 6">
            <a:extLst>
              <a:ext uri="{FF2B5EF4-FFF2-40B4-BE49-F238E27FC236}">
                <a16:creationId xmlns:a16="http://schemas.microsoft.com/office/drawing/2014/main" id="{B3245438-2EFA-4DBF-85CF-60E0A78BBF68}"/>
              </a:ext>
            </a:extLst>
          </p:cNvPr>
          <p:cNvSpPr txBox="1"/>
          <p:nvPr/>
        </p:nvSpPr>
        <p:spPr>
          <a:xfrm>
            <a:off x="989994" y="2552700"/>
            <a:ext cx="10782906" cy="2667000"/>
          </a:xfrm>
          <a:prstGeom prst="rect">
            <a:avLst/>
          </a:prstGeom>
          <a:solidFill>
            <a:schemeClr val="accent5">
              <a:lumMod val="20000"/>
              <a:lumOff val="80000"/>
            </a:schemeClr>
          </a:solidFill>
          <a:scene3d>
            <a:camera prst="orthographicFront"/>
            <a:lightRig rig="flat" dir="t"/>
          </a:scene3d>
          <a:sp3d/>
        </p:spPr>
        <p:style>
          <a:lnRef idx="0">
            <a:scrgbClr r="0" g="0" b="0"/>
          </a:lnRef>
          <a:fillRef idx="0">
            <a:scrgbClr r="0" g="0" b="0"/>
          </a:fillRef>
          <a:effectRef idx="0">
            <a:scrgbClr r="0" g="0" b="0"/>
          </a:effectRef>
          <a:fontRef idx="minor">
            <a:schemeClr val="dk1"/>
          </a:fontRef>
        </p:style>
        <p:txBody>
          <a:bodyPr spcFirstLastPara="0" vert="horz" wrap="square" lIns="121920" tIns="121920" rIns="121920" bIns="121920" numCol="1" spcCol="1270" anchor="ctr" anchorCtr="0">
            <a:noAutofit/>
          </a:bodyPr>
          <a:lstStyle/>
          <a:p>
            <a:pPr algn="just"/>
            <a:r>
              <a:rPr lang="es-MX" sz="2800" dirty="0"/>
              <a:t>Observe que el método de selección llevó el CUARTO ELEMENTO MENOR hacia el lado izquierdo quedando en la cuarta posición y de forma automática queda el quinto elemento menor en la quinta posición quedando el vector ordenado. Este es el resultado luego del cuarto pasón (por eso para un vector de 5 posiciones se tienen que realizar 4 pasones, el quinto queda ordenado automáticamente)</a:t>
            </a:r>
            <a:endParaRPr lang="es-ES" sz="2800" dirty="0"/>
          </a:p>
        </p:txBody>
      </p:sp>
      <p:sp>
        <p:nvSpPr>
          <p:cNvPr id="2" name="Título 1"/>
          <p:cNvSpPr>
            <a:spLocks noGrp="1"/>
          </p:cNvSpPr>
          <p:nvPr>
            <p:ph type="title"/>
          </p:nvPr>
        </p:nvSpPr>
        <p:spPr>
          <a:xfrm>
            <a:off x="989994" y="0"/>
            <a:ext cx="11369040" cy="914400"/>
          </a:xfrm>
        </p:spPr>
        <p:txBody>
          <a:bodyPr>
            <a:noAutofit/>
          </a:bodyPr>
          <a:lstStyle/>
          <a:p>
            <a:pPr algn="ctr"/>
            <a:r>
              <a:rPr lang="es-CO" sz="3800" b="1" dirty="0">
                <a:latin typeface="Bahnschrift Light SemiCondensed" panose="020B0502040204020203" pitchFamily="34" charset="0"/>
              </a:rPr>
              <a:t>“MÉTODOS DE ORDENAMIENTO SELECCIÓN C++”</a:t>
            </a:r>
          </a:p>
        </p:txBody>
      </p:sp>
      <p:sp>
        <p:nvSpPr>
          <p:cNvPr id="19" name="Text Box 15">
            <a:extLst>
              <a:ext uri="{FF2B5EF4-FFF2-40B4-BE49-F238E27FC236}">
                <a16:creationId xmlns:a16="http://schemas.microsoft.com/office/drawing/2014/main" id="{BEE81B6C-8E43-453E-9E60-AD0861828465}"/>
              </a:ext>
            </a:extLst>
          </p:cNvPr>
          <p:cNvSpPr txBox="1">
            <a:spLocks noChangeArrowheads="1"/>
          </p:cNvSpPr>
          <p:nvPr/>
        </p:nvSpPr>
        <p:spPr bwMode="auto">
          <a:xfrm>
            <a:off x="2470547" y="1006981"/>
            <a:ext cx="3124200" cy="1015663"/>
          </a:xfrm>
          <a:prstGeom prst="rect">
            <a:avLst/>
          </a:prstGeom>
          <a:ln>
            <a:headEnd/>
            <a:tailEnd/>
          </a:ln>
        </p:spPr>
        <p:style>
          <a:lnRef idx="1">
            <a:schemeClr val="accent3"/>
          </a:lnRef>
          <a:fillRef idx="2">
            <a:schemeClr val="accent3"/>
          </a:fillRef>
          <a:effectRef idx="1">
            <a:schemeClr val="accent3"/>
          </a:effectRef>
          <a:fontRef idx="minor">
            <a:schemeClr val="dk1"/>
          </a:fontRef>
        </p:style>
        <p:txBody>
          <a:bodyPr wrap="square">
            <a:spAutoFit/>
          </a:bodyPr>
          <a:lstStyle>
            <a:defPPr>
              <a:defRPr lang="es-CO"/>
            </a:defPPr>
            <a:lvl1pPr algn="ctr" fontAlgn="base">
              <a:spcBef>
                <a:spcPct val="50000"/>
              </a:spcBef>
              <a:spcAft>
                <a:spcPct val="0"/>
              </a:spcAft>
              <a:defRPr sz="2400">
                <a:solidFill>
                  <a:prstClr val="black"/>
                </a:solidFill>
                <a:latin typeface="Arial Narrow" pitchFamily="34" charset="0"/>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r>
              <a:rPr lang="es-MX" b="1" dirty="0"/>
              <a:t>if (VEC[3] &gt; VEC[4])</a:t>
            </a:r>
          </a:p>
          <a:p>
            <a:r>
              <a:rPr lang="es-MX" dirty="0"/>
              <a:t>	Intercambia;</a:t>
            </a:r>
          </a:p>
        </p:txBody>
      </p:sp>
      <p:cxnSp>
        <p:nvCxnSpPr>
          <p:cNvPr id="20" name="AutoShape 16">
            <a:extLst>
              <a:ext uri="{FF2B5EF4-FFF2-40B4-BE49-F238E27FC236}">
                <a16:creationId xmlns:a16="http://schemas.microsoft.com/office/drawing/2014/main" id="{E911105B-3392-469C-8169-EBFE1E13DFF1}"/>
              </a:ext>
            </a:extLst>
          </p:cNvPr>
          <p:cNvCxnSpPr>
            <a:cxnSpLocks noChangeShapeType="1"/>
          </p:cNvCxnSpPr>
          <p:nvPr/>
        </p:nvCxnSpPr>
        <p:spPr bwMode="auto">
          <a:xfrm rot="5400000" flipV="1">
            <a:off x="9574262" y="727646"/>
            <a:ext cx="1588" cy="685800"/>
          </a:xfrm>
          <a:prstGeom prst="bentConnector3">
            <a:avLst>
              <a:gd name="adj1" fmla="val -14400005"/>
            </a:avLst>
          </a:prstGeom>
          <a:noFill/>
          <a:ln w="38100">
            <a:solidFill>
              <a:schemeClr val="tx1"/>
            </a:solidFill>
            <a:miter lim="800000"/>
            <a:headEnd type="triangle" w="med" len="med"/>
            <a:tailEnd type="triangle" w="med" len="med"/>
          </a:ln>
          <a:effectLst>
            <a:prstShdw prst="shdw13" dist="53882" dir="13500000">
              <a:schemeClr val="bg2"/>
            </a:prstShdw>
          </a:effectLst>
        </p:spPr>
      </p:cxnSp>
      <p:grpSp>
        <p:nvGrpSpPr>
          <p:cNvPr id="21" name="Group 19">
            <a:extLst>
              <a:ext uri="{FF2B5EF4-FFF2-40B4-BE49-F238E27FC236}">
                <a16:creationId xmlns:a16="http://schemas.microsoft.com/office/drawing/2014/main" id="{0D7B71C9-4945-4D74-B386-A35477799F9E}"/>
              </a:ext>
            </a:extLst>
          </p:cNvPr>
          <p:cNvGrpSpPr>
            <a:grpSpLocks/>
          </p:cNvGrpSpPr>
          <p:nvPr/>
        </p:nvGrpSpPr>
        <p:grpSpPr bwMode="auto">
          <a:xfrm>
            <a:off x="8922286" y="1179759"/>
            <a:ext cx="1225553" cy="615643"/>
            <a:chOff x="3336" y="3197"/>
            <a:chExt cx="772" cy="765"/>
          </a:xfrm>
          <a:solidFill>
            <a:schemeClr val="bg1">
              <a:lumMod val="85000"/>
            </a:schemeClr>
          </a:solidFill>
        </p:grpSpPr>
        <p:sp>
          <p:nvSpPr>
            <p:cNvPr id="22" name="Text Box 20">
              <a:extLst>
                <a:ext uri="{FF2B5EF4-FFF2-40B4-BE49-F238E27FC236}">
                  <a16:creationId xmlns:a16="http://schemas.microsoft.com/office/drawing/2014/main" id="{3A1E78F9-AD5F-4DCE-A584-30F486C9780B}"/>
                </a:ext>
              </a:extLst>
            </p:cNvPr>
            <p:cNvSpPr txBox="1">
              <a:spLocks noChangeArrowheads="1"/>
            </p:cNvSpPr>
            <p:nvPr/>
          </p:nvSpPr>
          <p:spPr bwMode="auto">
            <a:xfrm>
              <a:off x="3336" y="3197"/>
              <a:ext cx="336" cy="756"/>
            </a:xfrm>
            <a:prstGeom prst="rect">
              <a:avLst/>
            </a:prstGeom>
            <a:grpFill/>
            <a:ln w="9525" cap="flat" cmpd="sng" algn="ctr">
              <a:solidFill>
                <a:schemeClr val="tx1"/>
              </a:solidFill>
              <a:prstDash val="solid"/>
              <a:headEnd/>
              <a:tailEnd/>
            </a:ln>
            <a:effectLst>
              <a:outerShdw blurRad="63500" dist="25400" dir="5400000" rotWithShape="0">
                <a:srgbClr val="000000">
                  <a:alpha val="43137"/>
                </a:srgbClr>
              </a:outerShdw>
            </a:effectLst>
          </p:spPr>
          <p:txBody>
            <a:bodyPr wrap="none" anchor="ctr">
              <a:scene3d>
                <a:camera prst="orthographicFront"/>
                <a:lightRig rig="soft" dir="tl">
                  <a:rot lat="0" lon="0" rev="0"/>
                </a:lightRig>
              </a:scene3d>
              <a:sp3d contourW="25400" prstMaterial="matte">
                <a:bevelT w="25400" h="55880" prst="artDeco"/>
                <a:contourClr>
                  <a:schemeClr val="accent2">
                    <a:tint val="20000"/>
                  </a:schemeClr>
                </a:contourClr>
              </a:sp3d>
            </a:bodyPr>
            <a:lstStyle>
              <a:defPPr>
                <a:defRPr lang="es-CO"/>
              </a:defPPr>
              <a:lvl1pPr algn="ctr" fontAlgn="base">
                <a:spcBef>
                  <a:spcPct val="0"/>
                </a:spcBef>
                <a:spcAft>
                  <a:spcPct val="0"/>
                </a:spcAft>
                <a:defRPr sz="3600" b="1" kern="0" spc="50">
                  <a:ln w="11430"/>
                  <a:effectLst>
                    <a:outerShdw blurRad="76200" dist="50800" dir="5400000" algn="tl" rotWithShape="0">
                      <a:srgbClr val="000000">
                        <a:alpha val="65000"/>
                      </a:srgbClr>
                    </a:outerShdw>
                  </a:effectLst>
                  <a:latin typeface="Arial Narrow" pitchFamily="34" charset="0"/>
                </a:defRPr>
              </a:lvl1pPr>
            </a:lstStyle>
            <a:p>
              <a:r>
                <a:rPr lang="es-MX" dirty="0"/>
                <a:t>9</a:t>
              </a:r>
              <a:endParaRPr lang="es-ES" dirty="0"/>
            </a:p>
          </p:txBody>
        </p:sp>
        <p:sp>
          <p:nvSpPr>
            <p:cNvPr id="23" name="Text Box 21">
              <a:extLst>
                <a:ext uri="{FF2B5EF4-FFF2-40B4-BE49-F238E27FC236}">
                  <a16:creationId xmlns:a16="http://schemas.microsoft.com/office/drawing/2014/main" id="{A848B326-890A-47AF-9934-1B344D202E65}"/>
                </a:ext>
              </a:extLst>
            </p:cNvPr>
            <p:cNvSpPr txBox="1">
              <a:spLocks noChangeArrowheads="1"/>
            </p:cNvSpPr>
            <p:nvPr/>
          </p:nvSpPr>
          <p:spPr bwMode="auto">
            <a:xfrm>
              <a:off x="3772" y="3206"/>
              <a:ext cx="336" cy="756"/>
            </a:xfrm>
            <a:prstGeom prst="rect">
              <a:avLst/>
            </a:prstGeom>
            <a:grpFill/>
            <a:ln w="9525" cap="flat" cmpd="sng" algn="ctr">
              <a:solidFill>
                <a:schemeClr val="tx1"/>
              </a:solidFill>
              <a:prstDash val="solid"/>
              <a:headEnd/>
              <a:tailEnd/>
            </a:ln>
            <a:effectLst>
              <a:outerShdw blurRad="63500" dist="25400" dir="5400000" rotWithShape="0">
                <a:srgbClr val="000000">
                  <a:alpha val="43137"/>
                </a:srgbClr>
              </a:outerShdw>
            </a:effectLst>
          </p:spPr>
          <p:txBody>
            <a:bodyPr wrap="none" anchor="ctr">
              <a:scene3d>
                <a:camera prst="orthographicFront"/>
                <a:lightRig rig="soft" dir="tl">
                  <a:rot lat="0" lon="0" rev="0"/>
                </a:lightRig>
              </a:scene3d>
              <a:sp3d contourW="25400" prstMaterial="matte">
                <a:bevelT w="25400" h="55880" prst="artDeco"/>
                <a:contourClr>
                  <a:schemeClr val="accent2">
                    <a:tint val="20000"/>
                  </a:schemeClr>
                </a:contourClr>
              </a:sp3d>
            </a:bodyPr>
            <a:lstStyle>
              <a:defPPr>
                <a:defRPr lang="es-CO"/>
              </a:defPPr>
              <a:lvl1pPr algn="ctr" fontAlgn="base">
                <a:spcBef>
                  <a:spcPct val="0"/>
                </a:spcBef>
                <a:spcAft>
                  <a:spcPct val="0"/>
                </a:spcAft>
                <a:defRPr sz="3600" b="1" kern="0" spc="50">
                  <a:ln w="11430"/>
                  <a:effectLst>
                    <a:outerShdw blurRad="76200" dist="50800" dir="5400000" algn="tl" rotWithShape="0">
                      <a:srgbClr val="000000">
                        <a:alpha val="65000"/>
                      </a:srgbClr>
                    </a:outerShdw>
                  </a:effectLst>
                  <a:latin typeface="Arial Narrow" pitchFamily="34" charset="0"/>
                </a:defRPr>
              </a:lvl1pPr>
            </a:lstStyle>
            <a:p>
              <a:r>
                <a:rPr lang="es-MX" dirty="0"/>
                <a:t>10</a:t>
              </a:r>
              <a:endParaRPr lang="es-ES" dirty="0"/>
            </a:p>
          </p:txBody>
        </p:sp>
      </p:grpSp>
      <p:grpSp>
        <p:nvGrpSpPr>
          <p:cNvPr id="24" name="Group 37">
            <a:extLst>
              <a:ext uri="{FF2B5EF4-FFF2-40B4-BE49-F238E27FC236}">
                <a16:creationId xmlns:a16="http://schemas.microsoft.com/office/drawing/2014/main" id="{49AFCD65-E9F6-4625-9B04-98FCBFD5F2E4}"/>
              </a:ext>
            </a:extLst>
          </p:cNvPr>
          <p:cNvGrpSpPr>
            <a:grpSpLocks/>
          </p:cNvGrpSpPr>
          <p:nvPr/>
        </p:nvGrpSpPr>
        <p:grpSpPr bwMode="auto">
          <a:xfrm>
            <a:off x="973096" y="5515195"/>
            <a:ext cx="4495800" cy="1162051"/>
            <a:chOff x="2736" y="1623"/>
            <a:chExt cx="2832" cy="732"/>
          </a:xfrm>
          <a:solidFill>
            <a:schemeClr val="bg1">
              <a:lumMod val="85000"/>
            </a:schemeClr>
          </a:solidFill>
        </p:grpSpPr>
        <p:sp>
          <p:nvSpPr>
            <p:cNvPr id="25" name="Rectangle 38">
              <a:extLst>
                <a:ext uri="{FF2B5EF4-FFF2-40B4-BE49-F238E27FC236}">
                  <a16:creationId xmlns:a16="http://schemas.microsoft.com/office/drawing/2014/main" id="{766035AE-82E2-41FB-9E1E-3A23D15C110E}"/>
                </a:ext>
              </a:extLst>
            </p:cNvPr>
            <p:cNvSpPr>
              <a:spLocks noChangeArrowheads="1"/>
            </p:cNvSpPr>
            <p:nvPr/>
          </p:nvSpPr>
          <p:spPr bwMode="auto">
            <a:xfrm>
              <a:off x="3415" y="1623"/>
              <a:ext cx="431" cy="432"/>
            </a:xfrm>
            <a:prstGeom prst="rect">
              <a:avLst/>
            </a:prstGeom>
            <a:grpFill/>
            <a:ln w="38100">
              <a:solidFill>
                <a:schemeClr val="tx1"/>
              </a:solidFill>
              <a:miter lim="800000"/>
              <a:headEnd/>
              <a:tailEnd/>
            </a:ln>
          </p:spPr>
          <p:txBody>
            <a:bodyPr wrap="none" anchor="ctr"/>
            <a:lstStyle/>
            <a:p>
              <a:endParaRPr lang="es-ES" sz="3200">
                <a:latin typeface="Arial Narrow" pitchFamily="34" charset="0"/>
              </a:endParaRPr>
            </a:p>
          </p:txBody>
        </p:sp>
        <p:sp>
          <p:nvSpPr>
            <p:cNvPr id="26" name="Rectangle 39">
              <a:extLst>
                <a:ext uri="{FF2B5EF4-FFF2-40B4-BE49-F238E27FC236}">
                  <a16:creationId xmlns:a16="http://schemas.microsoft.com/office/drawing/2014/main" id="{E768A4FE-8405-4245-A7FC-5CA7568958B2}"/>
                </a:ext>
              </a:extLst>
            </p:cNvPr>
            <p:cNvSpPr>
              <a:spLocks noChangeArrowheads="1"/>
            </p:cNvSpPr>
            <p:nvPr/>
          </p:nvSpPr>
          <p:spPr bwMode="auto">
            <a:xfrm>
              <a:off x="3846" y="1623"/>
              <a:ext cx="430" cy="432"/>
            </a:xfrm>
            <a:prstGeom prst="rect">
              <a:avLst/>
            </a:prstGeom>
            <a:grpFill/>
            <a:ln w="38100">
              <a:solidFill>
                <a:schemeClr val="tx1"/>
              </a:solidFill>
              <a:miter lim="800000"/>
              <a:headEnd/>
              <a:tailEnd/>
            </a:ln>
          </p:spPr>
          <p:txBody>
            <a:bodyPr wrap="none" anchor="ctr"/>
            <a:lstStyle/>
            <a:p>
              <a:endParaRPr lang="es-ES" sz="3200">
                <a:latin typeface="Arial Narrow" pitchFamily="34" charset="0"/>
              </a:endParaRPr>
            </a:p>
          </p:txBody>
        </p:sp>
        <p:sp>
          <p:nvSpPr>
            <p:cNvPr id="27" name="Rectangle 40">
              <a:extLst>
                <a:ext uri="{FF2B5EF4-FFF2-40B4-BE49-F238E27FC236}">
                  <a16:creationId xmlns:a16="http://schemas.microsoft.com/office/drawing/2014/main" id="{3874C270-1478-49EE-9715-01AE28D3170E}"/>
                </a:ext>
              </a:extLst>
            </p:cNvPr>
            <p:cNvSpPr>
              <a:spLocks noChangeArrowheads="1"/>
            </p:cNvSpPr>
            <p:nvPr/>
          </p:nvSpPr>
          <p:spPr bwMode="auto">
            <a:xfrm>
              <a:off x="4276" y="1623"/>
              <a:ext cx="431" cy="432"/>
            </a:xfrm>
            <a:prstGeom prst="rect">
              <a:avLst/>
            </a:prstGeom>
            <a:grpFill/>
            <a:ln w="38100">
              <a:solidFill>
                <a:schemeClr val="tx1"/>
              </a:solidFill>
              <a:miter lim="800000"/>
              <a:headEnd/>
              <a:tailEnd/>
            </a:ln>
          </p:spPr>
          <p:txBody>
            <a:bodyPr wrap="none" anchor="ctr"/>
            <a:lstStyle/>
            <a:p>
              <a:endParaRPr lang="es-ES" sz="3200">
                <a:latin typeface="Arial Narrow" pitchFamily="34" charset="0"/>
              </a:endParaRPr>
            </a:p>
          </p:txBody>
        </p:sp>
        <p:sp>
          <p:nvSpPr>
            <p:cNvPr id="28" name="Rectangle 41">
              <a:extLst>
                <a:ext uri="{FF2B5EF4-FFF2-40B4-BE49-F238E27FC236}">
                  <a16:creationId xmlns:a16="http://schemas.microsoft.com/office/drawing/2014/main" id="{BB7EEC58-3517-46BE-93BC-56A8DBDAEC72}"/>
                </a:ext>
              </a:extLst>
            </p:cNvPr>
            <p:cNvSpPr>
              <a:spLocks noChangeArrowheads="1"/>
            </p:cNvSpPr>
            <p:nvPr/>
          </p:nvSpPr>
          <p:spPr bwMode="auto">
            <a:xfrm>
              <a:off x="4707" y="1623"/>
              <a:ext cx="430" cy="432"/>
            </a:xfrm>
            <a:prstGeom prst="rect">
              <a:avLst/>
            </a:prstGeom>
            <a:grpFill/>
            <a:ln w="38100">
              <a:solidFill>
                <a:schemeClr val="tx1"/>
              </a:solidFill>
              <a:miter lim="800000"/>
              <a:headEnd/>
              <a:tailEnd/>
            </a:ln>
          </p:spPr>
          <p:txBody>
            <a:bodyPr wrap="none" anchor="ctr"/>
            <a:lstStyle/>
            <a:p>
              <a:endParaRPr lang="es-ES" sz="3200">
                <a:latin typeface="Arial Narrow" pitchFamily="34" charset="0"/>
              </a:endParaRPr>
            </a:p>
          </p:txBody>
        </p:sp>
        <p:sp>
          <p:nvSpPr>
            <p:cNvPr id="29" name="Rectangle 42">
              <a:extLst>
                <a:ext uri="{FF2B5EF4-FFF2-40B4-BE49-F238E27FC236}">
                  <a16:creationId xmlns:a16="http://schemas.microsoft.com/office/drawing/2014/main" id="{423D43E7-CADC-473C-8533-8B6943490B91}"/>
                </a:ext>
              </a:extLst>
            </p:cNvPr>
            <p:cNvSpPr>
              <a:spLocks noChangeArrowheads="1"/>
            </p:cNvSpPr>
            <p:nvPr/>
          </p:nvSpPr>
          <p:spPr bwMode="auto">
            <a:xfrm>
              <a:off x="5137" y="1623"/>
              <a:ext cx="431" cy="432"/>
            </a:xfrm>
            <a:prstGeom prst="rect">
              <a:avLst/>
            </a:prstGeom>
            <a:grpFill/>
            <a:ln w="38100">
              <a:solidFill>
                <a:schemeClr val="tx1"/>
              </a:solidFill>
              <a:miter lim="800000"/>
              <a:headEnd/>
              <a:tailEnd/>
            </a:ln>
          </p:spPr>
          <p:txBody>
            <a:bodyPr wrap="none" anchor="ctr"/>
            <a:lstStyle/>
            <a:p>
              <a:endParaRPr lang="es-ES" sz="3200">
                <a:latin typeface="Arial Narrow" pitchFamily="34" charset="0"/>
              </a:endParaRPr>
            </a:p>
          </p:txBody>
        </p:sp>
        <p:sp>
          <p:nvSpPr>
            <p:cNvPr id="30" name="Text Box 43">
              <a:extLst>
                <a:ext uri="{FF2B5EF4-FFF2-40B4-BE49-F238E27FC236}">
                  <a16:creationId xmlns:a16="http://schemas.microsoft.com/office/drawing/2014/main" id="{0ADA6872-465C-4918-992C-05C5771C595E}"/>
                </a:ext>
              </a:extLst>
            </p:cNvPr>
            <p:cNvSpPr txBox="1">
              <a:spLocks noChangeArrowheads="1"/>
            </p:cNvSpPr>
            <p:nvPr/>
          </p:nvSpPr>
          <p:spPr bwMode="auto">
            <a:xfrm>
              <a:off x="2736" y="1651"/>
              <a:ext cx="715" cy="365"/>
            </a:xfrm>
            <a:prstGeom prst="rect">
              <a:avLst/>
            </a:prstGeom>
            <a:noFill/>
            <a:ln w="9525">
              <a:noFill/>
              <a:miter lim="800000"/>
              <a:headEnd/>
              <a:tailEnd/>
            </a:ln>
          </p:spPr>
          <p:txBody>
            <a:bodyPr>
              <a:spAutoFit/>
            </a:bodyPr>
            <a:lstStyle/>
            <a:p>
              <a:pPr algn="l">
                <a:spcBef>
                  <a:spcPct val="50000"/>
                </a:spcBef>
              </a:pPr>
              <a:r>
                <a:rPr lang="es-MX" sz="3200" b="1">
                  <a:latin typeface="Arial Narrow" pitchFamily="34" charset="0"/>
                </a:rPr>
                <a:t>VEC</a:t>
              </a:r>
              <a:endParaRPr lang="es-ES" sz="3200" b="1">
                <a:latin typeface="Arial Narrow" pitchFamily="34" charset="0"/>
              </a:endParaRPr>
            </a:p>
          </p:txBody>
        </p:sp>
        <p:sp>
          <p:nvSpPr>
            <p:cNvPr id="31" name="Text Box 44">
              <a:extLst>
                <a:ext uri="{FF2B5EF4-FFF2-40B4-BE49-F238E27FC236}">
                  <a16:creationId xmlns:a16="http://schemas.microsoft.com/office/drawing/2014/main" id="{F6FD6F9F-367B-41CA-8478-4E8C1EB91F82}"/>
                </a:ext>
              </a:extLst>
            </p:cNvPr>
            <p:cNvSpPr txBox="1">
              <a:spLocks noChangeArrowheads="1"/>
            </p:cNvSpPr>
            <p:nvPr/>
          </p:nvSpPr>
          <p:spPr bwMode="auto">
            <a:xfrm>
              <a:off x="3451" y="2064"/>
              <a:ext cx="2114" cy="291"/>
            </a:xfrm>
            <a:prstGeom prst="rect">
              <a:avLst/>
            </a:prstGeom>
            <a:noFill/>
            <a:ln w="9525">
              <a:noFill/>
              <a:miter lim="800000"/>
              <a:headEnd/>
              <a:tailEnd/>
            </a:ln>
          </p:spPr>
          <p:txBody>
            <a:bodyPr>
              <a:spAutoFit/>
            </a:bodyPr>
            <a:lstStyle/>
            <a:p>
              <a:pPr algn="l">
                <a:spcBef>
                  <a:spcPct val="50000"/>
                </a:spcBef>
              </a:pPr>
              <a:r>
                <a:rPr lang="es-MX" sz="2400" dirty="0">
                  <a:latin typeface="Arial Narrow" pitchFamily="34" charset="0"/>
                </a:rPr>
                <a:t>  0        1        2        3        4</a:t>
              </a:r>
              <a:endParaRPr lang="es-ES" sz="2400" dirty="0">
                <a:latin typeface="Arial Narrow" pitchFamily="34" charset="0"/>
              </a:endParaRPr>
            </a:p>
          </p:txBody>
        </p:sp>
        <p:sp>
          <p:nvSpPr>
            <p:cNvPr id="32" name="Rectangle 45">
              <a:extLst>
                <a:ext uri="{FF2B5EF4-FFF2-40B4-BE49-F238E27FC236}">
                  <a16:creationId xmlns:a16="http://schemas.microsoft.com/office/drawing/2014/main" id="{452E7DBA-6C8C-4B5D-A3AF-DF53C101FB5C}"/>
                </a:ext>
              </a:extLst>
            </p:cNvPr>
            <p:cNvSpPr>
              <a:spLocks noChangeArrowheads="1"/>
            </p:cNvSpPr>
            <p:nvPr/>
          </p:nvSpPr>
          <p:spPr bwMode="auto">
            <a:xfrm>
              <a:off x="5166" y="1644"/>
              <a:ext cx="361" cy="384"/>
            </a:xfrm>
            <a:prstGeom prst="rect">
              <a:avLst/>
            </a:prstGeom>
            <a:solidFill>
              <a:schemeClr val="bg1">
                <a:lumMod val="65000"/>
              </a:schemeClr>
            </a:solidFill>
            <a:ln w="9525" cap="flat" cmpd="sng" algn="ctr">
              <a:solidFill>
                <a:schemeClr val="tx1"/>
              </a:solidFill>
              <a:prstDash val="solid"/>
              <a:headEnd/>
              <a:tailEnd/>
            </a:ln>
            <a:effectLst>
              <a:outerShdw blurRad="63500" dist="25400" dir="5400000" rotWithShape="0">
                <a:srgbClr val="000000">
                  <a:alpha val="43137"/>
                </a:srgbClr>
              </a:outerShdw>
            </a:effectLst>
          </p:spPr>
          <p:txBody>
            <a:bodyPr wrap="none" anchor="ct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fontAlgn="base">
                <a:spcBef>
                  <a:spcPct val="0"/>
                </a:spcBef>
                <a:spcAft>
                  <a:spcPct val="0"/>
                </a:spcAft>
              </a:pPr>
              <a:r>
                <a:rPr lang="es-MX" sz="3600" b="1" kern="0" spc="50" dirty="0">
                  <a:ln w="11430"/>
                  <a:effectLst>
                    <a:outerShdw blurRad="76200" dist="50800" dir="5400000" algn="tl" rotWithShape="0">
                      <a:srgbClr val="000000">
                        <a:alpha val="65000"/>
                      </a:srgbClr>
                    </a:outerShdw>
                  </a:effectLst>
                  <a:latin typeface="Arial Narrow" pitchFamily="34" charset="0"/>
                </a:rPr>
                <a:t>10</a:t>
              </a:r>
              <a:endParaRPr lang="es-ES" sz="3600" b="1" kern="0" spc="50" dirty="0">
                <a:ln w="11430"/>
                <a:effectLst>
                  <a:outerShdw blurRad="76200" dist="50800" dir="5400000" algn="tl" rotWithShape="0">
                    <a:srgbClr val="000000">
                      <a:alpha val="65000"/>
                    </a:srgbClr>
                  </a:outerShdw>
                </a:effectLst>
                <a:latin typeface="Arial Narrow" pitchFamily="34" charset="0"/>
              </a:endParaRPr>
            </a:p>
          </p:txBody>
        </p:sp>
        <p:sp>
          <p:nvSpPr>
            <p:cNvPr id="33" name="Rectangle 46">
              <a:extLst>
                <a:ext uri="{FF2B5EF4-FFF2-40B4-BE49-F238E27FC236}">
                  <a16:creationId xmlns:a16="http://schemas.microsoft.com/office/drawing/2014/main" id="{21B25BAF-F212-4DC7-B57C-E4391D1407C4}"/>
                </a:ext>
              </a:extLst>
            </p:cNvPr>
            <p:cNvSpPr>
              <a:spLocks noChangeArrowheads="1"/>
            </p:cNvSpPr>
            <p:nvPr/>
          </p:nvSpPr>
          <p:spPr bwMode="auto">
            <a:xfrm>
              <a:off x="4740" y="1644"/>
              <a:ext cx="361" cy="384"/>
            </a:xfrm>
            <a:prstGeom prst="rect">
              <a:avLst/>
            </a:prstGeom>
            <a:solidFill>
              <a:schemeClr val="bg1">
                <a:lumMod val="65000"/>
              </a:schemeClr>
            </a:solidFill>
            <a:ln w="9525" cap="flat" cmpd="sng" algn="ctr">
              <a:solidFill>
                <a:schemeClr val="tx1"/>
              </a:solidFill>
              <a:prstDash val="solid"/>
              <a:headEnd/>
              <a:tailEnd/>
            </a:ln>
            <a:effectLst>
              <a:outerShdw blurRad="63500" dist="25400" dir="5400000" rotWithShape="0">
                <a:srgbClr val="000000">
                  <a:alpha val="43137"/>
                </a:srgbClr>
              </a:outerShdw>
            </a:effectLst>
          </p:spPr>
          <p:txBody>
            <a:bodyPr wrap="none" anchor="ct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fontAlgn="base">
                <a:spcBef>
                  <a:spcPct val="0"/>
                </a:spcBef>
                <a:spcAft>
                  <a:spcPct val="0"/>
                </a:spcAft>
              </a:pPr>
              <a:r>
                <a:rPr lang="es-MX" sz="3600" b="1" kern="0" spc="50" dirty="0">
                  <a:ln w="11430"/>
                  <a:effectLst>
                    <a:outerShdw blurRad="76200" dist="50800" dir="5400000" algn="tl" rotWithShape="0">
                      <a:srgbClr val="000000">
                        <a:alpha val="65000"/>
                      </a:srgbClr>
                    </a:outerShdw>
                  </a:effectLst>
                  <a:latin typeface="Arial Narrow" pitchFamily="34" charset="0"/>
                </a:rPr>
                <a:t>9</a:t>
              </a:r>
              <a:endParaRPr lang="es-ES" sz="3600" b="1" kern="0" spc="50" dirty="0">
                <a:ln w="11430"/>
                <a:effectLst>
                  <a:outerShdw blurRad="76200" dist="50800" dir="5400000" algn="tl" rotWithShape="0">
                    <a:srgbClr val="000000">
                      <a:alpha val="65000"/>
                    </a:srgbClr>
                  </a:outerShdw>
                </a:effectLst>
                <a:latin typeface="Arial Narrow" pitchFamily="34" charset="0"/>
              </a:endParaRPr>
            </a:p>
          </p:txBody>
        </p:sp>
        <p:sp>
          <p:nvSpPr>
            <p:cNvPr id="34" name="Rectangle 47">
              <a:extLst>
                <a:ext uri="{FF2B5EF4-FFF2-40B4-BE49-F238E27FC236}">
                  <a16:creationId xmlns:a16="http://schemas.microsoft.com/office/drawing/2014/main" id="{DC6AD786-7BAE-4372-90B7-762A1F3659A9}"/>
                </a:ext>
              </a:extLst>
            </p:cNvPr>
            <p:cNvSpPr>
              <a:spLocks noChangeArrowheads="1"/>
            </p:cNvSpPr>
            <p:nvPr/>
          </p:nvSpPr>
          <p:spPr bwMode="auto">
            <a:xfrm>
              <a:off x="4308" y="1644"/>
              <a:ext cx="361" cy="384"/>
            </a:xfrm>
            <a:prstGeom prst="rect">
              <a:avLst/>
            </a:prstGeom>
            <a:solidFill>
              <a:schemeClr val="bg1">
                <a:lumMod val="65000"/>
              </a:schemeClr>
            </a:solidFill>
            <a:ln w="9525" cap="flat" cmpd="sng" algn="ctr">
              <a:solidFill>
                <a:schemeClr val="tx1"/>
              </a:solidFill>
              <a:prstDash val="solid"/>
              <a:headEnd/>
              <a:tailEnd/>
            </a:ln>
            <a:effectLst>
              <a:outerShdw blurRad="63500" dist="25400" dir="5400000" rotWithShape="0">
                <a:srgbClr val="000000">
                  <a:alpha val="43137"/>
                </a:srgbClr>
              </a:outerShdw>
            </a:effectLst>
          </p:spPr>
          <p:txBody>
            <a:bodyPr wrap="none" anchor="ct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fontAlgn="base">
                <a:spcBef>
                  <a:spcPct val="0"/>
                </a:spcBef>
                <a:spcAft>
                  <a:spcPct val="0"/>
                </a:spcAft>
              </a:pPr>
              <a:r>
                <a:rPr lang="es-MX" sz="3600" b="1" kern="0" spc="50" dirty="0">
                  <a:ln w="11430"/>
                  <a:effectLst>
                    <a:outerShdw blurRad="76200" dist="50800" dir="5400000" algn="tl" rotWithShape="0">
                      <a:srgbClr val="000000">
                        <a:alpha val="65000"/>
                      </a:srgbClr>
                    </a:outerShdw>
                  </a:effectLst>
                  <a:latin typeface="Arial Narrow" pitchFamily="34" charset="0"/>
                </a:rPr>
                <a:t>8</a:t>
              </a:r>
              <a:endParaRPr lang="es-ES" sz="3600" b="1" kern="0" spc="50" dirty="0">
                <a:ln w="11430"/>
                <a:effectLst>
                  <a:outerShdw blurRad="76200" dist="50800" dir="5400000" algn="tl" rotWithShape="0">
                    <a:srgbClr val="000000">
                      <a:alpha val="65000"/>
                    </a:srgbClr>
                  </a:outerShdw>
                </a:effectLst>
                <a:latin typeface="Arial Narrow" pitchFamily="34" charset="0"/>
              </a:endParaRPr>
            </a:p>
          </p:txBody>
        </p:sp>
        <p:sp>
          <p:nvSpPr>
            <p:cNvPr id="35" name="Rectangle 48">
              <a:extLst>
                <a:ext uri="{FF2B5EF4-FFF2-40B4-BE49-F238E27FC236}">
                  <a16:creationId xmlns:a16="http://schemas.microsoft.com/office/drawing/2014/main" id="{ACC69F8C-FFA4-4850-879A-35EEEAD7FC8F}"/>
                </a:ext>
              </a:extLst>
            </p:cNvPr>
            <p:cNvSpPr>
              <a:spLocks noChangeArrowheads="1"/>
            </p:cNvSpPr>
            <p:nvPr/>
          </p:nvSpPr>
          <p:spPr bwMode="auto">
            <a:xfrm>
              <a:off x="3876" y="1644"/>
              <a:ext cx="361" cy="384"/>
            </a:xfrm>
            <a:prstGeom prst="rect">
              <a:avLst/>
            </a:prstGeom>
            <a:solidFill>
              <a:schemeClr val="bg1">
                <a:lumMod val="65000"/>
              </a:schemeClr>
            </a:solidFill>
            <a:ln w="9525" cap="flat" cmpd="sng" algn="ctr">
              <a:solidFill>
                <a:schemeClr val="tx1"/>
              </a:solidFill>
              <a:prstDash val="solid"/>
              <a:headEnd/>
              <a:tailEnd/>
            </a:ln>
            <a:effectLst>
              <a:outerShdw blurRad="63500" dist="25400" dir="5400000" rotWithShape="0">
                <a:srgbClr val="000000">
                  <a:alpha val="43137"/>
                </a:srgbClr>
              </a:outerShdw>
            </a:effectLst>
          </p:spPr>
          <p:txBody>
            <a:bodyPr wrap="none" anchor="ct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fontAlgn="base">
                <a:spcBef>
                  <a:spcPct val="0"/>
                </a:spcBef>
                <a:spcAft>
                  <a:spcPct val="0"/>
                </a:spcAft>
              </a:pPr>
              <a:r>
                <a:rPr lang="es-MX" sz="3600" b="1" kern="0" spc="50" dirty="0">
                  <a:ln w="11430"/>
                  <a:effectLst>
                    <a:outerShdw blurRad="76200" dist="50800" dir="5400000" algn="tl" rotWithShape="0">
                      <a:srgbClr val="000000">
                        <a:alpha val="65000"/>
                      </a:srgbClr>
                    </a:outerShdw>
                  </a:effectLst>
                  <a:latin typeface="Arial Narrow" pitchFamily="34" charset="0"/>
                </a:rPr>
                <a:t>7</a:t>
              </a:r>
              <a:endParaRPr lang="es-ES" sz="3600" b="1" kern="0" spc="50" dirty="0">
                <a:ln w="11430"/>
                <a:effectLst>
                  <a:outerShdw blurRad="76200" dist="50800" dir="5400000" algn="tl" rotWithShape="0">
                    <a:srgbClr val="000000">
                      <a:alpha val="65000"/>
                    </a:srgbClr>
                  </a:outerShdw>
                </a:effectLst>
                <a:latin typeface="Arial Narrow" pitchFamily="34" charset="0"/>
              </a:endParaRPr>
            </a:p>
          </p:txBody>
        </p:sp>
        <p:sp>
          <p:nvSpPr>
            <p:cNvPr id="36" name="Rectangle 49">
              <a:extLst>
                <a:ext uri="{FF2B5EF4-FFF2-40B4-BE49-F238E27FC236}">
                  <a16:creationId xmlns:a16="http://schemas.microsoft.com/office/drawing/2014/main" id="{C3019DC7-8F75-4EB1-869E-C96EE5C11F49}"/>
                </a:ext>
              </a:extLst>
            </p:cNvPr>
            <p:cNvSpPr>
              <a:spLocks noChangeArrowheads="1"/>
            </p:cNvSpPr>
            <p:nvPr/>
          </p:nvSpPr>
          <p:spPr bwMode="auto">
            <a:xfrm>
              <a:off x="3448" y="1644"/>
              <a:ext cx="361" cy="384"/>
            </a:xfrm>
            <a:prstGeom prst="rect">
              <a:avLst/>
            </a:prstGeom>
            <a:solidFill>
              <a:schemeClr val="bg1">
                <a:lumMod val="65000"/>
              </a:schemeClr>
            </a:solidFill>
            <a:ln w="9525" cap="flat" cmpd="sng" algn="ctr">
              <a:solidFill>
                <a:schemeClr val="tx1"/>
              </a:solidFill>
              <a:prstDash val="solid"/>
              <a:headEnd/>
              <a:tailEnd/>
            </a:ln>
            <a:effectLst>
              <a:outerShdw blurRad="63500" dist="25400" dir="5400000" rotWithShape="0">
                <a:srgbClr val="000000">
                  <a:alpha val="43137"/>
                </a:srgbClr>
              </a:outerShdw>
            </a:effectLst>
          </p:spPr>
          <p:txBody>
            <a:bodyPr wrap="none" anchor="ct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fontAlgn="base">
                <a:spcBef>
                  <a:spcPct val="0"/>
                </a:spcBef>
                <a:spcAft>
                  <a:spcPct val="0"/>
                </a:spcAft>
              </a:pPr>
              <a:r>
                <a:rPr lang="es-MX" sz="3600" b="1" kern="0" spc="50" dirty="0">
                  <a:ln w="11430"/>
                  <a:effectLst>
                    <a:outerShdw blurRad="76200" dist="50800" dir="5400000" algn="tl" rotWithShape="0">
                      <a:srgbClr val="000000">
                        <a:alpha val="65000"/>
                      </a:srgbClr>
                    </a:outerShdw>
                  </a:effectLst>
                  <a:latin typeface="Arial Narrow" pitchFamily="34" charset="0"/>
                </a:rPr>
                <a:t>6</a:t>
              </a:r>
              <a:endParaRPr lang="es-ES" sz="3600" b="1" kern="0" spc="50" dirty="0">
                <a:ln w="11430"/>
                <a:effectLst>
                  <a:outerShdw blurRad="76200" dist="50800" dir="5400000" algn="tl" rotWithShape="0">
                    <a:srgbClr val="000000">
                      <a:alpha val="65000"/>
                    </a:srgbClr>
                  </a:outerShdw>
                </a:effectLst>
                <a:latin typeface="Arial Narrow" pitchFamily="34" charset="0"/>
              </a:endParaRPr>
            </a:p>
          </p:txBody>
        </p:sp>
      </p:grpSp>
      <p:sp>
        <p:nvSpPr>
          <p:cNvPr id="37" name="Text Box 43">
            <a:extLst>
              <a:ext uri="{FF2B5EF4-FFF2-40B4-BE49-F238E27FC236}">
                <a16:creationId xmlns:a16="http://schemas.microsoft.com/office/drawing/2014/main" id="{29B0E0DD-CD43-4550-9233-A970DA4047F8}"/>
              </a:ext>
            </a:extLst>
          </p:cNvPr>
          <p:cNvSpPr txBox="1">
            <a:spLocks noChangeArrowheads="1"/>
          </p:cNvSpPr>
          <p:nvPr/>
        </p:nvSpPr>
        <p:spPr bwMode="auto">
          <a:xfrm>
            <a:off x="5926010" y="5515195"/>
            <a:ext cx="4326292" cy="646331"/>
          </a:xfrm>
          <a:prstGeom prst="rect">
            <a:avLst/>
          </a:prstGeom>
          <a:grpFill/>
          <a:ln w="9525" cap="flat" cmpd="sng" algn="ctr">
            <a:solidFill>
              <a:schemeClr val="tx1"/>
            </a:solidFill>
            <a:prstDash val="solid"/>
            <a:headEnd/>
            <a:tailEnd/>
          </a:ln>
          <a:effectLst>
            <a:outerShdw blurRad="63500" dist="25400" dir="5400000" rotWithShape="0">
              <a:srgbClr val="000000">
                <a:alpha val="43137"/>
              </a:srgbClr>
            </a:outerShdw>
          </a:effectLst>
        </p:spPr>
        <p:txBody>
          <a:bodyPr wrap="none" anchor="ctr">
            <a:scene3d>
              <a:camera prst="orthographicFront"/>
              <a:lightRig rig="soft" dir="tl">
                <a:rot lat="0" lon="0" rev="0"/>
              </a:lightRig>
            </a:scene3d>
            <a:sp3d contourW="25400" prstMaterial="matte">
              <a:bevelT w="25400" h="55880" prst="artDeco"/>
              <a:contourClr>
                <a:schemeClr val="accent2">
                  <a:tint val="20000"/>
                </a:schemeClr>
              </a:contourClr>
            </a:sp3d>
          </a:bodyPr>
          <a:lstStyle>
            <a:defPPr>
              <a:defRPr lang="es-CO"/>
            </a:defPPr>
            <a:lvl1pPr algn="ctr" fontAlgn="base">
              <a:spcBef>
                <a:spcPct val="0"/>
              </a:spcBef>
              <a:spcAft>
                <a:spcPct val="0"/>
              </a:spcAft>
              <a:defRPr sz="3600" b="1" kern="0" spc="50">
                <a:ln w="11430"/>
                <a:effectLst>
                  <a:outerShdw blurRad="76200" dist="50800" dir="5400000" algn="tl" rotWithShape="0">
                    <a:srgbClr val="000000">
                      <a:alpha val="65000"/>
                    </a:srgbClr>
                  </a:outerShdw>
                </a:effectLst>
                <a:latin typeface="Arial Narrow" pitchFamily="34" charset="0"/>
              </a:defRPr>
            </a:lvl1pPr>
          </a:lstStyle>
          <a:p>
            <a:r>
              <a:rPr lang="es-MX" dirty="0"/>
              <a:t>VECTOR ORDENADO</a:t>
            </a:r>
            <a:endParaRPr lang="es-ES" dirty="0"/>
          </a:p>
        </p:txBody>
      </p:sp>
    </p:spTree>
    <p:extLst>
      <p:ext uri="{BB962C8B-B14F-4D97-AF65-F5344CB8AC3E}">
        <p14:creationId xmlns:p14="http://schemas.microsoft.com/office/powerpoint/2010/main" val="10455315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19"/>
                                        </p:tgtEl>
                                        <p:attrNameLst>
                                          <p:attrName>style.visibility</p:attrName>
                                        </p:attrNameLst>
                                      </p:cBhvr>
                                      <p:to>
                                        <p:strVal val="visible"/>
                                      </p:to>
                                    </p:set>
                                    <p:anim calcmode="lin" valueType="num">
                                      <p:cBhvr additive="base">
                                        <p:cTn id="7" dur="500" fill="hold"/>
                                        <p:tgtEl>
                                          <p:spTgt spid="19"/>
                                        </p:tgtEl>
                                        <p:attrNameLst>
                                          <p:attrName>ppt_x</p:attrName>
                                        </p:attrNameLst>
                                      </p:cBhvr>
                                      <p:tavLst>
                                        <p:tav tm="0">
                                          <p:val>
                                            <p:strVal val="0-#ppt_w/2"/>
                                          </p:val>
                                        </p:tav>
                                        <p:tav tm="100000">
                                          <p:val>
                                            <p:strVal val="#ppt_x"/>
                                          </p:val>
                                        </p:tav>
                                      </p:tavLst>
                                    </p:anim>
                                    <p:anim calcmode="lin" valueType="num">
                                      <p:cBhvr additive="base">
                                        <p:cTn id="8" dur="500" fill="hold"/>
                                        <p:tgtEl>
                                          <p:spTgt spid="19"/>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3" presetClass="entr" presetSubtype="16" fill="hold" nodeType="afterEffect">
                                  <p:stCondLst>
                                    <p:cond delay="0"/>
                                  </p:stCondLst>
                                  <p:childTnLst>
                                    <p:set>
                                      <p:cBhvr>
                                        <p:cTn id="11" dur="1" fill="hold">
                                          <p:stCondLst>
                                            <p:cond delay="0"/>
                                          </p:stCondLst>
                                        </p:cTn>
                                        <p:tgtEl>
                                          <p:spTgt spid="20"/>
                                        </p:tgtEl>
                                        <p:attrNameLst>
                                          <p:attrName>style.visibility</p:attrName>
                                        </p:attrNameLst>
                                      </p:cBhvr>
                                      <p:to>
                                        <p:strVal val="visible"/>
                                      </p:to>
                                    </p:set>
                                    <p:anim calcmode="lin" valueType="num">
                                      <p:cBhvr>
                                        <p:cTn id="12" dur="500" fill="hold"/>
                                        <p:tgtEl>
                                          <p:spTgt spid="20"/>
                                        </p:tgtEl>
                                        <p:attrNameLst>
                                          <p:attrName>ppt_w</p:attrName>
                                        </p:attrNameLst>
                                      </p:cBhvr>
                                      <p:tavLst>
                                        <p:tav tm="0">
                                          <p:val>
                                            <p:fltVal val="0"/>
                                          </p:val>
                                        </p:tav>
                                        <p:tav tm="100000">
                                          <p:val>
                                            <p:strVal val="#ppt_w"/>
                                          </p:val>
                                        </p:tav>
                                      </p:tavLst>
                                    </p:anim>
                                    <p:anim calcmode="lin" valueType="num">
                                      <p:cBhvr>
                                        <p:cTn id="13" dur="500" fill="hold"/>
                                        <p:tgtEl>
                                          <p:spTgt spid="20"/>
                                        </p:tgtEl>
                                        <p:attrNameLst>
                                          <p:attrName>ppt_h</p:attrName>
                                        </p:attrNameLst>
                                      </p:cBhvr>
                                      <p:tavLst>
                                        <p:tav tm="0">
                                          <p:val>
                                            <p:fltVal val="0"/>
                                          </p:val>
                                        </p:tav>
                                        <p:tav tm="100000">
                                          <p:val>
                                            <p:strVal val="#ppt_h"/>
                                          </p:val>
                                        </p:tav>
                                      </p:tavLst>
                                    </p:anim>
                                  </p:childTnLst>
                                  <p:subTnLst>
                                    <p:set>
                                      <p:cBhvr override="childStyle">
                                        <p:cTn dur="1" fill="hold" display="0" masterRel="nextClick" afterEffect="1"/>
                                        <p:tgtEl>
                                          <p:spTgt spid="20"/>
                                        </p:tgtEl>
                                        <p:attrNameLst>
                                          <p:attrName>style.visibility</p:attrName>
                                        </p:attrNameLst>
                                      </p:cBhvr>
                                      <p:to>
                                        <p:strVal val="hidden"/>
                                      </p:to>
                                    </p:set>
                                  </p:subTnLst>
                                </p:cTn>
                              </p:par>
                            </p:childTnLst>
                          </p:cTn>
                        </p:par>
                      </p:childTnLst>
                    </p:cTn>
                  </p:par>
                  <p:par>
                    <p:cTn id="14" fill="hold">
                      <p:stCondLst>
                        <p:cond delay="indefinite"/>
                      </p:stCondLst>
                      <p:childTnLst>
                        <p:par>
                          <p:cTn id="15" fill="hold">
                            <p:stCondLst>
                              <p:cond delay="0"/>
                            </p:stCondLst>
                            <p:childTnLst>
                              <p:par>
                                <p:cTn id="16" presetID="19" presetClass="entr" presetSubtype="10" fill="hold" nodeType="clickEffect">
                                  <p:stCondLst>
                                    <p:cond delay="0"/>
                                  </p:stCondLst>
                                  <p:childTnLst>
                                    <p:set>
                                      <p:cBhvr>
                                        <p:cTn id="17" dur="1" fill="hold">
                                          <p:stCondLst>
                                            <p:cond delay="0"/>
                                          </p:stCondLst>
                                        </p:cTn>
                                        <p:tgtEl>
                                          <p:spTgt spid="21"/>
                                        </p:tgtEl>
                                        <p:attrNameLst>
                                          <p:attrName>style.visibility</p:attrName>
                                        </p:attrNameLst>
                                      </p:cBhvr>
                                      <p:to>
                                        <p:strVal val="visible"/>
                                      </p:to>
                                    </p:set>
                                    <p:anim calcmode="lin" valueType="num">
                                      <p:cBhvr>
                                        <p:cTn id="18" dur="5000" fill="hold"/>
                                        <p:tgtEl>
                                          <p:spTgt spid="21"/>
                                        </p:tgtEl>
                                        <p:attrNameLst>
                                          <p:attrName>ppt_w</p:attrName>
                                        </p:attrNameLst>
                                      </p:cBhvr>
                                      <p:tavLst>
                                        <p:tav tm="0" fmla="#ppt_w*sin(2.5*pi*$)">
                                          <p:val>
                                            <p:fltVal val="0"/>
                                          </p:val>
                                        </p:tav>
                                        <p:tav tm="100000">
                                          <p:val>
                                            <p:fltVal val="1"/>
                                          </p:val>
                                        </p:tav>
                                      </p:tavLst>
                                    </p:anim>
                                    <p:anim calcmode="lin" valueType="num">
                                      <p:cBhvr>
                                        <p:cTn id="19" dur="5000" fill="hold"/>
                                        <p:tgtEl>
                                          <p:spTgt spid="21"/>
                                        </p:tgtEl>
                                        <p:attrNameLst>
                                          <p:attrName>ppt_h</p:attrName>
                                        </p:attrNameLst>
                                      </p:cBhvr>
                                      <p:tavLst>
                                        <p:tav tm="0">
                                          <p:val>
                                            <p:strVal val="#ppt_h"/>
                                          </p:val>
                                        </p:tav>
                                        <p:tav tm="100000">
                                          <p:val>
                                            <p:strVal val="#ppt_h"/>
                                          </p:val>
                                        </p:tav>
                                      </p:tavLst>
                                    </p:anim>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clickEffect">
                                  <p:stCondLst>
                                    <p:cond delay="0"/>
                                  </p:stCondLst>
                                  <p:childTnLst>
                                    <p:set>
                                      <p:cBhvr>
                                        <p:cTn id="23" dur="1" fill="hold">
                                          <p:stCondLst>
                                            <p:cond delay="499"/>
                                          </p:stCondLst>
                                        </p:cTn>
                                        <p:tgtEl>
                                          <p:spTgt spid="24"/>
                                        </p:tgtEl>
                                        <p:attrNameLst>
                                          <p:attrName>style.visibility</p:attrName>
                                        </p:attrNameLst>
                                      </p:cBhvr>
                                      <p:to>
                                        <p:strVal val="visible"/>
                                      </p:to>
                                    </p:set>
                                  </p:childTnLst>
                                </p:cTn>
                              </p:par>
                            </p:childTnLst>
                          </p:cTn>
                        </p:par>
                        <p:par>
                          <p:cTn id="24" fill="hold">
                            <p:stCondLst>
                              <p:cond delay="500"/>
                            </p:stCondLst>
                            <p:childTnLst>
                              <p:par>
                                <p:cTn id="25" presetID="22" presetClass="entr" presetSubtype="1" fill="hold" grpId="0" nodeType="after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wipe(up)">
                                      <p:cBhvr>
                                        <p:cTn id="27" dur="1000"/>
                                        <p:tgtEl>
                                          <p:spTgt spid="7"/>
                                        </p:tgtEl>
                                      </p:cBhvr>
                                    </p:animEffect>
                                  </p:childTnLst>
                                </p:cTn>
                              </p:par>
                            </p:childTnLst>
                          </p:cTn>
                        </p:par>
                        <p:par>
                          <p:cTn id="28" fill="hold">
                            <p:stCondLst>
                              <p:cond delay="1500"/>
                            </p:stCondLst>
                            <p:childTnLst>
                              <p:par>
                                <p:cTn id="29" presetID="1" presetClass="entr" presetSubtype="0" fill="hold" grpId="0" nodeType="afterEffect">
                                  <p:stCondLst>
                                    <p:cond delay="1000"/>
                                  </p:stCondLst>
                                  <p:childTnLst>
                                    <p:set>
                                      <p:cBhvr>
                                        <p:cTn id="30" dur="1" fill="hold">
                                          <p:stCondLst>
                                            <p:cond delay="0"/>
                                          </p:stCondLst>
                                        </p:cTn>
                                        <p:tgtEl>
                                          <p:spTgt spid="3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19" grpId="0" animBg="1" autoUpdateAnimBg="0"/>
      <p:bldP spid="37"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838200" y="1"/>
            <a:ext cx="11353800" cy="637562"/>
          </a:xfrm>
        </p:spPr>
        <p:txBody>
          <a:bodyPr>
            <a:noAutofit/>
          </a:bodyPr>
          <a:lstStyle/>
          <a:p>
            <a:pPr algn="ctr"/>
            <a:r>
              <a:rPr lang="es-CO" sz="4000" b="1" dirty="0">
                <a:latin typeface="Bahnschrift Light SemiCondensed" panose="020B0502040204020203" pitchFamily="34" charset="0"/>
              </a:rPr>
              <a:t>“COMPARATIVO MÉTODOS DE ORDENAMIENTO”</a:t>
            </a:r>
          </a:p>
        </p:txBody>
      </p:sp>
      <p:pic>
        <p:nvPicPr>
          <p:cNvPr id="4" name="Imagen 3" descr="Gráfico, Gráfico de superficie&#10;&#10;Descripción generada automáticamente">
            <a:extLst>
              <a:ext uri="{FF2B5EF4-FFF2-40B4-BE49-F238E27FC236}">
                <a16:creationId xmlns:a16="http://schemas.microsoft.com/office/drawing/2014/main" id="{C35563F8-FA1B-4652-BAC3-49B0EE37887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63869" y="1767722"/>
            <a:ext cx="9862515" cy="4674176"/>
          </a:xfrm>
          <a:prstGeom prst="rect">
            <a:avLst/>
          </a:prstGeom>
        </p:spPr>
      </p:pic>
      <p:sp>
        <p:nvSpPr>
          <p:cNvPr id="5" name="CuadroTexto 4">
            <a:extLst>
              <a:ext uri="{FF2B5EF4-FFF2-40B4-BE49-F238E27FC236}">
                <a16:creationId xmlns:a16="http://schemas.microsoft.com/office/drawing/2014/main" id="{B2BE93FB-5058-4D0B-B6F3-835B7F116DCC}"/>
              </a:ext>
            </a:extLst>
          </p:cNvPr>
          <p:cNvSpPr txBox="1"/>
          <p:nvPr/>
        </p:nvSpPr>
        <p:spPr>
          <a:xfrm>
            <a:off x="1230765" y="732325"/>
            <a:ext cx="10568670" cy="788249"/>
          </a:xfrm>
          <a:prstGeom prst="rect">
            <a:avLst/>
          </a:prstGeom>
          <a:solidFill>
            <a:schemeClr val="accent5">
              <a:lumMod val="20000"/>
              <a:lumOff val="80000"/>
            </a:schemeClr>
          </a:solidFill>
          <a:scene3d>
            <a:camera prst="orthographicFront"/>
            <a:lightRig rig="flat" dir="t"/>
          </a:scene3d>
          <a:sp3d/>
        </p:spPr>
        <p:style>
          <a:lnRef idx="0">
            <a:scrgbClr r="0" g="0" b="0"/>
          </a:lnRef>
          <a:fillRef idx="0">
            <a:scrgbClr r="0" g="0" b="0"/>
          </a:fillRef>
          <a:effectRef idx="0">
            <a:scrgbClr r="0" g="0" b="0"/>
          </a:effectRef>
          <a:fontRef idx="minor">
            <a:schemeClr val="dk1"/>
          </a:fontRef>
        </p:style>
        <p:txBody>
          <a:bodyPr spcFirstLastPara="0" vert="horz" wrap="square" lIns="121920" tIns="121920" rIns="121920" bIns="121920" numCol="1" spcCol="1270" anchor="ctr" anchorCtr="0">
            <a:noAutofit/>
          </a:bodyPr>
          <a:lstStyle/>
          <a:p>
            <a:pPr lvl="0" algn="just" fontAlgn="base">
              <a:spcBef>
                <a:spcPct val="50000"/>
              </a:spcBef>
              <a:spcAft>
                <a:spcPct val="0"/>
              </a:spcAft>
              <a:defRPr/>
            </a:pPr>
            <a:r>
              <a:rPr lang="es-CO" sz="2800" dirty="0">
                <a:solidFill>
                  <a:schemeClr val="tx1"/>
                </a:solidFill>
              </a:rPr>
              <a:t>Analizar ¿cuál tipo de ordenamiento termina primero y cuál de último?</a:t>
            </a:r>
            <a:endParaRPr lang="es-MX" sz="2800" b="1" dirty="0">
              <a:solidFill>
                <a:prstClr val="black"/>
              </a:solidFill>
              <a:latin typeface="Arial Narrow" pitchFamily="34" charset="0"/>
            </a:endParaRPr>
          </a:p>
        </p:txBody>
      </p:sp>
    </p:spTree>
    <p:extLst>
      <p:ext uri="{BB962C8B-B14F-4D97-AF65-F5344CB8AC3E}">
        <p14:creationId xmlns:p14="http://schemas.microsoft.com/office/powerpoint/2010/main" val="37535886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up)">
                                      <p:cBhvr>
                                        <p:cTn id="7" dur="1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BAE05C75-3808-4BA3-A351-7296A6CF3961}"/>
              </a:ext>
            </a:extLst>
          </p:cNvPr>
          <p:cNvPicPr>
            <a:picLocks noChangeAspect="1"/>
          </p:cNvPicPr>
          <p:nvPr/>
        </p:nvPicPr>
        <p:blipFill>
          <a:blip r:embed="rId3"/>
          <a:stretch>
            <a:fillRect/>
          </a:stretch>
        </p:blipFill>
        <p:spPr>
          <a:xfrm>
            <a:off x="2076087" y="1017451"/>
            <a:ext cx="7448550" cy="5362575"/>
          </a:xfrm>
          <a:prstGeom prst="rect">
            <a:avLst/>
          </a:prstGeom>
          <a:ln w="88900" cap="sq" cmpd="thickThin">
            <a:solidFill>
              <a:srgbClr val="000000"/>
            </a:solidFill>
            <a:prstDash val="solid"/>
            <a:miter lim="800000"/>
          </a:ln>
          <a:effectLst>
            <a:innerShdw blurRad="76200">
              <a:srgbClr val="000000"/>
            </a:innerShdw>
          </a:effectLst>
        </p:spPr>
      </p:pic>
      <p:sp>
        <p:nvSpPr>
          <p:cNvPr id="2" name="Título 1"/>
          <p:cNvSpPr>
            <a:spLocks noGrp="1"/>
          </p:cNvSpPr>
          <p:nvPr>
            <p:ph type="title"/>
          </p:nvPr>
        </p:nvSpPr>
        <p:spPr>
          <a:xfrm>
            <a:off x="989994" y="0"/>
            <a:ext cx="11369040" cy="914400"/>
          </a:xfrm>
        </p:spPr>
        <p:txBody>
          <a:bodyPr>
            <a:noAutofit/>
          </a:bodyPr>
          <a:lstStyle/>
          <a:p>
            <a:pPr algn="ctr"/>
            <a:r>
              <a:rPr lang="es-CO" sz="3800" b="1" dirty="0">
                <a:latin typeface="Bahnschrift Light SemiCondensed" panose="020B0502040204020203" pitchFamily="34" charset="0"/>
              </a:rPr>
              <a:t>“MÉTODOS DE ORDENAMIENTO SELECCIÓN C++”</a:t>
            </a:r>
          </a:p>
        </p:txBody>
      </p:sp>
      <p:sp>
        <p:nvSpPr>
          <p:cNvPr id="13" name="AutoShape 4">
            <a:extLst>
              <a:ext uri="{FF2B5EF4-FFF2-40B4-BE49-F238E27FC236}">
                <a16:creationId xmlns:a16="http://schemas.microsoft.com/office/drawing/2014/main" id="{817CED54-7374-4C11-AC64-C5DF8BC53853}"/>
              </a:ext>
            </a:extLst>
          </p:cNvPr>
          <p:cNvSpPr>
            <a:spLocks noChangeArrowheads="1"/>
          </p:cNvSpPr>
          <p:nvPr/>
        </p:nvSpPr>
        <p:spPr bwMode="auto">
          <a:xfrm>
            <a:off x="6191844" y="1486946"/>
            <a:ext cx="2652294" cy="683708"/>
          </a:xfrm>
          <a:prstGeom prst="wedgeRectCallout">
            <a:avLst>
              <a:gd name="adj1" fmla="val -57857"/>
              <a:gd name="adj2" fmla="val 37748"/>
            </a:avLst>
          </a:prstGeom>
          <a:solidFill>
            <a:schemeClr val="bg1">
              <a:lumMod val="85000"/>
            </a:schemeClr>
          </a:solidFill>
          <a:scene3d>
            <a:camera prst="orthographicFront"/>
            <a:lightRig rig="threePt" dir="t"/>
          </a:scene3d>
          <a:sp3d>
            <a:bevelT w="165100" prst="coolSlant"/>
          </a:sp3d>
        </p:spPr>
        <p:style>
          <a:lnRef idx="1">
            <a:schemeClr val="dk1"/>
          </a:lnRef>
          <a:fillRef idx="1003">
            <a:schemeClr val="dk1"/>
          </a:fillRef>
          <a:effectRef idx="1">
            <a:schemeClr val="dk1"/>
          </a:effectRef>
          <a:fontRef idx="minor">
            <a:schemeClr val="dk1"/>
          </a:fontRef>
        </p:style>
        <p:txBody>
          <a:bodyPr rtlCol="0" anchor="ctr"/>
          <a:lstStyle/>
          <a:p>
            <a:pPr algn="ctr"/>
            <a:r>
              <a:rPr lang="es-MX" sz="2000" dirty="0">
                <a:solidFill>
                  <a:schemeClr val="tx1"/>
                </a:solidFill>
              </a:rPr>
              <a:t>El vector se dimensiona de </a:t>
            </a:r>
            <a:r>
              <a:rPr lang="es-MX" sz="2400" b="1" dirty="0">
                <a:solidFill>
                  <a:schemeClr val="tx1"/>
                </a:solidFill>
                <a:effectLst>
                  <a:outerShdw blurRad="38100" dist="38100" dir="2700000" algn="tl">
                    <a:srgbClr val="000000">
                      <a:alpha val="43137"/>
                    </a:srgbClr>
                  </a:outerShdw>
                </a:effectLst>
              </a:rPr>
              <a:t>n</a:t>
            </a:r>
            <a:r>
              <a:rPr lang="es-MX" sz="2000" dirty="0">
                <a:solidFill>
                  <a:schemeClr val="tx1"/>
                </a:solidFill>
              </a:rPr>
              <a:t> posiciones.</a:t>
            </a:r>
            <a:endParaRPr lang="es-ES" sz="2000" dirty="0">
              <a:solidFill>
                <a:schemeClr val="tx1"/>
              </a:solidFill>
            </a:endParaRPr>
          </a:p>
        </p:txBody>
      </p:sp>
      <p:sp>
        <p:nvSpPr>
          <p:cNvPr id="14" name="AutoShape 5">
            <a:extLst>
              <a:ext uri="{FF2B5EF4-FFF2-40B4-BE49-F238E27FC236}">
                <a16:creationId xmlns:a16="http://schemas.microsoft.com/office/drawing/2014/main" id="{A727AD6A-2814-4F21-B91B-4B544B117800}"/>
              </a:ext>
            </a:extLst>
          </p:cNvPr>
          <p:cNvSpPr>
            <a:spLocks noChangeArrowheads="1"/>
          </p:cNvSpPr>
          <p:nvPr/>
        </p:nvSpPr>
        <p:spPr bwMode="auto">
          <a:xfrm>
            <a:off x="9132492" y="1673049"/>
            <a:ext cx="2879995" cy="748234"/>
          </a:xfrm>
          <a:prstGeom prst="wedgeRectCallout">
            <a:avLst>
              <a:gd name="adj1" fmla="val -84887"/>
              <a:gd name="adj2" fmla="val 61294"/>
            </a:avLst>
          </a:prstGeom>
          <a:solidFill>
            <a:schemeClr val="bg1">
              <a:lumMod val="85000"/>
            </a:schemeClr>
          </a:solidFill>
          <a:scene3d>
            <a:camera prst="orthographicFront"/>
            <a:lightRig rig="threePt" dir="t"/>
          </a:scene3d>
          <a:sp3d>
            <a:bevelT w="165100" prst="coolSlant"/>
          </a:sp3d>
        </p:spPr>
        <p:style>
          <a:lnRef idx="1">
            <a:schemeClr val="dk1"/>
          </a:lnRef>
          <a:fillRef idx="1003">
            <a:schemeClr val="dk1"/>
          </a:fillRef>
          <a:effectRef idx="1">
            <a:schemeClr val="dk1"/>
          </a:effectRef>
          <a:fontRef idx="minor">
            <a:schemeClr val="dk1"/>
          </a:fontRef>
        </p:style>
        <p:txBody>
          <a:bodyPr rtlCol="0" anchor="ctr"/>
          <a:lstStyle/>
          <a:p>
            <a:pPr algn="ctr"/>
            <a:r>
              <a:rPr lang="es-CO" sz="2000" dirty="0">
                <a:solidFill>
                  <a:schemeClr val="tx1"/>
                </a:solidFill>
              </a:rPr>
              <a:t>Se hace un ciclo </a:t>
            </a:r>
            <a:r>
              <a:rPr lang="es-CO" sz="2400" b="1" dirty="0">
                <a:solidFill>
                  <a:schemeClr val="tx1"/>
                </a:solidFill>
                <a:effectLst>
                  <a:outerShdw blurRad="38100" dist="38100" dir="2700000" algn="tl">
                    <a:srgbClr val="000000">
                      <a:alpha val="43137"/>
                    </a:srgbClr>
                  </a:outerShdw>
                </a:effectLst>
              </a:rPr>
              <a:t>k</a:t>
            </a:r>
            <a:r>
              <a:rPr lang="es-CO" sz="2000" dirty="0">
                <a:solidFill>
                  <a:schemeClr val="tx1"/>
                </a:solidFill>
              </a:rPr>
              <a:t> que va desde </a:t>
            </a:r>
            <a:r>
              <a:rPr lang="es-CO" sz="2400" b="1" dirty="0">
                <a:solidFill>
                  <a:schemeClr val="tx1"/>
                </a:solidFill>
                <a:effectLst>
                  <a:outerShdw blurRad="38100" dist="38100" dir="2700000" algn="tl">
                    <a:srgbClr val="000000">
                      <a:alpha val="43137"/>
                    </a:srgbClr>
                  </a:outerShdw>
                </a:effectLst>
              </a:rPr>
              <a:t>0</a:t>
            </a:r>
            <a:r>
              <a:rPr lang="es-CO" sz="2000" dirty="0">
                <a:solidFill>
                  <a:schemeClr val="tx1"/>
                </a:solidFill>
              </a:rPr>
              <a:t> hasta </a:t>
            </a:r>
            <a:r>
              <a:rPr lang="es-CO" sz="2400" b="1" dirty="0">
                <a:solidFill>
                  <a:schemeClr val="tx1"/>
                </a:solidFill>
                <a:effectLst>
                  <a:outerShdw blurRad="38100" dist="38100" dir="2700000" algn="tl">
                    <a:srgbClr val="000000">
                      <a:alpha val="43137"/>
                    </a:srgbClr>
                  </a:outerShdw>
                </a:effectLst>
              </a:rPr>
              <a:t>k&lt;n-1</a:t>
            </a:r>
            <a:r>
              <a:rPr lang="es-CO" sz="2000" dirty="0">
                <a:solidFill>
                  <a:schemeClr val="tx1"/>
                </a:solidFill>
              </a:rPr>
              <a:t>.</a:t>
            </a:r>
            <a:endParaRPr lang="es-ES" sz="2000" dirty="0">
              <a:solidFill>
                <a:schemeClr val="tx1"/>
              </a:solidFill>
            </a:endParaRPr>
          </a:p>
        </p:txBody>
      </p:sp>
      <p:sp>
        <p:nvSpPr>
          <p:cNvPr id="15" name="AutoShape 6">
            <a:extLst>
              <a:ext uri="{FF2B5EF4-FFF2-40B4-BE49-F238E27FC236}">
                <a16:creationId xmlns:a16="http://schemas.microsoft.com/office/drawing/2014/main" id="{4F3F3FA7-D9A7-441F-8E0C-B1E6CAAAC423}"/>
              </a:ext>
            </a:extLst>
          </p:cNvPr>
          <p:cNvSpPr>
            <a:spLocks noChangeArrowheads="1"/>
          </p:cNvSpPr>
          <p:nvPr/>
        </p:nvSpPr>
        <p:spPr bwMode="auto">
          <a:xfrm>
            <a:off x="175485" y="3598495"/>
            <a:ext cx="2976959" cy="2242054"/>
          </a:xfrm>
          <a:prstGeom prst="wedgeRectCallout">
            <a:avLst>
              <a:gd name="adj1" fmla="val 123075"/>
              <a:gd name="adj2" fmla="val -49961"/>
            </a:avLst>
          </a:prstGeom>
          <a:solidFill>
            <a:schemeClr val="bg1">
              <a:lumMod val="85000"/>
            </a:schemeClr>
          </a:solidFill>
          <a:scene3d>
            <a:camera prst="orthographicFront"/>
            <a:lightRig rig="threePt" dir="t"/>
          </a:scene3d>
          <a:sp3d>
            <a:bevelT w="165100" prst="coolSlant"/>
          </a:sp3d>
        </p:spPr>
        <p:style>
          <a:lnRef idx="1">
            <a:schemeClr val="dk1"/>
          </a:lnRef>
          <a:fillRef idx="1003">
            <a:schemeClr val="dk1"/>
          </a:fillRef>
          <a:effectRef idx="1">
            <a:schemeClr val="dk1"/>
          </a:effectRef>
          <a:fontRef idx="minor">
            <a:schemeClr val="dk1"/>
          </a:fontRef>
        </p:style>
        <p:txBody>
          <a:bodyPr rtlCol="0" anchor="ctr"/>
          <a:lstStyle/>
          <a:p>
            <a:pPr algn="ctr"/>
            <a:r>
              <a:rPr lang="es-MX" sz="2000" dirty="0">
                <a:solidFill>
                  <a:schemeClr val="tx1"/>
                </a:solidFill>
              </a:rPr>
              <a:t>Se comparan elementos ubicados en las posiciones </a:t>
            </a:r>
            <a:r>
              <a:rPr lang="es-MX" sz="2400" b="1" dirty="0">
                <a:solidFill>
                  <a:schemeClr val="tx1"/>
                </a:solidFill>
                <a:effectLst>
                  <a:outerShdw blurRad="38100" dist="38100" dir="2700000" algn="tl">
                    <a:srgbClr val="000000">
                      <a:alpha val="43137"/>
                    </a:srgbClr>
                  </a:outerShdw>
                </a:effectLst>
              </a:rPr>
              <a:t>k</a:t>
            </a:r>
            <a:r>
              <a:rPr lang="es-MX" sz="2000" dirty="0">
                <a:solidFill>
                  <a:schemeClr val="tx1"/>
                </a:solidFill>
              </a:rPr>
              <a:t> y </a:t>
            </a:r>
            <a:r>
              <a:rPr lang="es-MX" sz="2800" b="1" dirty="0">
                <a:solidFill>
                  <a:schemeClr val="tx1"/>
                </a:solidFill>
                <a:effectLst>
                  <a:outerShdw blurRad="38100" dist="38100" dir="2700000" algn="tl">
                    <a:srgbClr val="000000">
                      <a:alpha val="43137"/>
                    </a:srgbClr>
                  </a:outerShdw>
                </a:effectLst>
              </a:rPr>
              <a:t>p</a:t>
            </a:r>
            <a:r>
              <a:rPr lang="es-MX" sz="2000" dirty="0">
                <a:solidFill>
                  <a:schemeClr val="tx1"/>
                </a:solidFill>
              </a:rPr>
              <a:t>. Mayor (</a:t>
            </a:r>
            <a:r>
              <a:rPr lang="es-MX" sz="2400" b="1" dirty="0">
                <a:solidFill>
                  <a:schemeClr val="tx1"/>
                </a:solidFill>
                <a:effectLst>
                  <a:outerShdw blurRad="38100" dist="38100" dir="2700000" algn="tl">
                    <a:srgbClr val="000000">
                      <a:alpha val="43137"/>
                    </a:srgbClr>
                  </a:outerShdw>
                </a:effectLst>
              </a:rPr>
              <a:t>&gt;</a:t>
            </a:r>
            <a:r>
              <a:rPr lang="es-MX" sz="2000" dirty="0">
                <a:solidFill>
                  <a:schemeClr val="tx1"/>
                </a:solidFill>
              </a:rPr>
              <a:t>) para ordenar </a:t>
            </a:r>
            <a:r>
              <a:rPr lang="es-MX" sz="2400" b="1" dirty="0">
                <a:solidFill>
                  <a:schemeClr val="tx1"/>
                </a:solidFill>
                <a:effectLst>
                  <a:outerShdw blurRad="38100" dist="38100" dir="2700000" algn="tl">
                    <a:srgbClr val="000000">
                      <a:alpha val="43137"/>
                    </a:srgbClr>
                  </a:outerShdw>
                </a:effectLst>
              </a:rPr>
              <a:t>ASCENDENTE</a:t>
            </a:r>
            <a:r>
              <a:rPr lang="es-MX" sz="2000" dirty="0">
                <a:solidFill>
                  <a:schemeClr val="tx1"/>
                </a:solidFill>
              </a:rPr>
              <a:t>, menor (</a:t>
            </a:r>
            <a:r>
              <a:rPr lang="es-MX" sz="2400" b="1" dirty="0">
                <a:solidFill>
                  <a:schemeClr val="tx1"/>
                </a:solidFill>
                <a:effectLst>
                  <a:outerShdw blurRad="38100" dist="38100" dir="2700000" algn="tl">
                    <a:srgbClr val="000000">
                      <a:alpha val="43137"/>
                    </a:srgbClr>
                  </a:outerShdw>
                </a:effectLst>
              </a:rPr>
              <a:t>&lt;</a:t>
            </a:r>
            <a:r>
              <a:rPr lang="es-MX" sz="2000" dirty="0">
                <a:solidFill>
                  <a:schemeClr val="tx1"/>
                </a:solidFill>
              </a:rPr>
              <a:t>) para </a:t>
            </a:r>
            <a:r>
              <a:rPr lang="es-MX" sz="2400" b="1" dirty="0">
                <a:solidFill>
                  <a:schemeClr val="tx1"/>
                </a:solidFill>
                <a:effectLst>
                  <a:outerShdw blurRad="38100" dist="38100" dir="2700000" algn="tl">
                    <a:srgbClr val="000000">
                      <a:alpha val="43137"/>
                    </a:srgbClr>
                  </a:outerShdw>
                </a:effectLst>
              </a:rPr>
              <a:t>DESCENDENTE</a:t>
            </a:r>
            <a:r>
              <a:rPr lang="es-MX" sz="2000" dirty="0">
                <a:solidFill>
                  <a:schemeClr val="tx1"/>
                </a:solidFill>
              </a:rPr>
              <a:t>.</a:t>
            </a:r>
            <a:endParaRPr lang="es-ES" sz="2000" dirty="0">
              <a:solidFill>
                <a:schemeClr val="tx1"/>
              </a:solidFill>
            </a:endParaRPr>
          </a:p>
        </p:txBody>
      </p:sp>
      <p:sp>
        <p:nvSpPr>
          <p:cNvPr id="16" name="AutoShape 7">
            <a:extLst>
              <a:ext uri="{FF2B5EF4-FFF2-40B4-BE49-F238E27FC236}">
                <a16:creationId xmlns:a16="http://schemas.microsoft.com/office/drawing/2014/main" id="{ECC54376-5CAB-4C13-A30F-1CCA8EA01990}"/>
              </a:ext>
            </a:extLst>
          </p:cNvPr>
          <p:cNvSpPr>
            <a:spLocks noChangeArrowheads="1"/>
          </p:cNvSpPr>
          <p:nvPr/>
        </p:nvSpPr>
        <p:spPr bwMode="auto">
          <a:xfrm>
            <a:off x="8714086" y="4582763"/>
            <a:ext cx="3302429" cy="748234"/>
          </a:xfrm>
          <a:prstGeom prst="wedgeRectCallout">
            <a:avLst>
              <a:gd name="adj1" fmla="val -43749"/>
              <a:gd name="adj2" fmla="val -84925"/>
            </a:avLst>
          </a:prstGeom>
          <a:solidFill>
            <a:schemeClr val="bg1">
              <a:lumMod val="85000"/>
            </a:schemeClr>
          </a:solidFill>
          <a:scene3d>
            <a:camera prst="orthographicFront"/>
            <a:lightRig rig="threePt" dir="t"/>
          </a:scene3d>
          <a:sp3d>
            <a:bevelT w="165100" prst="coolSlant"/>
          </a:sp3d>
        </p:spPr>
        <p:style>
          <a:lnRef idx="1">
            <a:schemeClr val="dk1"/>
          </a:lnRef>
          <a:fillRef idx="1003">
            <a:schemeClr val="dk1"/>
          </a:fillRef>
          <a:effectRef idx="1">
            <a:schemeClr val="dk1"/>
          </a:effectRef>
          <a:fontRef idx="minor">
            <a:schemeClr val="dk1"/>
          </a:fontRef>
        </p:style>
        <p:txBody>
          <a:bodyPr rtlCol="0" anchor="ctr"/>
          <a:lstStyle/>
          <a:p>
            <a:pPr algn="ctr"/>
            <a:r>
              <a:rPr lang="es-MX" sz="2000" b="1" dirty="0">
                <a:solidFill>
                  <a:schemeClr val="tx1"/>
                </a:solidFill>
                <a:effectLst>
                  <a:outerShdw blurRad="38100" dist="38100" dir="2700000" algn="tl">
                    <a:srgbClr val="000000">
                      <a:alpha val="43137"/>
                    </a:srgbClr>
                  </a:outerShdw>
                </a:effectLst>
              </a:rPr>
              <a:t>Si cumple</a:t>
            </a:r>
            <a:r>
              <a:rPr lang="es-MX" sz="2000" dirty="0">
                <a:solidFill>
                  <a:schemeClr val="tx1"/>
                </a:solidFill>
              </a:rPr>
              <a:t> la condición se hace el </a:t>
            </a:r>
            <a:r>
              <a:rPr lang="es-MX" sz="2000" b="1" dirty="0">
                <a:solidFill>
                  <a:schemeClr val="tx1"/>
                </a:solidFill>
                <a:effectLst>
                  <a:outerShdw blurRad="38100" dist="38100" dir="2700000" algn="tl">
                    <a:srgbClr val="000000">
                      <a:alpha val="43137"/>
                    </a:srgbClr>
                  </a:outerShdw>
                </a:effectLst>
              </a:rPr>
              <a:t>intercambio</a:t>
            </a:r>
            <a:r>
              <a:rPr lang="es-MX" sz="2000" dirty="0">
                <a:solidFill>
                  <a:schemeClr val="tx1"/>
                </a:solidFill>
              </a:rPr>
              <a:t>.</a:t>
            </a:r>
            <a:endParaRPr lang="es-ES" sz="2000" dirty="0">
              <a:solidFill>
                <a:schemeClr val="tx1"/>
              </a:solidFill>
            </a:endParaRPr>
          </a:p>
        </p:txBody>
      </p:sp>
      <p:sp>
        <p:nvSpPr>
          <p:cNvPr id="17" name="AutoShape 8">
            <a:extLst>
              <a:ext uri="{FF2B5EF4-FFF2-40B4-BE49-F238E27FC236}">
                <a16:creationId xmlns:a16="http://schemas.microsoft.com/office/drawing/2014/main" id="{B798853E-A1A8-41D1-8744-B9F29A02A80C}"/>
              </a:ext>
            </a:extLst>
          </p:cNvPr>
          <p:cNvSpPr>
            <a:spLocks noChangeArrowheads="1"/>
          </p:cNvSpPr>
          <p:nvPr/>
        </p:nvSpPr>
        <p:spPr bwMode="auto">
          <a:xfrm>
            <a:off x="4747406" y="5259891"/>
            <a:ext cx="3182269" cy="683709"/>
          </a:xfrm>
          <a:prstGeom prst="wedgeRectCallout">
            <a:avLst>
              <a:gd name="adj1" fmla="val -79316"/>
              <a:gd name="adj2" fmla="val 2122"/>
            </a:avLst>
          </a:prstGeom>
          <a:solidFill>
            <a:schemeClr val="bg1">
              <a:lumMod val="85000"/>
            </a:schemeClr>
          </a:solidFill>
          <a:scene3d>
            <a:camera prst="orthographicFront"/>
            <a:lightRig rig="threePt" dir="t"/>
          </a:scene3d>
          <a:sp3d>
            <a:bevelT w="165100" prst="coolSlant"/>
          </a:sp3d>
        </p:spPr>
        <p:style>
          <a:lnRef idx="1">
            <a:schemeClr val="dk1"/>
          </a:lnRef>
          <a:fillRef idx="1003">
            <a:schemeClr val="dk1"/>
          </a:fillRef>
          <a:effectRef idx="1">
            <a:schemeClr val="dk1"/>
          </a:effectRef>
          <a:fontRef idx="minor">
            <a:schemeClr val="dk1"/>
          </a:fontRef>
        </p:style>
        <p:txBody>
          <a:bodyPr rtlCol="0" anchor="ctr"/>
          <a:lstStyle/>
          <a:p>
            <a:pPr algn="ctr"/>
            <a:r>
              <a:rPr lang="es-MX" sz="2000" dirty="0">
                <a:solidFill>
                  <a:schemeClr val="tx1"/>
                </a:solidFill>
              </a:rPr>
              <a:t>Se cierran la estructura de decisión y los dos ciclos.</a:t>
            </a:r>
            <a:endParaRPr lang="es-ES" sz="2000" dirty="0">
              <a:solidFill>
                <a:schemeClr val="tx1"/>
              </a:solidFill>
            </a:endParaRPr>
          </a:p>
        </p:txBody>
      </p:sp>
      <p:sp>
        <p:nvSpPr>
          <p:cNvPr id="18" name="AutoShape 5">
            <a:extLst>
              <a:ext uri="{FF2B5EF4-FFF2-40B4-BE49-F238E27FC236}">
                <a16:creationId xmlns:a16="http://schemas.microsoft.com/office/drawing/2014/main" id="{9FF9A1BF-8B37-48F1-AB7E-28C42EB52998}"/>
              </a:ext>
            </a:extLst>
          </p:cNvPr>
          <p:cNvSpPr>
            <a:spLocks noChangeArrowheads="1"/>
          </p:cNvSpPr>
          <p:nvPr/>
        </p:nvSpPr>
        <p:spPr bwMode="auto">
          <a:xfrm>
            <a:off x="9132493" y="2504366"/>
            <a:ext cx="2879995" cy="748234"/>
          </a:xfrm>
          <a:prstGeom prst="wedgeRectCallout">
            <a:avLst>
              <a:gd name="adj1" fmla="val -60260"/>
              <a:gd name="adj2" fmla="val 10195"/>
            </a:avLst>
          </a:prstGeom>
          <a:solidFill>
            <a:schemeClr val="bg1">
              <a:lumMod val="85000"/>
            </a:schemeClr>
          </a:solidFill>
          <a:scene3d>
            <a:camera prst="orthographicFront"/>
            <a:lightRig rig="threePt" dir="t"/>
          </a:scene3d>
          <a:sp3d>
            <a:bevelT w="165100" prst="coolSlant"/>
          </a:sp3d>
        </p:spPr>
        <p:style>
          <a:lnRef idx="1">
            <a:schemeClr val="dk1"/>
          </a:lnRef>
          <a:fillRef idx="1003">
            <a:schemeClr val="dk1"/>
          </a:fillRef>
          <a:effectRef idx="1">
            <a:schemeClr val="dk1"/>
          </a:effectRef>
          <a:fontRef idx="minor">
            <a:schemeClr val="dk1"/>
          </a:fontRef>
        </p:style>
        <p:txBody>
          <a:bodyPr rtlCol="0" anchor="ctr"/>
          <a:lstStyle/>
          <a:p>
            <a:pPr algn="ctr"/>
            <a:r>
              <a:rPr lang="es-CO" sz="2000" dirty="0">
                <a:solidFill>
                  <a:schemeClr val="tx1"/>
                </a:solidFill>
              </a:rPr>
              <a:t>Se hace un ciclo </a:t>
            </a:r>
            <a:r>
              <a:rPr lang="es-CO" sz="2400" b="1" dirty="0">
                <a:solidFill>
                  <a:schemeClr val="tx1"/>
                </a:solidFill>
                <a:effectLst>
                  <a:outerShdw blurRad="38100" dist="38100" dir="2700000" algn="tl">
                    <a:srgbClr val="000000">
                      <a:alpha val="43137"/>
                    </a:srgbClr>
                  </a:outerShdw>
                </a:effectLst>
              </a:rPr>
              <a:t>p</a:t>
            </a:r>
            <a:r>
              <a:rPr lang="es-CO" sz="2000" dirty="0">
                <a:solidFill>
                  <a:schemeClr val="tx1"/>
                </a:solidFill>
              </a:rPr>
              <a:t> que va desde </a:t>
            </a:r>
            <a:r>
              <a:rPr lang="es-CO" sz="2400" b="1" dirty="0">
                <a:solidFill>
                  <a:schemeClr val="tx1"/>
                </a:solidFill>
                <a:effectLst>
                  <a:outerShdw blurRad="38100" dist="38100" dir="2700000" algn="tl">
                    <a:srgbClr val="000000">
                      <a:alpha val="43137"/>
                    </a:srgbClr>
                  </a:outerShdw>
                </a:effectLst>
              </a:rPr>
              <a:t>k+1</a:t>
            </a:r>
            <a:r>
              <a:rPr lang="es-CO" sz="2000" dirty="0">
                <a:solidFill>
                  <a:schemeClr val="tx1"/>
                </a:solidFill>
              </a:rPr>
              <a:t> hasta </a:t>
            </a:r>
            <a:r>
              <a:rPr lang="es-CO" sz="2400" b="1" dirty="0">
                <a:solidFill>
                  <a:schemeClr val="tx1"/>
                </a:solidFill>
                <a:effectLst>
                  <a:outerShdw blurRad="38100" dist="38100" dir="2700000" algn="tl">
                    <a:srgbClr val="000000">
                      <a:alpha val="43137"/>
                    </a:srgbClr>
                  </a:outerShdw>
                </a:effectLst>
              </a:rPr>
              <a:t>p&lt;n</a:t>
            </a:r>
            <a:r>
              <a:rPr lang="es-CO" sz="2000" dirty="0">
                <a:solidFill>
                  <a:schemeClr val="tx1"/>
                </a:solidFill>
              </a:rPr>
              <a:t>.</a:t>
            </a:r>
            <a:endParaRPr lang="es-ES" sz="2000" dirty="0">
              <a:solidFill>
                <a:schemeClr val="tx1"/>
              </a:solidFill>
            </a:endParaRPr>
          </a:p>
        </p:txBody>
      </p:sp>
      <p:pic>
        <p:nvPicPr>
          <p:cNvPr id="11" name="Imagen 10">
            <a:extLst>
              <a:ext uri="{FF2B5EF4-FFF2-40B4-BE49-F238E27FC236}">
                <a16:creationId xmlns:a16="http://schemas.microsoft.com/office/drawing/2014/main" id="{17A1FC99-9B8C-47ED-B2CC-6821992CD2E2}"/>
              </a:ext>
            </a:extLst>
          </p:cNvPr>
          <p:cNvPicPr>
            <a:picLocks noChangeAspect="1"/>
          </p:cNvPicPr>
          <p:nvPr/>
        </p:nvPicPr>
        <p:blipFill>
          <a:blip r:embed="rId4"/>
          <a:stretch>
            <a:fillRect/>
          </a:stretch>
        </p:blipFill>
        <p:spPr>
          <a:xfrm>
            <a:off x="175485" y="3648919"/>
            <a:ext cx="4452204" cy="2361795"/>
          </a:xfrm>
          <a:prstGeom prst="rect">
            <a:avLst/>
          </a:prstGeom>
          <a:ln w="88900" cap="sq" cmpd="thickThin">
            <a:solidFill>
              <a:srgbClr val="000000"/>
            </a:solidFill>
            <a:prstDash val="solid"/>
            <a:miter lim="800000"/>
          </a:ln>
          <a:effectLst>
            <a:innerShdw blurRad="76200">
              <a:srgbClr val="000000"/>
            </a:innerShdw>
          </a:effectLst>
        </p:spPr>
      </p:pic>
    </p:spTree>
    <p:extLst>
      <p:ext uri="{BB962C8B-B14F-4D97-AF65-F5344CB8AC3E}">
        <p14:creationId xmlns:p14="http://schemas.microsoft.com/office/powerpoint/2010/main" val="152086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dissolve">
                                      <p:cBhvr>
                                        <p:cTn id="7" dur="50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dissolve">
                                      <p:cBhvr>
                                        <p:cTn id="12" dur="500"/>
                                        <p:tgtEl>
                                          <p:spTgt spid="14"/>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18"/>
                                        </p:tgtEl>
                                        <p:attrNameLst>
                                          <p:attrName>style.visibility</p:attrName>
                                        </p:attrNameLst>
                                      </p:cBhvr>
                                      <p:to>
                                        <p:strVal val="visible"/>
                                      </p:to>
                                    </p:set>
                                    <p:animEffect transition="in" filter="dissolve">
                                      <p:cBhvr>
                                        <p:cTn id="17" dur="500"/>
                                        <p:tgtEl>
                                          <p:spTgt spid="18"/>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15"/>
                                        </p:tgtEl>
                                        <p:attrNameLst>
                                          <p:attrName>style.visibility</p:attrName>
                                        </p:attrNameLst>
                                      </p:cBhvr>
                                      <p:to>
                                        <p:strVal val="visible"/>
                                      </p:to>
                                    </p:set>
                                    <p:animEffect transition="in" filter="dissolve">
                                      <p:cBhvr>
                                        <p:cTn id="22" dur="500"/>
                                        <p:tgtEl>
                                          <p:spTgt spid="15"/>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16"/>
                                        </p:tgtEl>
                                        <p:attrNameLst>
                                          <p:attrName>style.visibility</p:attrName>
                                        </p:attrNameLst>
                                      </p:cBhvr>
                                      <p:to>
                                        <p:strVal val="visible"/>
                                      </p:to>
                                    </p:set>
                                    <p:animEffect transition="in" filter="dissolve">
                                      <p:cBhvr>
                                        <p:cTn id="27" dur="500"/>
                                        <p:tgtEl>
                                          <p:spTgt spid="16"/>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grpId="0" nodeType="click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dissolve">
                                      <p:cBhvr>
                                        <p:cTn id="32" dur="500"/>
                                        <p:tgtEl>
                                          <p:spTgt spid="17"/>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11"/>
                                        </p:tgtEl>
                                        <p:attrNameLst>
                                          <p:attrName>style.visibility</p:attrName>
                                        </p:attrNameLst>
                                      </p:cBhvr>
                                      <p:to>
                                        <p:strVal val="visible"/>
                                      </p:to>
                                    </p:set>
                                    <p:animEffect transition="in" filter="wipe(left)">
                                      <p:cBhvr>
                                        <p:cTn id="37"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autoUpdateAnimBg="0"/>
      <p:bldP spid="14" grpId="0" animBg="1" autoUpdateAnimBg="0"/>
      <p:bldP spid="15" grpId="0" animBg="1" autoUpdateAnimBg="0"/>
      <p:bldP spid="16" grpId="0" animBg="1" autoUpdateAnimBg="0"/>
      <p:bldP spid="17" grpId="0" animBg="1" autoUpdateAnimBg="0"/>
      <p:bldP spid="18" grpId="0" animBg="1" autoUpdateAnimBg="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a:extLst>
              <a:ext uri="{FF2B5EF4-FFF2-40B4-BE49-F238E27FC236}">
                <a16:creationId xmlns:a16="http://schemas.microsoft.com/office/drawing/2014/main" id="{E686E433-DA57-4B53-9081-0E3AF4E1631B}"/>
              </a:ext>
            </a:extLst>
          </p:cNvPr>
          <p:cNvPicPr>
            <a:picLocks noChangeAspect="1"/>
          </p:cNvPicPr>
          <p:nvPr/>
        </p:nvPicPr>
        <p:blipFill>
          <a:blip r:embed="rId3"/>
          <a:stretch>
            <a:fillRect/>
          </a:stretch>
        </p:blipFill>
        <p:spPr>
          <a:xfrm>
            <a:off x="989994" y="914400"/>
            <a:ext cx="9394969" cy="5227019"/>
          </a:xfrm>
          <a:prstGeom prst="rect">
            <a:avLst/>
          </a:prstGeom>
          <a:ln w="88900" cap="sq" cmpd="thickThin">
            <a:solidFill>
              <a:srgbClr val="000000"/>
            </a:solidFill>
            <a:prstDash val="solid"/>
            <a:miter lim="800000"/>
          </a:ln>
          <a:effectLst>
            <a:innerShdw blurRad="76200">
              <a:srgbClr val="000000"/>
            </a:innerShdw>
          </a:effectLst>
        </p:spPr>
      </p:pic>
      <p:sp>
        <p:nvSpPr>
          <p:cNvPr id="2" name="Título 1"/>
          <p:cNvSpPr>
            <a:spLocks noGrp="1"/>
          </p:cNvSpPr>
          <p:nvPr>
            <p:ph type="title"/>
          </p:nvPr>
        </p:nvSpPr>
        <p:spPr>
          <a:xfrm>
            <a:off x="989994" y="0"/>
            <a:ext cx="11369040" cy="914400"/>
          </a:xfrm>
        </p:spPr>
        <p:txBody>
          <a:bodyPr>
            <a:noAutofit/>
          </a:bodyPr>
          <a:lstStyle/>
          <a:p>
            <a:pPr algn="ctr"/>
            <a:r>
              <a:rPr lang="es-CO" sz="3800" b="1" dirty="0">
                <a:latin typeface="Bahnschrift Light SemiCondensed" panose="020B0502040204020203" pitchFamily="34" charset="0"/>
              </a:rPr>
              <a:t>“MÉTODOS DE SELECCIÓN OPTIMIZADA C++”</a:t>
            </a:r>
          </a:p>
        </p:txBody>
      </p:sp>
      <p:sp>
        <p:nvSpPr>
          <p:cNvPr id="13" name="AutoShape 4">
            <a:extLst>
              <a:ext uri="{FF2B5EF4-FFF2-40B4-BE49-F238E27FC236}">
                <a16:creationId xmlns:a16="http://schemas.microsoft.com/office/drawing/2014/main" id="{F275F9AB-6ECA-43E1-8F7F-F875EC22E1BE}"/>
              </a:ext>
            </a:extLst>
          </p:cNvPr>
          <p:cNvSpPr>
            <a:spLocks noChangeArrowheads="1"/>
          </p:cNvSpPr>
          <p:nvPr/>
        </p:nvSpPr>
        <p:spPr bwMode="auto">
          <a:xfrm>
            <a:off x="5196886" y="3603069"/>
            <a:ext cx="6022429" cy="683708"/>
          </a:xfrm>
          <a:prstGeom prst="wedgeRectCallout">
            <a:avLst>
              <a:gd name="adj1" fmla="val -37442"/>
              <a:gd name="adj2" fmla="val 66956"/>
            </a:avLst>
          </a:prstGeom>
          <a:solidFill>
            <a:schemeClr val="bg1">
              <a:lumMod val="85000"/>
            </a:schemeClr>
          </a:solidFill>
          <a:scene3d>
            <a:camera prst="orthographicFront"/>
            <a:lightRig rig="threePt" dir="t"/>
          </a:scene3d>
          <a:sp3d>
            <a:bevelT w="165100" prst="coolSlant"/>
          </a:sp3d>
        </p:spPr>
        <p:style>
          <a:lnRef idx="1">
            <a:schemeClr val="dk1"/>
          </a:lnRef>
          <a:fillRef idx="1003">
            <a:schemeClr val="dk1"/>
          </a:fillRef>
          <a:effectRef idx="1">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MX" sz="2000" b="0" i="0" u="none" strike="noStrike" kern="1200" cap="none" spc="0" normalizeH="0" baseline="0" noProof="0" dirty="0">
                <a:ln>
                  <a:noFill/>
                </a:ln>
                <a:solidFill>
                  <a:prstClr val="black"/>
                </a:solidFill>
                <a:effectLst/>
                <a:uLnTx/>
                <a:uFillTx/>
                <a:latin typeface="Calibri" panose="020F0502020204030204"/>
                <a:ea typeface="+mn-ea"/>
                <a:cs typeface="+mn-cs"/>
              </a:rPr>
              <a:t>Este método es poderoso, porque</a:t>
            </a:r>
            <a:r>
              <a:rPr kumimoji="0" lang="es-MX" sz="2000" b="0" i="0" u="none" strike="noStrike" kern="1200" cap="none" spc="0" normalizeH="0" noProof="0" dirty="0">
                <a:ln>
                  <a:noFill/>
                </a:ln>
                <a:solidFill>
                  <a:prstClr val="black"/>
                </a:solidFill>
                <a:effectLst/>
                <a:uLnTx/>
                <a:uFillTx/>
                <a:latin typeface="Calibri" panose="020F0502020204030204"/>
                <a:ea typeface="+mn-ea"/>
                <a:cs typeface="+mn-cs"/>
              </a:rPr>
              <a:t> intercambia fuera del ciclo. Busca el elemento </a:t>
            </a:r>
            <a:r>
              <a:rPr lang="es-MX" sz="2000" dirty="0">
                <a:solidFill>
                  <a:prstClr val="black"/>
                </a:solidFill>
                <a:latin typeface="Calibri" panose="020F0502020204030204"/>
              </a:rPr>
              <a:t>y sólo hay 1 intercambio.</a:t>
            </a:r>
            <a:endParaRPr kumimoji="0" lang="es-E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6" name="Imagen 5">
            <a:extLst>
              <a:ext uri="{FF2B5EF4-FFF2-40B4-BE49-F238E27FC236}">
                <a16:creationId xmlns:a16="http://schemas.microsoft.com/office/drawing/2014/main" id="{E6FDD8A8-C4F3-4D2A-AC2D-98DD5BD0D470}"/>
              </a:ext>
            </a:extLst>
          </p:cNvPr>
          <p:cNvPicPr>
            <a:picLocks noChangeAspect="1"/>
          </p:cNvPicPr>
          <p:nvPr/>
        </p:nvPicPr>
        <p:blipFill>
          <a:blip r:embed="rId4"/>
          <a:stretch>
            <a:fillRect/>
          </a:stretch>
        </p:blipFill>
        <p:spPr>
          <a:xfrm>
            <a:off x="82888" y="3944923"/>
            <a:ext cx="4452204" cy="2502065"/>
          </a:xfrm>
          <a:prstGeom prst="rect">
            <a:avLst/>
          </a:prstGeom>
          <a:ln w="88900" cap="sq" cmpd="thickThin">
            <a:solidFill>
              <a:srgbClr val="000000"/>
            </a:solidFill>
            <a:prstDash val="solid"/>
            <a:miter lim="800000"/>
          </a:ln>
          <a:effectLst>
            <a:innerShdw blurRad="76200">
              <a:srgbClr val="000000"/>
            </a:innerShdw>
          </a:effectLst>
        </p:spPr>
      </p:pic>
    </p:spTree>
    <p:extLst>
      <p:ext uri="{BB962C8B-B14F-4D97-AF65-F5344CB8AC3E}">
        <p14:creationId xmlns:p14="http://schemas.microsoft.com/office/powerpoint/2010/main" val="20824581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dissolve">
                                      <p:cBhvr>
                                        <p:cTn id="7" dur="50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wipe(left)">
                                      <p:cBhvr>
                                        <p:cTn id="1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autoUpdateAnimBg="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a:extLst>
              <a:ext uri="{FF2B5EF4-FFF2-40B4-BE49-F238E27FC236}">
                <a16:creationId xmlns:a16="http://schemas.microsoft.com/office/drawing/2014/main" id="{9596598B-2FC2-4530-A48F-43B40861774C}"/>
              </a:ext>
            </a:extLst>
          </p:cNvPr>
          <p:cNvPicPr>
            <a:picLocks noChangeAspect="1"/>
          </p:cNvPicPr>
          <p:nvPr/>
        </p:nvPicPr>
        <p:blipFill>
          <a:blip r:embed="rId3"/>
          <a:stretch>
            <a:fillRect/>
          </a:stretch>
        </p:blipFill>
        <p:spPr>
          <a:xfrm>
            <a:off x="1189691" y="1085812"/>
            <a:ext cx="9068586" cy="4686375"/>
          </a:xfrm>
          <a:prstGeom prst="rect">
            <a:avLst/>
          </a:prstGeom>
          <a:ln w="88900" cap="sq" cmpd="thickThin">
            <a:solidFill>
              <a:srgbClr val="000000"/>
            </a:solidFill>
            <a:prstDash val="solid"/>
            <a:miter lim="800000"/>
          </a:ln>
          <a:effectLst>
            <a:innerShdw blurRad="76200">
              <a:srgbClr val="000000"/>
            </a:innerShdw>
          </a:effectLst>
        </p:spPr>
      </p:pic>
      <p:sp>
        <p:nvSpPr>
          <p:cNvPr id="2" name="Título 1"/>
          <p:cNvSpPr>
            <a:spLocks noGrp="1"/>
          </p:cNvSpPr>
          <p:nvPr>
            <p:ph type="title"/>
          </p:nvPr>
        </p:nvSpPr>
        <p:spPr>
          <a:xfrm>
            <a:off x="989994" y="0"/>
            <a:ext cx="11369040" cy="914400"/>
          </a:xfrm>
        </p:spPr>
        <p:txBody>
          <a:bodyPr>
            <a:noAutofit/>
          </a:bodyPr>
          <a:lstStyle/>
          <a:p>
            <a:pPr algn="ctr"/>
            <a:r>
              <a:rPr lang="es-CO" sz="3800" b="1" dirty="0">
                <a:latin typeface="Bahnschrift Light SemiCondensed" panose="020B0502040204020203" pitchFamily="34" charset="0"/>
              </a:rPr>
              <a:t>“MÉTODOS DE INSERCIÓN DIRECTA (BARAJA) C++”</a:t>
            </a:r>
          </a:p>
        </p:txBody>
      </p:sp>
      <p:sp>
        <p:nvSpPr>
          <p:cNvPr id="13" name="AutoShape 4">
            <a:extLst>
              <a:ext uri="{FF2B5EF4-FFF2-40B4-BE49-F238E27FC236}">
                <a16:creationId xmlns:a16="http://schemas.microsoft.com/office/drawing/2014/main" id="{F275F9AB-6ECA-43E1-8F7F-F875EC22E1BE}"/>
              </a:ext>
            </a:extLst>
          </p:cNvPr>
          <p:cNvSpPr>
            <a:spLocks noChangeArrowheads="1"/>
          </p:cNvSpPr>
          <p:nvPr/>
        </p:nvSpPr>
        <p:spPr bwMode="auto">
          <a:xfrm>
            <a:off x="6288425" y="3087145"/>
            <a:ext cx="3969852" cy="683708"/>
          </a:xfrm>
          <a:prstGeom prst="wedgeRectCallout">
            <a:avLst>
              <a:gd name="adj1" fmla="val -40941"/>
              <a:gd name="adj2" fmla="val 68649"/>
            </a:avLst>
          </a:prstGeom>
          <a:solidFill>
            <a:schemeClr val="bg1">
              <a:lumMod val="85000"/>
            </a:schemeClr>
          </a:solidFill>
          <a:scene3d>
            <a:camera prst="orthographicFront"/>
            <a:lightRig rig="threePt" dir="t"/>
          </a:scene3d>
          <a:sp3d>
            <a:bevelT w="165100" prst="coolSlant"/>
          </a:sp3d>
        </p:spPr>
        <p:style>
          <a:lnRef idx="1">
            <a:schemeClr val="dk1"/>
          </a:lnRef>
          <a:fillRef idx="1003">
            <a:schemeClr val="dk1"/>
          </a:fillRef>
          <a:effectRef idx="1">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MX" sz="2000" b="0" i="0" u="none" strike="noStrike" kern="1200" cap="none" spc="0" normalizeH="0" baseline="0" noProof="0" dirty="0">
                <a:ln>
                  <a:noFill/>
                </a:ln>
                <a:solidFill>
                  <a:prstClr val="black"/>
                </a:solidFill>
                <a:effectLst/>
                <a:uLnTx/>
                <a:uFillTx/>
                <a:latin typeface="Calibri" panose="020F0502020204030204"/>
                <a:ea typeface="+mn-ea"/>
                <a:cs typeface="+mn-cs"/>
              </a:rPr>
              <a:t>La clave de este método radica en estas instrucciones y condiciones.</a:t>
            </a:r>
            <a:endParaRPr kumimoji="0" lang="es-E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3" name="Imagen 2">
            <a:extLst>
              <a:ext uri="{FF2B5EF4-FFF2-40B4-BE49-F238E27FC236}">
                <a16:creationId xmlns:a16="http://schemas.microsoft.com/office/drawing/2014/main" id="{BE3F730B-3DC0-4CBC-93CC-2E0C43191260}"/>
              </a:ext>
            </a:extLst>
          </p:cNvPr>
          <p:cNvPicPr>
            <a:picLocks noChangeAspect="1"/>
          </p:cNvPicPr>
          <p:nvPr/>
        </p:nvPicPr>
        <p:blipFill rotWithShape="1">
          <a:blip r:embed="rId4"/>
          <a:srcRect l="2386" t="1942"/>
          <a:stretch/>
        </p:blipFill>
        <p:spPr>
          <a:xfrm>
            <a:off x="420813" y="3614105"/>
            <a:ext cx="4386805" cy="2909179"/>
          </a:xfrm>
          <a:prstGeom prst="rect">
            <a:avLst/>
          </a:prstGeom>
          <a:ln w="88900" cap="sq" cmpd="thickThin">
            <a:solidFill>
              <a:srgbClr val="000000"/>
            </a:solidFill>
            <a:prstDash val="solid"/>
            <a:miter lim="800000"/>
          </a:ln>
          <a:effectLst>
            <a:innerShdw blurRad="76200">
              <a:srgbClr val="000000"/>
            </a:innerShdw>
          </a:effectLst>
        </p:spPr>
      </p:pic>
    </p:spTree>
    <p:extLst>
      <p:ext uri="{BB962C8B-B14F-4D97-AF65-F5344CB8AC3E}">
        <p14:creationId xmlns:p14="http://schemas.microsoft.com/office/powerpoint/2010/main" val="29610931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dissolve">
                                      <p:cBhvr>
                                        <p:cTn id="7"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autoUpdateAnimBg="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Imagen 9">
            <a:extLst>
              <a:ext uri="{FF2B5EF4-FFF2-40B4-BE49-F238E27FC236}">
                <a16:creationId xmlns:a16="http://schemas.microsoft.com/office/drawing/2014/main" id="{A40FBA35-40BB-421A-A24D-B49D61718129}"/>
              </a:ext>
            </a:extLst>
          </p:cNvPr>
          <p:cNvPicPr>
            <a:picLocks noChangeAspect="1"/>
          </p:cNvPicPr>
          <p:nvPr/>
        </p:nvPicPr>
        <p:blipFill>
          <a:blip r:embed="rId3"/>
          <a:stretch>
            <a:fillRect/>
          </a:stretch>
        </p:blipFill>
        <p:spPr>
          <a:xfrm>
            <a:off x="404773" y="-634999"/>
            <a:ext cx="7329527" cy="8369300"/>
          </a:xfrm>
          <a:prstGeom prst="rect">
            <a:avLst/>
          </a:prstGeom>
          <a:solidFill>
            <a:srgbClr val="FFFFFF">
              <a:shade val="85000"/>
            </a:srgbClr>
          </a:solidFill>
          <a:ln w="101600" cap="sq">
            <a:solidFill>
              <a:srgbClr val="FDFDFD"/>
            </a:solidFill>
            <a:miter lim="800000"/>
          </a:ln>
          <a:effectLst>
            <a:outerShdw blurRad="57150" dist="37500" dir="7560000" sy="98000" kx="110000" ky="200000" algn="tl" rotWithShape="0">
              <a:srgbClr val="000000">
                <a:alpha val="20000"/>
              </a:srgbClr>
            </a:outerShdw>
          </a:effectLst>
          <a:scene3d>
            <a:camera prst="perspectiveRelaxed" fov="600000">
              <a:rot lat="18960000" lon="0" rev="0"/>
            </a:camera>
            <a:lightRig rig="twoPt" dir="t">
              <a:rot lat="0" lon="0" rev="7200000"/>
            </a:lightRig>
          </a:scene3d>
          <a:sp3d prstMaterial="matte">
            <a:bevelT w="22860" h="12700"/>
            <a:contourClr>
              <a:srgbClr val="FFFFFF"/>
            </a:contourClr>
          </a:sp3d>
        </p:spPr>
      </p:pic>
      <p:sp>
        <p:nvSpPr>
          <p:cNvPr id="2" name="Título 1"/>
          <p:cNvSpPr>
            <a:spLocks noGrp="1"/>
          </p:cNvSpPr>
          <p:nvPr>
            <p:ph type="title"/>
          </p:nvPr>
        </p:nvSpPr>
        <p:spPr>
          <a:xfrm>
            <a:off x="838200" y="1"/>
            <a:ext cx="11353800" cy="637562"/>
          </a:xfrm>
        </p:spPr>
        <p:txBody>
          <a:bodyPr>
            <a:noAutofit/>
          </a:bodyPr>
          <a:lstStyle/>
          <a:p>
            <a:pPr algn="ctr"/>
            <a:r>
              <a:rPr lang="es-CO" sz="4800" b="1" dirty="0">
                <a:latin typeface="Bahnschrift Light SemiCondensed" panose="020B0502040204020203" pitchFamily="34" charset="0"/>
              </a:rPr>
              <a:t>“EJEMPLO #7 - VECTORES EN C++”</a:t>
            </a:r>
          </a:p>
        </p:txBody>
      </p:sp>
      <p:sp>
        <p:nvSpPr>
          <p:cNvPr id="5" name="Text Box 16">
            <a:extLst>
              <a:ext uri="{FF2B5EF4-FFF2-40B4-BE49-F238E27FC236}">
                <a16:creationId xmlns:a16="http://schemas.microsoft.com/office/drawing/2014/main" id="{690FC2C2-CE78-4317-BCEA-BD8868619D4C}"/>
              </a:ext>
            </a:extLst>
          </p:cNvPr>
          <p:cNvSpPr txBox="1">
            <a:spLocks noChangeArrowheads="1"/>
          </p:cNvSpPr>
          <p:nvPr/>
        </p:nvSpPr>
        <p:spPr bwMode="auto">
          <a:xfrm>
            <a:off x="6502400" y="843328"/>
            <a:ext cx="5411827" cy="1540486"/>
          </a:xfrm>
          <a:prstGeom prst="rect">
            <a:avLst/>
          </a:prstGeom>
          <a:solidFill>
            <a:schemeClr val="accent5">
              <a:lumMod val="20000"/>
              <a:lumOff val="80000"/>
            </a:schemeClr>
          </a:solidFill>
          <a:scene3d>
            <a:camera prst="orthographicFront"/>
            <a:lightRig rig="flat" dir="t"/>
          </a:scene3d>
          <a:sp3d/>
        </p:spPr>
        <p:style>
          <a:lnRef idx="0">
            <a:scrgbClr r="0" g="0" b="0"/>
          </a:lnRef>
          <a:fillRef idx="0">
            <a:scrgbClr r="0" g="0" b="0"/>
          </a:fillRef>
          <a:effectRef idx="0">
            <a:scrgbClr r="0" g="0" b="0"/>
          </a:effectRef>
          <a:fontRef idx="minor">
            <a:schemeClr val="dk1"/>
          </a:fontRef>
        </p:style>
        <p:txBody>
          <a:bodyPr spcFirstLastPara="0" vert="horz" wrap="square" lIns="121920" tIns="121920" rIns="121920" bIns="121920" numCol="1" spcCol="1270" anchor="ctr" anchorCtr="0">
            <a:noAutofit/>
          </a:bodyPr>
          <a:lstStyle>
            <a:defPPr>
              <a:defRPr lang="es-CO"/>
            </a:defPPr>
            <a:lvl1pPr lvl="0" algn="just" defTabSz="1422400">
              <a:lnSpc>
                <a:spcPct val="90000"/>
              </a:lnSpc>
              <a:spcBef>
                <a:spcPct val="0"/>
              </a:spcBef>
              <a:spcAft>
                <a:spcPct val="35000"/>
              </a:spcAft>
              <a:defRPr sz="2800">
                <a:solidFill>
                  <a:schemeClr val="dk1"/>
                </a:solidFill>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r>
              <a:rPr lang="es-MX" sz="2400" dirty="0"/>
              <a:t>Hacer un programa que permita inicializar un vector entero de 5 posiciones ordenarlo de forma ascendente usando método de burbuja.</a:t>
            </a:r>
            <a:endParaRPr lang="es-ES" sz="2400" dirty="0"/>
          </a:p>
        </p:txBody>
      </p:sp>
      <p:pic>
        <p:nvPicPr>
          <p:cNvPr id="7" name="Imagen 6">
            <a:extLst>
              <a:ext uri="{FF2B5EF4-FFF2-40B4-BE49-F238E27FC236}">
                <a16:creationId xmlns:a16="http://schemas.microsoft.com/office/drawing/2014/main" id="{4BA5F33F-A125-47F5-B615-8C631DB5A323}"/>
              </a:ext>
            </a:extLst>
          </p:cNvPr>
          <p:cNvPicPr>
            <a:picLocks noChangeAspect="1"/>
          </p:cNvPicPr>
          <p:nvPr/>
        </p:nvPicPr>
        <p:blipFill>
          <a:blip r:embed="rId4"/>
          <a:stretch>
            <a:fillRect/>
          </a:stretch>
        </p:blipFill>
        <p:spPr>
          <a:xfrm>
            <a:off x="6502400" y="2479674"/>
            <a:ext cx="5411827" cy="2359026"/>
          </a:xfrm>
          <a:prstGeom prst="rect">
            <a:avLst/>
          </a:prstGeom>
        </p:spPr>
      </p:pic>
    </p:spTree>
    <p:extLst>
      <p:ext uri="{BB962C8B-B14F-4D97-AF65-F5344CB8AC3E}">
        <p14:creationId xmlns:p14="http://schemas.microsoft.com/office/powerpoint/2010/main" val="38065633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500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99F0181C-DB57-4533-90A6-F6400F23CC24}"/>
              </a:ext>
            </a:extLst>
          </p:cNvPr>
          <p:cNvPicPr>
            <a:picLocks noChangeAspect="1"/>
          </p:cNvPicPr>
          <p:nvPr/>
        </p:nvPicPr>
        <p:blipFill>
          <a:blip r:embed="rId3"/>
          <a:stretch>
            <a:fillRect/>
          </a:stretch>
        </p:blipFill>
        <p:spPr>
          <a:xfrm>
            <a:off x="474047" y="-558800"/>
            <a:ext cx="7793653" cy="8153400"/>
          </a:xfrm>
          <a:prstGeom prst="rect">
            <a:avLst/>
          </a:prstGeom>
          <a:solidFill>
            <a:srgbClr val="FFFFFF">
              <a:shade val="85000"/>
            </a:srgbClr>
          </a:solidFill>
          <a:ln w="101600" cap="sq">
            <a:solidFill>
              <a:srgbClr val="FDFDFD"/>
            </a:solidFill>
            <a:miter lim="800000"/>
          </a:ln>
          <a:effectLst>
            <a:outerShdw blurRad="57150" dist="37500" dir="7560000" sy="98000" kx="110000" ky="200000" algn="tl" rotWithShape="0">
              <a:srgbClr val="000000">
                <a:alpha val="20000"/>
              </a:srgbClr>
            </a:outerShdw>
          </a:effectLst>
          <a:scene3d>
            <a:camera prst="perspectiveRelaxed" fov="600000">
              <a:rot lat="18960000" lon="0" rev="0"/>
            </a:camera>
            <a:lightRig rig="twoPt" dir="t">
              <a:rot lat="0" lon="0" rev="7200000"/>
            </a:lightRig>
          </a:scene3d>
          <a:sp3d prstMaterial="matte">
            <a:bevelT w="22860" h="12700"/>
            <a:contourClr>
              <a:srgbClr val="FFFFFF"/>
            </a:contourClr>
          </a:sp3d>
        </p:spPr>
      </p:pic>
      <p:sp>
        <p:nvSpPr>
          <p:cNvPr id="2" name="Título 1"/>
          <p:cNvSpPr>
            <a:spLocks noGrp="1"/>
          </p:cNvSpPr>
          <p:nvPr>
            <p:ph type="title"/>
          </p:nvPr>
        </p:nvSpPr>
        <p:spPr>
          <a:xfrm>
            <a:off x="838200" y="1"/>
            <a:ext cx="11353800" cy="637562"/>
          </a:xfrm>
        </p:spPr>
        <p:txBody>
          <a:bodyPr>
            <a:noAutofit/>
          </a:bodyPr>
          <a:lstStyle/>
          <a:p>
            <a:pPr algn="ctr"/>
            <a:r>
              <a:rPr lang="es-CO" sz="4800" b="1" dirty="0">
                <a:latin typeface="Bahnschrift Light SemiCondensed" panose="020B0502040204020203" pitchFamily="34" charset="0"/>
              </a:rPr>
              <a:t>“EJEMPLO #8 - VECTORES EN C++”</a:t>
            </a:r>
          </a:p>
        </p:txBody>
      </p:sp>
      <p:sp>
        <p:nvSpPr>
          <p:cNvPr id="5" name="Text Box 16">
            <a:extLst>
              <a:ext uri="{FF2B5EF4-FFF2-40B4-BE49-F238E27FC236}">
                <a16:creationId xmlns:a16="http://schemas.microsoft.com/office/drawing/2014/main" id="{690FC2C2-CE78-4317-BCEA-BD8868619D4C}"/>
              </a:ext>
            </a:extLst>
          </p:cNvPr>
          <p:cNvSpPr txBox="1">
            <a:spLocks noChangeArrowheads="1"/>
          </p:cNvSpPr>
          <p:nvPr/>
        </p:nvSpPr>
        <p:spPr bwMode="auto">
          <a:xfrm>
            <a:off x="6754772" y="1021128"/>
            <a:ext cx="5083255" cy="1540486"/>
          </a:xfrm>
          <a:prstGeom prst="rect">
            <a:avLst/>
          </a:prstGeom>
          <a:solidFill>
            <a:schemeClr val="accent5">
              <a:lumMod val="20000"/>
              <a:lumOff val="80000"/>
            </a:schemeClr>
          </a:solidFill>
          <a:scene3d>
            <a:camera prst="orthographicFront"/>
            <a:lightRig rig="flat" dir="t"/>
          </a:scene3d>
          <a:sp3d/>
        </p:spPr>
        <p:style>
          <a:lnRef idx="0">
            <a:scrgbClr r="0" g="0" b="0"/>
          </a:lnRef>
          <a:fillRef idx="0">
            <a:scrgbClr r="0" g="0" b="0"/>
          </a:fillRef>
          <a:effectRef idx="0">
            <a:scrgbClr r="0" g="0" b="0"/>
          </a:effectRef>
          <a:fontRef idx="minor">
            <a:schemeClr val="dk1"/>
          </a:fontRef>
        </p:style>
        <p:txBody>
          <a:bodyPr spcFirstLastPara="0" vert="horz" wrap="square" lIns="121920" tIns="121920" rIns="121920" bIns="121920" numCol="1" spcCol="1270" anchor="ctr" anchorCtr="0">
            <a:noAutofit/>
          </a:bodyPr>
          <a:lstStyle>
            <a:defPPr>
              <a:defRPr lang="es-CO"/>
            </a:defPPr>
            <a:lvl1pPr lvl="0" algn="just" defTabSz="1422400">
              <a:lnSpc>
                <a:spcPct val="90000"/>
              </a:lnSpc>
              <a:spcBef>
                <a:spcPct val="0"/>
              </a:spcBef>
              <a:spcAft>
                <a:spcPct val="35000"/>
              </a:spcAft>
              <a:defRPr sz="2800">
                <a:solidFill>
                  <a:schemeClr val="dk1"/>
                </a:solidFill>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r>
              <a:rPr lang="es-MX" sz="2400" dirty="0"/>
              <a:t>Hacer un programa que permita inicializar un vector entero de 5 posiciones ordenarlo de forma descendente usando método de selección.</a:t>
            </a:r>
            <a:endParaRPr lang="es-ES" sz="2400" dirty="0"/>
          </a:p>
        </p:txBody>
      </p:sp>
      <p:pic>
        <p:nvPicPr>
          <p:cNvPr id="7" name="Imagen 6">
            <a:extLst>
              <a:ext uri="{FF2B5EF4-FFF2-40B4-BE49-F238E27FC236}">
                <a16:creationId xmlns:a16="http://schemas.microsoft.com/office/drawing/2014/main" id="{4BA5F33F-A125-47F5-B615-8C631DB5A323}"/>
              </a:ext>
            </a:extLst>
          </p:cNvPr>
          <p:cNvPicPr>
            <a:picLocks noChangeAspect="1"/>
          </p:cNvPicPr>
          <p:nvPr/>
        </p:nvPicPr>
        <p:blipFill>
          <a:blip r:embed="rId4"/>
          <a:stretch>
            <a:fillRect/>
          </a:stretch>
        </p:blipFill>
        <p:spPr>
          <a:xfrm>
            <a:off x="6754771" y="2781300"/>
            <a:ext cx="5122985" cy="2171700"/>
          </a:xfrm>
          <a:prstGeom prst="rect">
            <a:avLst/>
          </a:prstGeom>
        </p:spPr>
      </p:pic>
    </p:spTree>
    <p:extLst>
      <p:ext uri="{BB962C8B-B14F-4D97-AF65-F5344CB8AC3E}">
        <p14:creationId xmlns:p14="http://schemas.microsoft.com/office/powerpoint/2010/main" val="7324625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989994" y="0"/>
            <a:ext cx="11369040" cy="914400"/>
          </a:xfrm>
        </p:spPr>
        <p:txBody>
          <a:bodyPr>
            <a:noAutofit/>
          </a:bodyPr>
          <a:lstStyle/>
          <a:p>
            <a:pPr algn="ctr"/>
            <a:r>
              <a:rPr lang="es-CO" sz="3800" b="1" dirty="0">
                <a:latin typeface="Bahnschrift Light SemiCondensed" panose="020B0502040204020203" pitchFamily="34" charset="0"/>
              </a:rPr>
              <a:t>“MÉTODOS DE BÚSQUEDA C++”</a:t>
            </a:r>
          </a:p>
        </p:txBody>
      </p:sp>
      <p:sp>
        <p:nvSpPr>
          <p:cNvPr id="7" name="CuadroTexto 6">
            <a:extLst>
              <a:ext uri="{FF2B5EF4-FFF2-40B4-BE49-F238E27FC236}">
                <a16:creationId xmlns:a16="http://schemas.microsoft.com/office/drawing/2014/main" id="{B3245438-2EFA-4DBF-85CF-60E0A78BBF68}"/>
              </a:ext>
            </a:extLst>
          </p:cNvPr>
          <p:cNvSpPr txBox="1"/>
          <p:nvPr/>
        </p:nvSpPr>
        <p:spPr>
          <a:xfrm>
            <a:off x="989994" y="1087225"/>
            <a:ext cx="10551766" cy="4185815"/>
          </a:xfrm>
          <a:prstGeom prst="rect">
            <a:avLst/>
          </a:prstGeom>
          <a:solidFill>
            <a:schemeClr val="accent5">
              <a:lumMod val="20000"/>
              <a:lumOff val="80000"/>
            </a:schemeClr>
          </a:solidFill>
          <a:scene3d>
            <a:camera prst="orthographicFront"/>
            <a:lightRig rig="flat" dir="t"/>
          </a:scene3d>
          <a:sp3d/>
        </p:spPr>
        <p:style>
          <a:lnRef idx="0">
            <a:scrgbClr r="0" g="0" b="0"/>
          </a:lnRef>
          <a:fillRef idx="0">
            <a:scrgbClr r="0" g="0" b="0"/>
          </a:fillRef>
          <a:effectRef idx="0">
            <a:scrgbClr r="0" g="0" b="0"/>
          </a:effectRef>
          <a:fontRef idx="minor">
            <a:schemeClr val="dk1"/>
          </a:fontRef>
        </p:style>
        <p:txBody>
          <a:bodyPr spcFirstLastPara="0" vert="horz" wrap="square" lIns="121920" tIns="121920" rIns="121920" bIns="121920" numCol="1" spcCol="1270" anchor="ctr" anchorCtr="0">
            <a:noAutofit/>
          </a:bodyPr>
          <a:lstStyle/>
          <a:p>
            <a:pPr lvl="0" algn="just" fontAlgn="base">
              <a:spcBef>
                <a:spcPct val="50000"/>
              </a:spcBef>
              <a:spcAft>
                <a:spcPct val="0"/>
              </a:spcAft>
            </a:pPr>
            <a:r>
              <a:rPr lang="es-CO" sz="3400" dirty="0">
                <a:solidFill>
                  <a:prstClr val="black"/>
                </a:solidFill>
                <a:latin typeface="Arial Narrow" pitchFamily="34" charset="0"/>
              </a:rPr>
              <a:t>Métodos usados para encontrar información almacenada dentro de arreglos unidimensionales.</a:t>
            </a:r>
          </a:p>
          <a:p>
            <a:pPr lvl="0" algn="just" fontAlgn="base">
              <a:spcBef>
                <a:spcPct val="50000"/>
              </a:spcBef>
              <a:spcAft>
                <a:spcPct val="0"/>
              </a:spcAft>
            </a:pPr>
            <a:r>
              <a:rPr lang="es-CO" sz="3400" dirty="0">
                <a:solidFill>
                  <a:prstClr val="black"/>
                </a:solidFill>
                <a:latin typeface="Arial Narrow" pitchFamily="34" charset="0"/>
              </a:rPr>
              <a:t>Existen dos métodos de búsqueda muy conocidos y muy utilizados: </a:t>
            </a:r>
          </a:p>
          <a:p>
            <a:pPr marL="457200" lvl="0" indent="-457200" algn="just" fontAlgn="base">
              <a:spcBef>
                <a:spcPct val="50000"/>
              </a:spcBef>
              <a:spcAft>
                <a:spcPct val="0"/>
              </a:spcAft>
              <a:buFont typeface="Arial" panose="020B0604020202020204" pitchFamily="34" charset="0"/>
              <a:buChar char="•"/>
            </a:pPr>
            <a:r>
              <a:rPr lang="es-CO" sz="3400" b="1" spc="50" dirty="0">
                <a:ln w="11430">
                  <a:solidFill>
                    <a:prstClr val="white"/>
                  </a:solidFill>
                </a:ln>
                <a:solidFill>
                  <a:prstClr val="black"/>
                </a:solidFill>
                <a:effectLst>
                  <a:outerShdw blurRad="76200" dist="50800" dir="5400000" algn="tl" rotWithShape="0">
                    <a:srgbClr val="000000">
                      <a:alpha val="65000"/>
                    </a:srgbClr>
                  </a:outerShdw>
                </a:effectLst>
                <a:latin typeface="Arial Narrow" panose="020B0606020202030204" pitchFamily="34" charset="0"/>
              </a:rPr>
              <a:t>MÉTODO</a:t>
            </a:r>
            <a:r>
              <a:rPr lang="es-CO" sz="3400" b="1" dirty="0">
                <a:solidFill>
                  <a:prstClr val="black"/>
                </a:solidFill>
                <a:latin typeface="Arial Narrow" pitchFamily="34" charset="0"/>
              </a:rPr>
              <a:t> </a:t>
            </a:r>
            <a:r>
              <a:rPr lang="es-CO" sz="3400" b="1" spc="50" dirty="0">
                <a:ln w="11430">
                  <a:solidFill>
                    <a:prstClr val="white"/>
                  </a:solidFill>
                </a:ln>
                <a:solidFill>
                  <a:prstClr val="black"/>
                </a:solidFill>
                <a:effectLst>
                  <a:outerShdw blurRad="76200" dist="50800" dir="5400000" algn="tl" rotWithShape="0">
                    <a:srgbClr val="000000">
                      <a:alpha val="65000"/>
                    </a:srgbClr>
                  </a:outerShdw>
                </a:effectLst>
                <a:latin typeface="Arial Narrow" panose="020B0606020202030204" pitchFamily="34" charset="0"/>
              </a:rPr>
              <a:t>DE BÚSQUEDA SECUENCIAL </a:t>
            </a:r>
          </a:p>
          <a:p>
            <a:pPr marL="457200" lvl="0" indent="-457200" algn="just" fontAlgn="base">
              <a:spcBef>
                <a:spcPct val="50000"/>
              </a:spcBef>
              <a:spcAft>
                <a:spcPct val="0"/>
              </a:spcAft>
              <a:buFont typeface="Arial" panose="020B0604020202020204" pitchFamily="34" charset="0"/>
              <a:buChar char="•"/>
            </a:pPr>
            <a:r>
              <a:rPr lang="es-CO" sz="3400" b="1" spc="50" dirty="0">
                <a:ln w="11430">
                  <a:solidFill>
                    <a:prstClr val="white"/>
                  </a:solidFill>
                </a:ln>
                <a:solidFill>
                  <a:prstClr val="black"/>
                </a:solidFill>
                <a:effectLst>
                  <a:outerShdw blurRad="76200" dist="50800" dir="5400000" algn="tl" rotWithShape="0">
                    <a:srgbClr val="000000">
                      <a:alpha val="65000"/>
                    </a:srgbClr>
                  </a:outerShdw>
                </a:effectLst>
                <a:latin typeface="Arial Narrow" panose="020B0606020202030204" pitchFamily="34" charset="0"/>
              </a:rPr>
              <a:t>MÉTODO DE BÚSQUEDA BINARIA.</a:t>
            </a:r>
          </a:p>
        </p:txBody>
      </p:sp>
    </p:spTree>
    <p:extLst>
      <p:ext uri="{BB962C8B-B14F-4D97-AF65-F5344CB8AC3E}">
        <p14:creationId xmlns:p14="http://schemas.microsoft.com/office/powerpoint/2010/main" val="31793355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up)">
                                      <p:cBhvr>
                                        <p:cTn id="7" dur="1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989994" y="0"/>
            <a:ext cx="11369040" cy="914400"/>
          </a:xfrm>
        </p:spPr>
        <p:txBody>
          <a:bodyPr>
            <a:noAutofit/>
          </a:bodyPr>
          <a:lstStyle/>
          <a:p>
            <a:pPr algn="ctr"/>
            <a:r>
              <a:rPr lang="es-CO" sz="3800" b="1" dirty="0">
                <a:latin typeface="Bahnschrift Light SemiCondensed" panose="020B0502040204020203" pitchFamily="34" charset="0"/>
              </a:rPr>
              <a:t>“MÉTODO DE BÚSQUEDA SECUENCIAL C++”</a:t>
            </a:r>
          </a:p>
        </p:txBody>
      </p:sp>
      <p:sp>
        <p:nvSpPr>
          <p:cNvPr id="7" name="CuadroTexto 6">
            <a:extLst>
              <a:ext uri="{FF2B5EF4-FFF2-40B4-BE49-F238E27FC236}">
                <a16:creationId xmlns:a16="http://schemas.microsoft.com/office/drawing/2014/main" id="{B3245438-2EFA-4DBF-85CF-60E0A78BBF68}"/>
              </a:ext>
            </a:extLst>
          </p:cNvPr>
          <p:cNvSpPr txBox="1"/>
          <p:nvPr/>
        </p:nvSpPr>
        <p:spPr>
          <a:xfrm>
            <a:off x="989994" y="821095"/>
            <a:ext cx="10785446" cy="5700999"/>
          </a:xfrm>
          <a:prstGeom prst="rect">
            <a:avLst/>
          </a:prstGeom>
          <a:solidFill>
            <a:schemeClr val="accent5">
              <a:lumMod val="20000"/>
              <a:lumOff val="80000"/>
            </a:schemeClr>
          </a:solidFill>
          <a:scene3d>
            <a:camera prst="orthographicFront"/>
            <a:lightRig rig="flat" dir="t"/>
          </a:scene3d>
          <a:sp3d/>
        </p:spPr>
        <p:style>
          <a:lnRef idx="0">
            <a:scrgbClr r="0" g="0" b="0"/>
          </a:lnRef>
          <a:fillRef idx="0">
            <a:scrgbClr r="0" g="0" b="0"/>
          </a:fillRef>
          <a:effectRef idx="0">
            <a:scrgbClr r="0" g="0" b="0"/>
          </a:effectRef>
          <a:fontRef idx="minor">
            <a:schemeClr val="dk1"/>
          </a:fontRef>
        </p:style>
        <p:txBody>
          <a:bodyPr spcFirstLastPara="0" vert="horz" wrap="square" lIns="121920" tIns="121920" rIns="121920" bIns="121920" numCol="1" spcCol="1270" anchor="ctr" anchorCtr="0">
            <a:noAutofit/>
          </a:bodyPr>
          <a:lstStyle/>
          <a:p>
            <a:pPr lvl="0" algn="just" fontAlgn="base">
              <a:spcBef>
                <a:spcPct val="50000"/>
              </a:spcBef>
              <a:spcAft>
                <a:spcPct val="0"/>
              </a:spcAft>
            </a:pPr>
            <a:r>
              <a:rPr lang="es-CO" sz="3200" dirty="0">
                <a:solidFill>
                  <a:prstClr val="black"/>
                </a:solidFill>
                <a:latin typeface="Arial Narrow" pitchFamily="34" charset="0"/>
              </a:rPr>
              <a:t>También se le llama Búsqueda lineal. Consiste en la acción de leer un dato y se busca comparándolo con cada elemento del vector (uno a uno). En esta búsqueda se aplica conceptos de banderas (variables que sólo toman dos valores: true/false). Para realizar este método:</a:t>
            </a:r>
          </a:p>
          <a:p>
            <a:pPr lvl="0" algn="just" fontAlgn="base">
              <a:spcBef>
                <a:spcPct val="50000"/>
              </a:spcBef>
              <a:spcAft>
                <a:spcPct val="0"/>
              </a:spcAft>
            </a:pPr>
            <a:r>
              <a:rPr lang="es-CO" sz="3200" dirty="0">
                <a:solidFill>
                  <a:prstClr val="black"/>
                </a:solidFill>
                <a:latin typeface="Arial Narrow" pitchFamily="34" charset="0"/>
              </a:rPr>
              <a:t>1-Se debe leer el dato a buscar (clave): </a:t>
            </a:r>
            <a:r>
              <a:rPr lang="es-CO" sz="3200" b="1" spc="50" dirty="0">
                <a:ln w="11430">
                  <a:solidFill>
                    <a:schemeClr val="bg1"/>
                  </a:solidFill>
                </a:ln>
                <a:effectLst>
                  <a:outerShdw blurRad="76200" dist="50800" dir="5400000" algn="tl" rotWithShape="0">
                    <a:srgbClr val="000000">
                      <a:alpha val="65000"/>
                    </a:srgbClr>
                  </a:outerShdw>
                </a:effectLst>
                <a:latin typeface="Arial Narrow" pitchFamily="34" charset="0"/>
              </a:rPr>
              <a:t>cin&gt;&gt;clave;</a:t>
            </a:r>
          </a:p>
          <a:p>
            <a:pPr lvl="0" algn="just" fontAlgn="base">
              <a:spcBef>
                <a:spcPct val="50000"/>
              </a:spcBef>
              <a:spcAft>
                <a:spcPct val="0"/>
              </a:spcAft>
            </a:pPr>
            <a:r>
              <a:rPr lang="es-CO" sz="3200" dirty="0">
                <a:solidFill>
                  <a:prstClr val="black"/>
                </a:solidFill>
                <a:latin typeface="Arial Narrow" pitchFamily="34" charset="0"/>
              </a:rPr>
              <a:t>2-Se inicializa una bandera en estado apagado:</a:t>
            </a:r>
            <a:r>
              <a:rPr lang="es-CO" sz="3200" b="1" spc="50" dirty="0">
                <a:ln w="11430">
                  <a:solidFill>
                    <a:schemeClr val="bg1"/>
                  </a:solidFill>
                </a:ln>
                <a:effectLst>
                  <a:outerShdw blurRad="76200" dist="50800" dir="5400000" algn="tl" rotWithShape="0">
                    <a:srgbClr val="000000">
                      <a:alpha val="65000"/>
                    </a:srgbClr>
                  </a:outerShdw>
                </a:effectLst>
                <a:latin typeface="Arial Narrow" pitchFamily="34" charset="0"/>
              </a:rPr>
              <a:t> band=false;</a:t>
            </a:r>
          </a:p>
          <a:p>
            <a:pPr lvl="0" algn="just" fontAlgn="base">
              <a:spcBef>
                <a:spcPct val="50000"/>
              </a:spcBef>
              <a:spcAft>
                <a:spcPct val="0"/>
              </a:spcAft>
            </a:pPr>
            <a:r>
              <a:rPr lang="es-CO" sz="3200" dirty="0">
                <a:solidFill>
                  <a:prstClr val="black"/>
                </a:solidFill>
                <a:latin typeface="Arial Narrow" pitchFamily="34" charset="0"/>
              </a:rPr>
              <a:t>3-Se hace un ciclo que recorra todas las posiciones desde el primer hasta el último elemento:</a:t>
            </a:r>
          </a:p>
          <a:p>
            <a:pPr lvl="0" algn="just" fontAlgn="base">
              <a:spcBef>
                <a:spcPct val="50000"/>
              </a:spcBef>
              <a:spcAft>
                <a:spcPct val="0"/>
              </a:spcAft>
            </a:pPr>
            <a:r>
              <a:rPr lang="es-CO" sz="3200" dirty="0">
                <a:solidFill>
                  <a:prstClr val="black"/>
                </a:solidFill>
                <a:latin typeface="Arial Narrow" pitchFamily="34" charset="0"/>
              </a:rPr>
              <a:t>	</a:t>
            </a:r>
            <a:r>
              <a:rPr lang="es-CO" sz="3200" b="1" spc="50" dirty="0">
                <a:ln w="11430">
                  <a:solidFill>
                    <a:schemeClr val="bg1"/>
                  </a:solidFill>
                </a:ln>
                <a:effectLst>
                  <a:outerShdw blurRad="76200" dist="50800" dir="5400000" algn="tl" rotWithShape="0">
                    <a:srgbClr val="000000">
                      <a:alpha val="65000"/>
                    </a:srgbClr>
                  </a:outerShdw>
                </a:effectLst>
                <a:latin typeface="Arial Narrow" pitchFamily="34" charset="0"/>
              </a:rPr>
              <a:t>for (int i=0; i&lt;N; i++) { } </a:t>
            </a:r>
          </a:p>
        </p:txBody>
      </p:sp>
    </p:spTree>
    <p:extLst>
      <p:ext uri="{BB962C8B-B14F-4D97-AF65-F5344CB8AC3E}">
        <p14:creationId xmlns:p14="http://schemas.microsoft.com/office/powerpoint/2010/main" val="1700308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up)">
                                      <p:cBhvr>
                                        <p:cTn id="7" dur="1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989994" y="0"/>
            <a:ext cx="11369040" cy="914400"/>
          </a:xfrm>
        </p:spPr>
        <p:txBody>
          <a:bodyPr>
            <a:noAutofit/>
          </a:bodyPr>
          <a:lstStyle/>
          <a:p>
            <a:pPr algn="ctr"/>
            <a:r>
              <a:rPr lang="es-CO" sz="3800" b="1" dirty="0">
                <a:latin typeface="Bahnschrift Light SemiCondensed" panose="020B0502040204020203" pitchFamily="34" charset="0"/>
              </a:rPr>
              <a:t>“MÉTODO DE BÚSQUEDA SECUENCIAL C++”</a:t>
            </a:r>
          </a:p>
        </p:txBody>
      </p:sp>
      <p:sp>
        <p:nvSpPr>
          <p:cNvPr id="7" name="CuadroTexto 6">
            <a:extLst>
              <a:ext uri="{FF2B5EF4-FFF2-40B4-BE49-F238E27FC236}">
                <a16:creationId xmlns:a16="http://schemas.microsoft.com/office/drawing/2014/main" id="{B3245438-2EFA-4DBF-85CF-60E0A78BBF68}"/>
              </a:ext>
            </a:extLst>
          </p:cNvPr>
          <p:cNvSpPr txBox="1"/>
          <p:nvPr/>
        </p:nvSpPr>
        <p:spPr>
          <a:xfrm>
            <a:off x="989994" y="867745"/>
            <a:ext cx="10785446" cy="5766318"/>
          </a:xfrm>
          <a:prstGeom prst="rect">
            <a:avLst/>
          </a:prstGeom>
          <a:solidFill>
            <a:schemeClr val="accent5">
              <a:lumMod val="20000"/>
              <a:lumOff val="80000"/>
            </a:schemeClr>
          </a:solidFill>
          <a:scene3d>
            <a:camera prst="orthographicFront"/>
            <a:lightRig rig="flat" dir="t"/>
          </a:scene3d>
          <a:sp3d/>
        </p:spPr>
        <p:style>
          <a:lnRef idx="0">
            <a:scrgbClr r="0" g="0" b="0"/>
          </a:lnRef>
          <a:fillRef idx="0">
            <a:scrgbClr r="0" g="0" b="0"/>
          </a:fillRef>
          <a:effectRef idx="0">
            <a:scrgbClr r="0" g="0" b="0"/>
          </a:effectRef>
          <a:fontRef idx="minor">
            <a:schemeClr val="dk1"/>
          </a:fontRef>
        </p:style>
        <p:txBody>
          <a:bodyPr spcFirstLastPara="0" vert="horz" wrap="square" lIns="121920" tIns="121920" rIns="121920" bIns="121920" numCol="1" spcCol="1270" anchor="ctr" anchorCtr="0">
            <a:noAutofit/>
          </a:bodyPr>
          <a:lstStyle/>
          <a:p>
            <a:pPr algn="just" fontAlgn="base">
              <a:spcBef>
                <a:spcPct val="50000"/>
              </a:spcBef>
              <a:spcAft>
                <a:spcPct val="0"/>
              </a:spcAft>
            </a:pPr>
            <a:r>
              <a:rPr lang="es-CO" sz="3200" dirty="0">
                <a:solidFill>
                  <a:prstClr val="black"/>
                </a:solidFill>
                <a:latin typeface="Arial Narrow" pitchFamily="34" charset="0"/>
              </a:rPr>
              <a:t>4-Se compara la clave leída con cada elemento del vector, en caso de ser iguales se guarda el estado de la bandera a verdadero (true) y se guarda la posición actual del elemento: </a:t>
            </a:r>
          </a:p>
          <a:p>
            <a:pPr algn="just" fontAlgn="base">
              <a:spcAft>
                <a:spcPct val="0"/>
              </a:spcAft>
            </a:pPr>
            <a:r>
              <a:rPr lang="es-CO" sz="3200" b="1" spc="50" dirty="0">
                <a:ln w="11430">
                  <a:solidFill>
                    <a:schemeClr val="bg1"/>
                  </a:solidFill>
                </a:ln>
                <a:solidFill>
                  <a:prstClr val="black"/>
                </a:solidFill>
                <a:effectLst>
                  <a:outerShdw blurRad="76200" dist="50800" dir="5400000" algn="tl" rotWithShape="0">
                    <a:srgbClr val="000000">
                      <a:alpha val="65000"/>
                    </a:srgbClr>
                  </a:outerShdw>
                </a:effectLst>
                <a:latin typeface="Arial Narrow" pitchFamily="34" charset="0"/>
              </a:rPr>
              <a:t>	</a:t>
            </a:r>
            <a:r>
              <a:rPr lang="es-CO" sz="3200" b="1" spc="50" dirty="0">
                <a:ln w="11430">
                  <a:solidFill>
                    <a:schemeClr val="bg1"/>
                  </a:solidFill>
                </a:ln>
                <a:effectLst>
                  <a:outerShdw blurRad="76200" dist="50800" dir="5400000" algn="tl" rotWithShape="0">
                    <a:srgbClr val="000000">
                      <a:alpha val="65000"/>
                    </a:srgbClr>
                  </a:outerShdw>
                </a:effectLst>
                <a:latin typeface="Arial Narrow" pitchFamily="34" charset="0"/>
              </a:rPr>
              <a:t>if (clave == </a:t>
            </a:r>
            <a:r>
              <a:rPr lang="es-CO" sz="3200" b="1" spc="50" dirty="0" err="1">
                <a:ln w="11430">
                  <a:solidFill>
                    <a:schemeClr val="bg1"/>
                  </a:solidFill>
                </a:ln>
                <a:effectLst>
                  <a:outerShdw blurRad="76200" dist="50800" dir="5400000" algn="tl" rotWithShape="0">
                    <a:srgbClr val="000000">
                      <a:alpha val="65000"/>
                    </a:srgbClr>
                  </a:outerShdw>
                </a:effectLst>
                <a:latin typeface="Arial Narrow" pitchFamily="34" charset="0"/>
              </a:rPr>
              <a:t>vec</a:t>
            </a:r>
            <a:r>
              <a:rPr lang="es-CO" sz="3200" b="1" spc="50" dirty="0">
                <a:ln w="11430">
                  <a:solidFill>
                    <a:schemeClr val="bg1"/>
                  </a:solidFill>
                </a:ln>
                <a:effectLst>
                  <a:outerShdw blurRad="76200" dist="50800" dir="5400000" algn="tl" rotWithShape="0">
                    <a:srgbClr val="000000">
                      <a:alpha val="65000"/>
                    </a:srgbClr>
                  </a:outerShdw>
                </a:effectLst>
                <a:latin typeface="Arial Narrow" pitchFamily="34" charset="0"/>
              </a:rPr>
              <a:t>[i]) {</a:t>
            </a:r>
          </a:p>
          <a:p>
            <a:pPr algn="just" fontAlgn="base">
              <a:spcAft>
                <a:spcPct val="0"/>
              </a:spcAft>
            </a:pPr>
            <a:r>
              <a:rPr lang="es-CO" sz="3200" b="1" spc="50" dirty="0">
                <a:ln w="11430">
                  <a:solidFill>
                    <a:schemeClr val="bg1"/>
                  </a:solidFill>
                </a:ln>
                <a:effectLst>
                  <a:outerShdw blurRad="76200" dist="50800" dir="5400000" algn="tl" rotWithShape="0">
                    <a:srgbClr val="000000">
                      <a:alpha val="65000"/>
                    </a:srgbClr>
                  </a:outerShdw>
                </a:effectLst>
                <a:latin typeface="Arial Narrow" pitchFamily="34" charset="0"/>
              </a:rPr>
              <a:t>		band = true;</a:t>
            </a:r>
          </a:p>
          <a:p>
            <a:pPr algn="just" fontAlgn="base">
              <a:spcAft>
                <a:spcPct val="0"/>
              </a:spcAft>
            </a:pPr>
            <a:r>
              <a:rPr lang="es-CO" sz="3200" b="1" spc="50" dirty="0">
                <a:ln w="11430">
                  <a:solidFill>
                    <a:schemeClr val="bg1"/>
                  </a:solidFill>
                </a:ln>
                <a:effectLst>
                  <a:outerShdw blurRad="76200" dist="50800" dir="5400000" algn="tl" rotWithShape="0">
                    <a:srgbClr val="000000">
                      <a:alpha val="65000"/>
                    </a:srgbClr>
                  </a:outerShdw>
                </a:effectLst>
                <a:latin typeface="Arial Narrow" pitchFamily="34" charset="0"/>
              </a:rPr>
              <a:t>		</a:t>
            </a:r>
            <a:r>
              <a:rPr lang="es-CO" sz="3200" b="1" spc="50" dirty="0" err="1">
                <a:ln w="11430">
                  <a:solidFill>
                    <a:schemeClr val="bg1"/>
                  </a:solidFill>
                </a:ln>
                <a:effectLst>
                  <a:outerShdw blurRad="76200" dist="50800" dir="5400000" algn="tl" rotWithShape="0">
                    <a:srgbClr val="000000">
                      <a:alpha val="65000"/>
                    </a:srgbClr>
                  </a:outerShdw>
                </a:effectLst>
                <a:latin typeface="Arial Narrow" pitchFamily="34" charset="0"/>
              </a:rPr>
              <a:t>pos</a:t>
            </a:r>
            <a:r>
              <a:rPr lang="es-CO" sz="3200" b="1" spc="50" dirty="0">
                <a:ln w="11430">
                  <a:solidFill>
                    <a:schemeClr val="bg1"/>
                  </a:solidFill>
                </a:ln>
                <a:effectLst>
                  <a:outerShdw blurRad="76200" dist="50800" dir="5400000" algn="tl" rotWithShape="0">
                    <a:srgbClr val="000000">
                      <a:alpha val="65000"/>
                    </a:srgbClr>
                  </a:outerShdw>
                </a:effectLst>
                <a:latin typeface="Arial Narrow" pitchFamily="34" charset="0"/>
              </a:rPr>
              <a:t> = i;</a:t>
            </a:r>
          </a:p>
          <a:p>
            <a:pPr algn="just" fontAlgn="base">
              <a:spcAft>
                <a:spcPct val="0"/>
              </a:spcAft>
            </a:pPr>
            <a:r>
              <a:rPr lang="es-CO" sz="3200" b="1" spc="50" dirty="0">
                <a:ln w="11430">
                  <a:solidFill>
                    <a:schemeClr val="bg1"/>
                  </a:solidFill>
                </a:ln>
                <a:effectLst>
                  <a:outerShdw blurRad="76200" dist="50800" dir="5400000" algn="tl" rotWithShape="0">
                    <a:srgbClr val="000000">
                      <a:alpha val="65000"/>
                    </a:srgbClr>
                  </a:outerShdw>
                </a:effectLst>
                <a:latin typeface="Arial Narrow" pitchFamily="34" charset="0"/>
              </a:rPr>
              <a:t>	}</a:t>
            </a:r>
          </a:p>
          <a:p>
            <a:pPr lvl="0" algn="just" fontAlgn="base">
              <a:spcBef>
                <a:spcPct val="50000"/>
              </a:spcBef>
              <a:spcAft>
                <a:spcPct val="0"/>
              </a:spcAft>
            </a:pPr>
            <a:r>
              <a:rPr lang="es-CO" sz="3200" dirty="0">
                <a:solidFill>
                  <a:prstClr val="black"/>
                </a:solidFill>
                <a:latin typeface="Arial Narrow" pitchFamily="34" charset="0"/>
              </a:rPr>
              <a:t>5-Por fuera del ciclo se pregunta por estado de la bandera y se imprimen mensaje de encontrado (band==true) o no (band==false).</a:t>
            </a:r>
          </a:p>
          <a:p>
            <a:pPr algn="just" fontAlgn="base">
              <a:spcBef>
                <a:spcPct val="50000"/>
              </a:spcBef>
              <a:spcAft>
                <a:spcPct val="0"/>
              </a:spcAft>
            </a:pPr>
            <a:r>
              <a:rPr lang="es-CO" sz="3200" b="1" spc="50" dirty="0">
                <a:ln w="11430">
                  <a:solidFill>
                    <a:schemeClr val="bg1"/>
                  </a:solidFill>
                </a:ln>
                <a:solidFill>
                  <a:prstClr val="black"/>
                </a:solidFill>
                <a:effectLst>
                  <a:outerShdw blurRad="76200" dist="50800" dir="5400000" algn="tl" rotWithShape="0">
                    <a:srgbClr val="000000">
                      <a:alpha val="65000"/>
                    </a:srgbClr>
                  </a:outerShdw>
                </a:effectLst>
                <a:latin typeface="Arial Narrow" pitchFamily="34" charset="0"/>
              </a:rPr>
              <a:t>	cout &lt;&lt; </a:t>
            </a:r>
            <a:r>
              <a:rPr lang="es-CO" sz="3200" b="1" spc="50" dirty="0">
                <a:ln w="11430">
                  <a:solidFill>
                    <a:schemeClr val="bg1"/>
                  </a:solidFill>
                </a:ln>
                <a:effectLst>
                  <a:outerShdw blurRad="76200" dist="50800" dir="5400000" algn="tl" rotWithShape="0">
                    <a:srgbClr val="000000">
                      <a:alpha val="65000"/>
                    </a:srgbClr>
                  </a:outerShdw>
                </a:effectLst>
                <a:latin typeface="Arial Narrow" pitchFamily="34" charset="0"/>
              </a:rPr>
              <a:t>clave == true? "Encontrado" : "No encontrado"; </a:t>
            </a:r>
            <a:endParaRPr lang="es-CO" sz="3200" dirty="0">
              <a:solidFill>
                <a:prstClr val="black"/>
              </a:solidFill>
              <a:latin typeface="Arial Narrow" pitchFamily="34" charset="0"/>
            </a:endParaRPr>
          </a:p>
        </p:txBody>
      </p:sp>
    </p:spTree>
    <p:extLst>
      <p:ext uri="{BB962C8B-B14F-4D97-AF65-F5344CB8AC3E}">
        <p14:creationId xmlns:p14="http://schemas.microsoft.com/office/powerpoint/2010/main" val="25843933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up)">
                                      <p:cBhvr>
                                        <p:cTn id="7" dur="1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 name="Text Box 43">
            <a:extLst>
              <a:ext uri="{FF2B5EF4-FFF2-40B4-BE49-F238E27FC236}">
                <a16:creationId xmlns:a16="http://schemas.microsoft.com/office/drawing/2014/main" id="{D5CAAC17-D255-4829-BEDB-26B5C958C9A7}"/>
              </a:ext>
            </a:extLst>
          </p:cNvPr>
          <p:cNvSpPr txBox="1">
            <a:spLocks noChangeArrowheads="1"/>
          </p:cNvSpPr>
          <p:nvPr/>
        </p:nvSpPr>
        <p:spPr bwMode="auto">
          <a:xfrm>
            <a:off x="2538940" y="3049771"/>
            <a:ext cx="1997954" cy="400110"/>
          </a:xfrm>
          <a:prstGeom prst="rect">
            <a:avLst/>
          </a:prstGeom>
          <a:noFill/>
          <a:ln>
            <a:noFill/>
            <a:headEnd/>
            <a:tailEnd/>
          </a:ln>
        </p:spPr>
        <p:style>
          <a:lnRef idx="1">
            <a:schemeClr val="accent3"/>
          </a:lnRef>
          <a:fillRef idx="2">
            <a:schemeClr val="accent3"/>
          </a:fillRef>
          <a:effectRef idx="1">
            <a:schemeClr val="accent3"/>
          </a:effectRef>
          <a:fontRef idx="minor">
            <a:schemeClr val="dk1"/>
          </a:fontRef>
        </p:style>
        <p:txBody>
          <a:bodyPr wrap="square">
            <a:spAutoFit/>
          </a:bodyPr>
          <a:lstStyle/>
          <a:p>
            <a:pPr>
              <a:spcBef>
                <a:spcPct val="50000"/>
              </a:spcBef>
            </a:pPr>
            <a:r>
              <a:rPr lang="es-ES" sz="2000" dirty="0">
                <a:latin typeface="Arial Narrow" pitchFamily="34" charset="0"/>
              </a:rPr>
              <a:t>true</a:t>
            </a:r>
          </a:p>
        </p:txBody>
      </p:sp>
      <p:sp>
        <p:nvSpPr>
          <p:cNvPr id="2" name="Título 1"/>
          <p:cNvSpPr>
            <a:spLocks noGrp="1"/>
          </p:cNvSpPr>
          <p:nvPr>
            <p:ph type="title"/>
          </p:nvPr>
        </p:nvSpPr>
        <p:spPr>
          <a:xfrm>
            <a:off x="989994" y="0"/>
            <a:ext cx="11369040" cy="914400"/>
          </a:xfrm>
        </p:spPr>
        <p:txBody>
          <a:bodyPr>
            <a:noAutofit/>
          </a:bodyPr>
          <a:lstStyle/>
          <a:p>
            <a:pPr algn="ctr"/>
            <a:r>
              <a:rPr lang="es-CO" sz="3800" b="1" dirty="0">
                <a:latin typeface="Bahnschrift Light SemiCondensed" panose="020B0502040204020203" pitchFamily="34" charset="0"/>
              </a:rPr>
              <a:t>“MÉTODO DE BÚSQUEDA SECUENCIAL C++”</a:t>
            </a:r>
          </a:p>
        </p:txBody>
      </p:sp>
      <p:sp>
        <p:nvSpPr>
          <p:cNvPr id="4" name="Text Box 43">
            <a:extLst>
              <a:ext uri="{FF2B5EF4-FFF2-40B4-BE49-F238E27FC236}">
                <a16:creationId xmlns:a16="http://schemas.microsoft.com/office/drawing/2014/main" id="{5978BA45-BEBA-4179-B010-4F2DC0FC090A}"/>
              </a:ext>
            </a:extLst>
          </p:cNvPr>
          <p:cNvSpPr txBox="1">
            <a:spLocks noChangeArrowheads="1"/>
          </p:cNvSpPr>
          <p:nvPr/>
        </p:nvSpPr>
        <p:spPr bwMode="auto">
          <a:xfrm>
            <a:off x="2538940" y="2344888"/>
            <a:ext cx="1997954" cy="707886"/>
          </a:xfrm>
          <a:prstGeom prst="rect">
            <a:avLst/>
          </a:prstGeom>
          <a:noFill/>
          <a:ln>
            <a:noFill/>
            <a:headEnd/>
            <a:tailEnd/>
          </a:ln>
        </p:spPr>
        <p:style>
          <a:lnRef idx="1">
            <a:schemeClr val="accent3"/>
          </a:lnRef>
          <a:fillRef idx="2">
            <a:schemeClr val="accent3"/>
          </a:fillRef>
          <a:effectRef idx="1">
            <a:schemeClr val="accent3"/>
          </a:effectRef>
          <a:fontRef idx="minor">
            <a:schemeClr val="dk1"/>
          </a:fontRef>
        </p:style>
        <p:txBody>
          <a:bodyPr wrap="square">
            <a:spAutoFit/>
          </a:bodyPr>
          <a:lstStyle/>
          <a:p>
            <a:pPr algn="l">
              <a:spcBef>
                <a:spcPct val="50000"/>
              </a:spcBef>
            </a:pPr>
            <a:r>
              <a:rPr lang="es-MX" sz="2000" b="1" u="sng" dirty="0">
                <a:latin typeface="Arial Narrow" pitchFamily="34" charset="0"/>
              </a:rPr>
              <a:t>BANDERA</a:t>
            </a:r>
            <a:br>
              <a:rPr lang="es-MX" sz="2000" b="1" u="sng" dirty="0">
                <a:latin typeface="Arial Narrow" pitchFamily="34" charset="0"/>
              </a:rPr>
            </a:br>
            <a:r>
              <a:rPr lang="es-ES" sz="2000" dirty="0">
                <a:latin typeface="Arial Narrow" pitchFamily="34" charset="0"/>
              </a:rPr>
              <a:t>false</a:t>
            </a:r>
          </a:p>
        </p:txBody>
      </p:sp>
      <p:grpSp>
        <p:nvGrpSpPr>
          <p:cNvPr id="5" name="Grupo 4">
            <a:extLst>
              <a:ext uri="{FF2B5EF4-FFF2-40B4-BE49-F238E27FC236}">
                <a16:creationId xmlns:a16="http://schemas.microsoft.com/office/drawing/2014/main" id="{BC33B649-8A10-42A9-BA9E-1614D8D6A45F}"/>
              </a:ext>
            </a:extLst>
          </p:cNvPr>
          <p:cNvGrpSpPr/>
          <p:nvPr/>
        </p:nvGrpSpPr>
        <p:grpSpPr>
          <a:xfrm>
            <a:off x="2416231" y="4601650"/>
            <a:ext cx="7993064" cy="1162053"/>
            <a:chOff x="-36512" y="4719984"/>
            <a:chExt cx="7993064" cy="1162053"/>
          </a:xfrm>
        </p:grpSpPr>
        <p:grpSp>
          <p:nvGrpSpPr>
            <p:cNvPr id="6" name="Group 37">
              <a:extLst>
                <a:ext uri="{FF2B5EF4-FFF2-40B4-BE49-F238E27FC236}">
                  <a16:creationId xmlns:a16="http://schemas.microsoft.com/office/drawing/2014/main" id="{EF0DE82B-9D8E-4B7B-AEB6-3878A63382F6}"/>
                </a:ext>
              </a:extLst>
            </p:cNvPr>
            <p:cNvGrpSpPr>
              <a:grpSpLocks/>
            </p:cNvGrpSpPr>
            <p:nvPr/>
          </p:nvGrpSpPr>
          <p:grpSpPr bwMode="auto">
            <a:xfrm>
              <a:off x="-36512" y="4719986"/>
              <a:ext cx="7993064" cy="1162051"/>
              <a:chOff x="2875" y="1623"/>
              <a:chExt cx="5035" cy="732"/>
            </a:xfrm>
            <a:solidFill>
              <a:schemeClr val="bg1">
                <a:lumMod val="85000"/>
              </a:schemeClr>
            </a:solidFill>
          </p:grpSpPr>
          <p:sp>
            <p:nvSpPr>
              <p:cNvPr id="18" name="Rectangle 38">
                <a:extLst>
                  <a:ext uri="{FF2B5EF4-FFF2-40B4-BE49-F238E27FC236}">
                    <a16:creationId xmlns:a16="http://schemas.microsoft.com/office/drawing/2014/main" id="{DC834E23-1AEF-46B7-BF7E-A6B0B13A4D37}"/>
                  </a:ext>
                </a:extLst>
              </p:cNvPr>
              <p:cNvSpPr>
                <a:spLocks noChangeArrowheads="1"/>
              </p:cNvSpPr>
              <p:nvPr/>
            </p:nvSpPr>
            <p:spPr bwMode="auto">
              <a:xfrm>
                <a:off x="3415" y="1623"/>
                <a:ext cx="431" cy="432"/>
              </a:xfrm>
              <a:prstGeom prst="rect">
                <a:avLst/>
              </a:prstGeom>
              <a:grpFill/>
              <a:ln w="38100">
                <a:solidFill>
                  <a:schemeClr val="tx1"/>
                </a:solidFill>
                <a:miter lim="800000"/>
                <a:headEnd/>
                <a:tailEnd/>
              </a:ln>
            </p:spPr>
            <p:txBody>
              <a:bodyPr wrap="none" anchor="ctr"/>
              <a:lstStyle/>
              <a:p>
                <a:endParaRPr lang="es-ES" sz="3200">
                  <a:latin typeface="Arial Narrow" pitchFamily="34" charset="0"/>
                </a:endParaRPr>
              </a:p>
            </p:txBody>
          </p:sp>
          <p:sp>
            <p:nvSpPr>
              <p:cNvPr id="19" name="Rectangle 39">
                <a:extLst>
                  <a:ext uri="{FF2B5EF4-FFF2-40B4-BE49-F238E27FC236}">
                    <a16:creationId xmlns:a16="http://schemas.microsoft.com/office/drawing/2014/main" id="{87C73491-0009-41EC-BD08-C8D94197DBBB}"/>
                  </a:ext>
                </a:extLst>
              </p:cNvPr>
              <p:cNvSpPr>
                <a:spLocks noChangeArrowheads="1"/>
              </p:cNvSpPr>
              <p:nvPr/>
            </p:nvSpPr>
            <p:spPr bwMode="auto">
              <a:xfrm>
                <a:off x="3846" y="1623"/>
                <a:ext cx="430" cy="432"/>
              </a:xfrm>
              <a:prstGeom prst="rect">
                <a:avLst/>
              </a:prstGeom>
              <a:grpFill/>
              <a:ln w="38100">
                <a:solidFill>
                  <a:schemeClr val="tx1"/>
                </a:solidFill>
                <a:miter lim="800000"/>
                <a:headEnd/>
                <a:tailEnd/>
              </a:ln>
            </p:spPr>
            <p:txBody>
              <a:bodyPr wrap="none" anchor="ctr"/>
              <a:lstStyle/>
              <a:p>
                <a:endParaRPr lang="es-ES" sz="3200">
                  <a:latin typeface="Arial Narrow" pitchFamily="34" charset="0"/>
                </a:endParaRPr>
              </a:p>
            </p:txBody>
          </p:sp>
          <p:sp>
            <p:nvSpPr>
              <p:cNvPr id="20" name="Rectangle 40">
                <a:extLst>
                  <a:ext uri="{FF2B5EF4-FFF2-40B4-BE49-F238E27FC236}">
                    <a16:creationId xmlns:a16="http://schemas.microsoft.com/office/drawing/2014/main" id="{76D0628E-DFEB-4767-8B90-C041E7C190CC}"/>
                  </a:ext>
                </a:extLst>
              </p:cNvPr>
              <p:cNvSpPr>
                <a:spLocks noChangeArrowheads="1"/>
              </p:cNvSpPr>
              <p:nvPr/>
            </p:nvSpPr>
            <p:spPr bwMode="auto">
              <a:xfrm>
                <a:off x="4276" y="1623"/>
                <a:ext cx="431" cy="432"/>
              </a:xfrm>
              <a:prstGeom prst="rect">
                <a:avLst/>
              </a:prstGeom>
              <a:grpFill/>
              <a:ln w="38100">
                <a:solidFill>
                  <a:schemeClr val="tx1"/>
                </a:solidFill>
                <a:miter lim="800000"/>
                <a:headEnd/>
                <a:tailEnd/>
              </a:ln>
            </p:spPr>
            <p:txBody>
              <a:bodyPr wrap="none" anchor="ctr"/>
              <a:lstStyle/>
              <a:p>
                <a:endParaRPr lang="es-ES" sz="3200">
                  <a:latin typeface="Arial Narrow" pitchFamily="34" charset="0"/>
                </a:endParaRPr>
              </a:p>
            </p:txBody>
          </p:sp>
          <p:sp>
            <p:nvSpPr>
              <p:cNvPr id="21" name="Rectangle 41">
                <a:extLst>
                  <a:ext uri="{FF2B5EF4-FFF2-40B4-BE49-F238E27FC236}">
                    <a16:creationId xmlns:a16="http://schemas.microsoft.com/office/drawing/2014/main" id="{9492DDF8-D60D-4765-A9B6-7AB144297662}"/>
                  </a:ext>
                </a:extLst>
              </p:cNvPr>
              <p:cNvSpPr>
                <a:spLocks noChangeArrowheads="1"/>
              </p:cNvSpPr>
              <p:nvPr/>
            </p:nvSpPr>
            <p:spPr bwMode="auto">
              <a:xfrm>
                <a:off x="4707" y="1623"/>
                <a:ext cx="430" cy="432"/>
              </a:xfrm>
              <a:prstGeom prst="rect">
                <a:avLst/>
              </a:prstGeom>
              <a:grpFill/>
              <a:ln w="38100">
                <a:solidFill>
                  <a:schemeClr val="tx1"/>
                </a:solidFill>
                <a:miter lim="800000"/>
                <a:headEnd/>
                <a:tailEnd/>
              </a:ln>
            </p:spPr>
            <p:txBody>
              <a:bodyPr wrap="none" anchor="ctr"/>
              <a:lstStyle/>
              <a:p>
                <a:endParaRPr lang="es-ES" sz="3200">
                  <a:latin typeface="Arial Narrow" pitchFamily="34" charset="0"/>
                </a:endParaRPr>
              </a:p>
            </p:txBody>
          </p:sp>
          <p:sp>
            <p:nvSpPr>
              <p:cNvPr id="22" name="Rectangle 42">
                <a:extLst>
                  <a:ext uri="{FF2B5EF4-FFF2-40B4-BE49-F238E27FC236}">
                    <a16:creationId xmlns:a16="http://schemas.microsoft.com/office/drawing/2014/main" id="{FD0514F0-CC62-40F2-95BC-7489245E61C6}"/>
                  </a:ext>
                </a:extLst>
              </p:cNvPr>
              <p:cNvSpPr>
                <a:spLocks noChangeArrowheads="1"/>
              </p:cNvSpPr>
              <p:nvPr/>
            </p:nvSpPr>
            <p:spPr bwMode="auto">
              <a:xfrm>
                <a:off x="5137" y="1623"/>
                <a:ext cx="431" cy="432"/>
              </a:xfrm>
              <a:prstGeom prst="rect">
                <a:avLst/>
              </a:prstGeom>
              <a:grpFill/>
              <a:ln w="38100">
                <a:solidFill>
                  <a:schemeClr val="tx1"/>
                </a:solidFill>
                <a:miter lim="800000"/>
                <a:headEnd/>
                <a:tailEnd/>
              </a:ln>
            </p:spPr>
            <p:txBody>
              <a:bodyPr wrap="none" anchor="ctr"/>
              <a:lstStyle/>
              <a:p>
                <a:endParaRPr lang="es-ES" sz="3200">
                  <a:latin typeface="Arial Narrow" pitchFamily="34" charset="0"/>
                </a:endParaRPr>
              </a:p>
            </p:txBody>
          </p:sp>
          <p:sp>
            <p:nvSpPr>
              <p:cNvPr id="23" name="Text Box 43">
                <a:extLst>
                  <a:ext uri="{FF2B5EF4-FFF2-40B4-BE49-F238E27FC236}">
                    <a16:creationId xmlns:a16="http://schemas.microsoft.com/office/drawing/2014/main" id="{D482C296-388C-4714-B372-564D909FCD64}"/>
                  </a:ext>
                </a:extLst>
              </p:cNvPr>
              <p:cNvSpPr txBox="1">
                <a:spLocks noChangeArrowheads="1"/>
              </p:cNvSpPr>
              <p:nvPr/>
            </p:nvSpPr>
            <p:spPr bwMode="auto">
              <a:xfrm>
                <a:off x="2875" y="1654"/>
                <a:ext cx="715" cy="365"/>
              </a:xfrm>
              <a:prstGeom prst="rect">
                <a:avLst/>
              </a:prstGeom>
              <a:noFill/>
              <a:ln w="9525">
                <a:noFill/>
                <a:miter lim="800000"/>
                <a:headEnd/>
                <a:tailEnd/>
              </a:ln>
            </p:spPr>
            <p:txBody>
              <a:bodyPr>
                <a:spAutoFit/>
              </a:bodyPr>
              <a:lstStyle/>
              <a:p>
                <a:pPr algn="l">
                  <a:spcBef>
                    <a:spcPct val="50000"/>
                  </a:spcBef>
                </a:pPr>
                <a:r>
                  <a:rPr lang="es-MX" sz="3200" b="1" dirty="0">
                    <a:latin typeface="Arial Narrow" pitchFamily="34" charset="0"/>
                  </a:rPr>
                  <a:t>VEC</a:t>
                </a:r>
                <a:endParaRPr lang="es-ES" sz="3200" b="1" dirty="0">
                  <a:latin typeface="Arial Narrow" pitchFamily="34" charset="0"/>
                </a:endParaRPr>
              </a:p>
            </p:txBody>
          </p:sp>
          <p:sp>
            <p:nvSpPr>
              <p:cNvPr id="24" name="Text Box 44">
                <a:extLst>
                  <a:ext uri="{FF2B5EF4-FFF2-40B4-BE49-F238E27FC236}">
                    <a16:creationId xmlns:a16="http://schemas.microsoft.com/office/drawing/2014/main" id="{AA22303E-04F7-4373-A36B-873408129184}"/>
                  </a:ext>
                </a:extLst>
              </p:cNvPr>
              <p:cNvSpPr txBox="1">
                <a:spLocks noChangeArrowheads="1"/>
              </p:cNvSpPr>
              <p:nvPr/>
            </p:nvSpPr>
            <p:spPr bwMode="auto">
              <a:xfrm>
                <a:off x="3451" y="2064"/>
                <a:ext cx="4459" cy="291"/>
              </a:xfrm>
              <a:prstGeom prst="rect">
                <a:avLst/>
              </a:prstGeom>
              <a:noFill/>
              <a:ln w="9525">
                <a:noFill/>
                <a:miter lim="800000"/>
                <a:headEnd/>
                <a:tailEnd/>
              </a:ln>
            </p:spPr>
            <p:txBody>
              <a:bodyPr wrap="square">
                <a:spAutoFit/>
              </a:bodyPr>
              <a:lstStyle/>
              <a:p>
                <a:pPr algn="l">
                  <a:spcBef>
                    <a:spcPct val="50000"/>
                  </a:spcBef>
                </a:pPr>
                <a:r>
                  <a:rPr lang="es-MX" sz="2400" dirty="0">
                    <a:latin typeface="Arial Narrow" pitchFamily="34" charset="0"/>
                  </a:rPr>
                  <a:t>  0        1        2        3        4       5        6        7        8        9</a:t>
                </a:r>
                <a:endParaRPr lang="es-ES" sz="2400" dirty="0">
                  <a:latin typeface="Arial Narrow" pitchFamily="34" charset="0"/>
                </a:endParaRPr>
              </a:p>
            </p:txBody>
          </p:sp>
          <p:sp>
            <p:nvSpPr>
              <p:cNvPr id="25" name="Rectangle 45">
                <a:extLst>
                  <a:ext uri="{FF2B5EF4-FFF2-40B4-BE49-F238E27FC236}">
                    <a16:creationId xmlns:a16="http://schemas.microsoft.com/office/drawing/2014/main" id="{1C78AEB6-225B-4563-8D17-265421858132}"/>
                  </a:ext>
                </a:extLst>
              </p:cNvPr>
              <p:cNvSpPr>
                <a:spLocks noChangeArrowheads="1"/>
              </p:cNvSpPr>
              <p:nvPr/>
            </p:nvSpPr>
            <p:spPr bwMode="auto">
              <a:xfrm>
                <a:off x="5166" y="1644"/>
                <a:ext cx="361" cy="384"/>
              </a:xfrm>
              <a:prstGeom prst="rect">
                <a:avLst/>
              </a:prstGeom>
              <a:grpFill/>
              <a:ln w="9525" cap="flat" cmpd="sng" algn="ctr">
                <a:solidFill>
                  <a:schemeClr val="tx1"/>
                </a:solidFill>
                <a:prstDash val="solid"/>
                <a:headEnd/>
                <a:tailEnd/>
              </a:ln>
              <a:effectLst>
                <a:outerShdw blurRad="63500" dist="25400" dir="5400000" rotWithShape="0">
                  <a:srgbClr val="000000">
                    <a:alpha val="43137"/>
                  </a:srgbClr>
                </a:outerShdw>
              </a:effectLst>
            </p:spPr>
            <p:txBody>
              <a:bodyPr wrap="none" anchor="ct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fontAlgn="base">
                  <a:spcBef>
                    <a:spcPct val="0"/>
                  </a:spcBef>
                  <a:spcAft>
                    <a:spcPct val="0"/>
                  </a:spcAft>
                </a:pPr>
                <a:r>
                  <a:rPr lang="es-MX" sz="3600" b="1" kern="0" spc="50" dirty="0">
                    <a:ln w="11430"/>
                    <a:effectLst>
                      <a:outerShdw blurRad="76200" dist="50800" dir="5400000" algn="tl" rotWithShape="0">
                        <a:srgbClr val="000000">
                          <a:alpha val="65000"/>
                        </a:srgbClr>
                      </a:outerShdw>
                    </a:effectLst>
                    <a:latin typeface="Arial Narrow" pitchFamily="34" charset="0"/>
                  </a:rPr>
                  <a:t>71</a:t>
                </a:r>
                <a:endParaRPr lang="es-ES" sz="3600" b="1" kern="0" spc="50" dirty="0">
                  <a:ln w="11430"/>
                  <a:effectLst>
                    <a:outerShdw blurRad="76200" dist="50800" dir="5400000" algn="tl" rotWithShape="0">
                      <a:srgbClr val="000000">
                        <a:alpha val="65000"/>
                      </a:srgbClr>
                    </a:outerShdw>
                  </a:effectLst>
                  <a:latin typeface="Arial Narrow" pitchFamily="34" charset="0"/>
                </a:endParaRPr>
              </a:p>
            </p:txBody>
          </p:sp>
          <p:sp>
            <p:nvSpPr>
              <p:cNvPr id="26" name="Rectangle 46">
                <a:extLst>
                  <a:ext uri="{FF2B5EF4-FFF2-40B4-BE49-F238E27FC236}">
                    <a16:creationId xmlns:a16="http://schemas.microsoft.com/office/drawing/2014/main" id="{0F370020-0C7A-4F63-A6E8-C426F634E95C}"/>
                  </a:ext>
                </a:extLst>
              </p:cNvPr>
              <p:cNvSpPr>
                <a:spLocks noChangeArrowheads="1"/>
              </p:cNvSpPr>
              <p:nvPr/>
            </p:nvSpPr>
            <p:spPr bwMode="auto">
              <a:xfrm>
                <a:off x="4740" y="1644"/>
                <a:ext cx="361" cy="384"/>
              </a:xfrm>
              <a:prstGeom prst="rect">
                <a:avLst/>
              </a:prstGeom>
              <a:grpFill/>
              <a:ln w="9525" cap="flat" cmpd="sng" algn="ctr">
                <a:solidFill>
                  <a:schemeClr val="tx1"/>
                </a:solidFill>
                <a:prstDash val="solid"/>
                <a:headEnd/>
                <a:tailEnd/>
              </a:ln>
              <a:effectLst>
                <a:outerShdw blurRad="63500" dist="25400" dir="5400000" rotWithShape="0">
                  <a:srgbClr val="000000">
                    <a:alpha val="43137"/>
                  </a:srgbClr>
                </a:outerShdw>
              </a:effectLst>
            </p:spPr>
            <p:txBody>
              <a:bodyPr wrap="none" anchor="ct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fontAlgn="base">
                  <a:spcBef>
                    <a:spcPct val="0"/>
                  </a:spcBef>
                  <a:spcAft>
                    <a:spcPct val="0"/>
                  </a:spcAft>
                </a:pPr>
                <a:r>
                  <a:rPr lang="es-MX" sz="3600" b="1" kern="0" spc="50" dirty="0">
                    <a:ln w="11430"/>
                    <a:effectLst>
                      <a:outerShdw blurRad="76200" dist="50800" dir="5400000" algn="tl" rotWithShape="0">
                        <a:srgbClr val="000000">
                          <a:alpha val="65000"/>
                        </a:srgbClr>
                      </a:outerShdw>
                    </a:effectLst>
                    <a:latin typeface="Arial Narrow" pitchFamily="34" charset="0"/>
                  </a:rPr>
                  <a:t>82</a:t>
                </a:r>
                <a:endParaRPr lang="es-ES" sz="3600" b="1" kern="0" spc="50" dirty="0">
                  <a:ln w="11430"/>
                  <a:effectLst>
                    <a:outerShdw blurRad="76200" dist="50800" dir="5400000" algn="tl" rotWithShape="0">
                      <a:srgbClr val="000000">
                        <a:alpha val="65000"/>
                      </a:srgbClr>
                    </a:outerShdw>
                  </a:effectLst>
                  <a:latin typeface="Arial Narrow" pitchFamily="34" charset="0"/>
                </a:endParaRPr>
              </a:p>
            </p:txBody>
          </p:sp>
          <p:sp>
            <p:nvSpPr>
              <p:cNvPr id="27" name="Rectangle 47">
                <a:extLst>
                  <a:ext uri="{FF2B5EF4-FFF2-40B4-BE49-F238E27FC236}">
                    <a16:creationId xmlns:a16="http://schemas.microsoft.com/office/drawing/2014/main" id="{48C405A4-D1F2-4ECD-8E2C-8C2557E1C70F}"/>
                  </a:ext>
                </a:extLst>
              </p:cNvPr>
              <p:cNvSpPr>
                <a:spLocks noChangeArrowheads="1"/>
              </p:cNvSpPr>
              <p:nvPr/>
            </p:nvSpPr>
            <p:spPr bwMode="auto">
              <a:xfrm>
                <a:off x="4308" y="1644"/>
                <a:ext cx="361" cy="384"/>
              </a:xfrm>
              <a:prstGeom prst="rect">
                <a:avLst/>
              </a:prstGeom>
              <a:grpFill/>
              <a:ln w="9525" cap="flat" cmpd="sng" algn="ctr">
                <a:solidFill>
                  <a:schemeClr val="tx1"/>
                </a:solidFill>
                <a:prstDash val="solid"/>
                <a:headEnd/>
                <a:tailEnd/>
              </a:ln>
              <a:effectLst>
                <a:outerShdw blurRad="63500" dist="25400" dir="5400000" rotWithShape="0">
                  <a:srgbClr val="000000">
                    <a:alpha val="43137"/>
                  </a:srgbClr>
                </a:outerShdw>
              </a:effectLst>
            </p:spPr>
            <p:txBody>
              <a:bodyPr wrap="none" anchor="ct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fontAlgn="base">
                  <a:spcBef>
                    <a:spcPct val="0"/>
                  </a:spcBef>
                  <a:spcAft>
                    <a:spcPct val="0"/>
                  </a:spcAft>
                </a:pPr>
                <a:r>
                  <a:rPr lang="es-MX" sz="3600" b="1" kern="0" spc="50" dirty="0">
                    <a:ln w="11430"/>
                    <a:effectLst>
                      <a:outerShdw blurRad="76200" dist="50800" dir="5400000" algn="tl" rotWithShape="0">
                        <a:srgbClr val="000000">
                          <a:alpha val="65000"/>
                        </a:srgbClr>
                      </a:outerShdw>
                    </a:effectLst>
                    <a:latin typeface="Arial Narrow" pitchFamily="34" charset="0"/>
                  </a:rPr>
                  <a:t>91</a:t>
                </a:r>
                <a:endParaRPr lang="es-ES" sz="3600" b="1" kern="0" spc="50" dirty="0">
                  <a:ln w="11430"/>
                  <a:effectLst>
                    <a:outerShdw blurRad="76200" dist="50800" dir="5400000" algn="tl" rotWithShape="0">
                      <a:srgbClr val="000000">
                        <a:alpha val="65000"/>
                      </a:srgbClr>
                    </a:outerShdw>
                  </a:effectLst>
                  <a:latin typeface="Arial Narrow" pitchFamily="34" charset="0"/>
                </a:endParaRPr>
              </a:p>
            </p:txBody>
          </p:sp>
          <p:sp>
            <p:nvSpPr>
              <p:cNvPr id="28" name="Rectangle 48">
                <a:extLst>
                  <a:ext uri="{FF2B5EF4-FFF2-40B4-BE49-F238E27FC236}">
                    <a16:creationId xmlns:a16="http://schemas.microsoft.com/office/drawing/2014/main" id="{844391E2-421C-411A-A838-F5D8E1DC93D5}"/>
                  </a:ext>
                </a:extLst>
              </p:cNvPr>
              <p:cNvSpPr>
                <a:spLocks noChangeArrowheads="1"/>
              </p:cNvSpPr>
              <p:nvPr/>
            </p:nvSpPr>
            <p:spPr bwMode="auto">
              <a:xfrm>
                <a:off x="3876" y="1644"/>
                <a:ext cx="361" cy="384"/>
              </a:xfrm>
              <a:prstGeom prst="rect">
                <a:avLst/>
              </a:prstGeom>
              <a:grpFill/>
              <a:ln w="9525" cap="flat" cmpd="sng" algn="ctr">
                <a:solidFill>
                  <a:schemeClr val="tx1"/>
                </a:solidFill>
                <a:prstDash val="solid"/>
                <a:headEnd/>
                <a:tailEnd/>
              </a:ln>
              <a:effectLst>
                <a:outerShdw blurRad="63500" dist="25400" dir="5400000" rotWithShape="0">
                  <a:srgbClr val="000000">
                    <a:alpha val="43137"/>
                  </a:srgbClr>
                </a:outerShdw>
              </a:effectLst>
            </p:spPr>
            <p:txBody>
              <a:bodyPr wrap="none" anchor="ct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fontAlgn="base">
                  <a:spcBef>
                    <a:spcPct val="0"/>
                  </a:spcBef>
                  <a:spcAft>
                    <a:spcPct val="0"/>
                  </a:spcAft>
                </a:pPr>
                <a:r>
                  <a:rPr lang="es-MX" sz="3600" b="1" kern="0" spc="50" dirty="0">
                    <a:ln w="11430"/>
                    <a:effectLst>
                      <a:outerShdw blurRad="76200" dist="50800" dir="5400000" algn="tl" rotWithShape="0">
                        <a:srgbClr val="000000">
                          <a:alpha val="65000"/>
                        </a:srgbClr>
                      </a:outerShdw>
                    </a:effectLst>
                    <a:latin typeface="Arial Narrow" pitchFamily="34" charset="0"/>
                  </a:rPr>
                  <a:t>10</a:t>
                </a:r>
                <a:endParaRPr lang="es-ES" sz="3600" b="1" kern="0" spc="50" dirty="0">
                  <a:ln w="11430"/>
                  <a:effectLst>
                    <a:outerShdw blurRad="76200" dist="50800" dir="5400000" algn="tl" rotWithShape="0">
                      <a:srgbClr val="000000">
                        <a:alpha val="65000"/>
                      </a:srgbClr>
                    </a:outerShdw>
                  </a:effectLst>
                  <a:latin typeface="Arial Narrow" pitchFamily="34" charset="0"/>
                </a:endParaRPr>
              </a:p>
            </p:txBody>
          </p:sp>
          <p:sp>
            <p:nvSpPr>
              <p:cNvPr id="29" name="Rectangle 49">
                <a:extLst>
                  <a:ext uri="{FF2B5EF4-FFF2-40B4-BE49-F238E27FC236}">
                    <a16:creationId xmlns:a16="http://schemas.microsoft.com/office/drawing/2014/main" id="{B963112D-97D0-45CC-8BE6-A35C7EF8AB7A}"/>
                  </a:ext>
                </a:extLst>
              </p:cNvPr>
              <p:cNvSpPr>
                <a:spLocks noChangeArrowheads="1"/>
              </p:cNvSpPr>
              <p:nvPr/>
            </p:nvSpPr>
            <p:spPr bwMode="auto">
              <a:xfrm>
                <a:off x="3448" y="1644"/>
                <a:ext cx="361" cy="384"/>
              </a:xfrm>
              <a:prstGeom prst="rect">
                <a:avLst/>
              </a:prstGeom>
              <a:grpFill/>
              <a:ln w="9525" cap="flat" cmpd="sng" algn="ctr">
                <a:solidFill>
                  <a:schemeClr val="tx1"/>
                </a:solidFill>
                <a:prstDash val="solid"/>
                <a:headEnd/>
                <a:tailEnd/>
              </a:ln>
              <a:effectLst>
                <a:outerShdw blurRad="63500" dist="25400" dir="5400000" rotWithShape="0">
                  <a:srgbClr val="000000">
                    <a:alpha val="43137"/>
                  </a:srgbClr>
                </a:outerShdw>
              </a:effectLst>
            </p:spPr>
            <p:txBody>
              <a:bodyPr wrap="none" anchor="ct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fontAlgn="base">
                  <a:spcBef>
                    <a:spcPct val="0"/>
                  </a:spcBef>
                  <a:spcAft>
                    <a:spcPct val="0"/>
                  </a:spcAft>
                </a:pPr>
                <a:r>
                  <a:rPr lang="es-MX" sz="3600" b="1" kern="0" spc="50" dirty="0">
                    <a:ln w="11430"/>
                    <a:effectLst>
                      <a:outerShdw blurRad="76200" dist="50800" dir="5400000" algn="tl" rotWithShape="0">
                        <a:srgbClr val="000000">
                          <a:alpha val="65000"/>
                        </a:srgbClr>
                      </a:outerShdw>
                    </a:effectLst>
                    <a:latin typeface="Arial Narrow" pitchFamily="34" charset="0"/>
                  </a:rPr>
                  <a:t>6</a:t>
                </a:r>
                <a:endParaRPr lang="es-ES" sz="3600" b="1" kern="0" spc="50" dirty="0">
                  <a:ln w="11430"/>
                  <a:effectLst>
                    <a:outerShdw blurRad="76200" dist="50800" dir="5400000" algn="tl" rotWithShape="0">
                      <a:srgbClr val="000000">
                        <a:alpha val="65000"/>
                      </a:srgbClr>
                    </a:outerShdw>
                  </a:effectLst>
                  <a:latin typeface="Arial Narrow" pitchFamily="34" charset="0"/>
                </a:endParaRPr>
              </a:p>
            </p:txBody>
          </p:sp>
        </p:grpSp>
        <p:sp>
          <p:nvSpPr>
            <p:cNvPr id="8" name="Rectangle 42">
              <a:extLst>
                <a:ext uri="{FF2B5EF4-FFF2-40B4-BE49-F238E27FC236}">
                  <a16:creationId xmlns:a16="http://schemas.microsoft.com/office/drawing/2014/main" id="{75BE0D6F-57E2-464B-82F2-379220711F74}"/>
                </a:ext>
              </a:extLst>
            </p:cNvPr>
            <p:cNvSpPr>
              <a:spLocks noChangeArrowheads="1"/>
            </p:cNvSpPr>
            <p:nvPr/>
          </p:nvSpPr>
          <p:spPr bwMode="auto">
            <a:xfrm>
              <a:off x="4249737" y="4719984"/>
              <a:ext cx="684213" cy="685800"/>
            </a:xfrm>
            <a:prstGeom prst="rect">
              <a:avLst/>
            </a:prstGeom>
            <a:solidFill>
              <a:schemeClr val="bg1">
                <a:lumMod val="85000"/>
              </a:schemeClr>
            </a:solidFill>
            <a:ln w="38100">
              <a:solidFill>
                <a:schemeClr val="tx1"/>
              </a:solidFill>
              <a:miter lim="800000"/>
              <a:headEnd/>
              <a:tailEnd/>
            </a:ln>
          </p:spPr>
          <p:txBody>
            <a:bodyPr wrap="none" anchor="ctr"/>
            <a:lstStyle/>
            <a:p>
              <a:endParaRPr lang="es-ES" sz="3200">
                <a:latin typeface="Arial Narrow" pitchFamily="34" charset="0"/>
              </a:endParaRPr>
            </a:p>
          </p:txBody>
        </p:sp>
        <p:sp>
          <p:nvSpPr>
            <p:cNvPr id="9" name="Rectangle 45">
              <a:extLst>
                <a:ext uri="{FF2B5EF4-FFF2-40B4-BE49-F238E27FC236}">
                  <a16:creationId xmlns:a16="http://schemas.microsoft.com/office/drawing/2014/main" id="{519C5CBA-E788-4907-B9BB-C0FB8D556365}"/>
                </a:ext>
              </a:extLst>
            </p:cNvPr>
            <p:cNvSpPr>
              <a:spLocks noChangeArrowheads="1"/>
            </p:cNvSpPr>
            <p:nvPr/>
          </p:nvSpPr>
          <p:spPr bwMode="auto">
            <a:xfrm>
              <a:off x="4295775" y="4753322"/>
              <a:ext cx="573088" cy="609600"/>
            </a:xfrm>
            <a:prstGeom prst="rect">
              <a:avLst/>
            </a:prstGeom>
            <a:solidFill>
              <a:schemeClr val="bg1">
                <a:lumMod val="85000"/>
              </a:schemeClr>
            </a:solidFill>
            <a:ln w="9525" cap="flat" cmpd="sng" algn="ctr">
              <a:solidFill>
                <a:schemeClr val="tx1"/>
              </a:solidFill>
              <a:prstDash val="solid"/>
              <a:headEnd/>
              <a:tailEnd/>
            </a:ln>
            <a:effectLst>
              <a:outerShdw blurRad="63500" dist="25400" dir="5400000" rotWithShape="0">
                <a:srgbClr val="000000">
                  <a:alpha val="43137"/>
                </a:srgbClr>
              </a:outerShdw>
            </a:effectLst>
          </p:spPr>
          <p:txBody>
            <a:bodyPr wrap="none" anchor="ct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fontAlgn="base">
                <a:spcBef>
                  <a:spcPct val="0"/>
                </a:spcBef>
                <a:spcAft>
                  <a:spcPct val="0"/>
                </a:spcAft>
              </a:pPr>
              <a:r>
                <a:rPr lang="es-MX" sz="3600" b="1" kern="0" spc="50" dirty="0">
                  <a:ln w="11430"/>
                  <a:effectLst>
                    <a:outerShdw blurRad="76200" dist="50800" dir="5400000" algn="tl" rotWithShape="0">
                      <a:srgbClr val="000000">
                        <a:alpha val="65000"/>
                      </a:srgbClr>
                    </a:outerShdw>
                  </a:effectLst>
                  <a:latin typeface="Arial Narrow" pitchFamily="34" charset="0"/>
                </a:rPr>
                <a:t>17</a:t>
              </a:r>
              <a:endParaRPr lang="es-ES" sz="3600" b="1" kern="0" spc="50" dirty="0">
                <a:ln w="11430"/>
                <a:effectLst>
                  <a:outerShdw blurRad="76200" dist="50800" dir="5400000" algn="tl" rotWithShape="0">
                    <a:srgbClr val="000000">
                      <a:alpha val="65000"/>
                    </a:srgbClr>
                  </a:outerShdw>
                </a:effectLst>
                <a:latin typeface="Arial Narrow" pitchFamily="34" charset="0"/>
              </a:endParaRPr>
            </a:p>
          </p:txBody>
        </p:sp>
        <p:sp>
          <p:nvSpPr>
            <p:cNvPr id="10" name="Rectangle 42">
              <a:extLst>
                <a:ext uri="{FF2B5EF4-FFF2-40B4-BE49-F238E27FC236}">
                  <a16:creationId xmlns:a16="http://schemas.microsoft.com/office/drawing/2014/main" id="{0E645A3D-74E8-4EDF-8459-9A64AB0B6164}"/>
                </a:ext>
              </a:extLst>
            </p:cNvPr>
            <p:cNvSpPr>
              <a:spLocks noChangeArrowheads="1"/>
            </p:cNvSpPr>
            <p:nvPr/>
          </p:nvSpPr>
          <p:spPr bwMode="auto">
            <a:xfrm>
              <a:off x="4932040" y="4719984"/>
              <a:ext cx="684213" cy="685800"/>
            </a:xfrm>
            <a:prstGeom prst="rect">
              <a:avLst/>
            </a:prstGeom>
            <a:solidFill>
              <a:schemeClr val="bg1">
                <a:lumMod val="85000"/>
              </a:schemeClr>
            </a:solidFill>
            <a:ln w="38100">
              <a:solidFill>
                <a:schemeClr val="tx1"/>
              </a:solidFill>
              <a:miter lim="800000"/>
              <a:headEnd/>
              <a:tailEnd/>
            </a:ln>
          </p:spPr>
          <p:txBody>
            <a:bodyPr wrap="none" anchor="ctr"/>
            <a:lstStyle/>
            <a:p>
              <a:endParaRPr lang="es-ES" sz="3200">
                <a:latin typeface="Arial Narrow" pitchFamily="34" charset="0"/>
              </a:endParaRPr>
            </a:p>
          </p:txBody>
        </p:sp>
        <p:sp>
          <p:nvSpPr>
            <p:cNvPr id="11" name="Rectangle 45">
              <a:extLst>
                <a:ext uri="{FF2B5EF4-FFF2-40B4-BE49-F238E27FC236}">
                  <a16:creationId xmlns:a16="http://schemas.microsoft.com/office/drawing/2014/main" id="{0964A259-27C3-4874-862A-8D0F2C6C3AFA}"/>
                </a:ext>
              </a:extLst>
            </p:cNvPr>
            <p:cNvSpPr>
              <a:spLocks noChangeArrowheads="1"/>
            </p:cNvSpPr>
            <p:nvPr/>
          </p:nvSpPr>
          <p:spPr bwMode="auto">
            <a:xfrm>
              <a:off x="4978078" y="4753322"/>
              <a:ext cx="573088" cy="609600"/>
            </a:xfrm>
            <a:prstGeom prst="rect">
              <a:avLst/>
            </a:prstGeom>
            <a:solidFill>
              <a:schemeClr val="bg1">
                <a:lumMod val="85000"/>
              </a:schemeClr>
            </a:solidFill>
            <a:ln w="9525" cap="flat" cmpd="sng" algn="ctr">
              <a:solidFill>
                <a:schemeClr val="tx1"/>
              </a:solidFill>
              <a:prstDash val="solid"/>
              <a:headEnd/>
              <a:tailEnd/>
            </a:ln>
            <a:effectLst>
              <a:outerShdw blurRad="63500" dist="25400" dir="5400000" rotWithShape="0">
                <a:srgbClr val="000000">
                  <a:alpha val="43137"/>
                </a:srgbClr>
              </a:outerShdw>
            </a:effectLst>
          </p:spPr>
          <p:txBody>
            <a:bodyPr wrap="none" anchor="ct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fontAlgn="base">
                <a:spcBef>
                  <a:spcPct val="0"/>
                </a:spcBef>
                <a:spcAft>
                  <a:spcPct val="0"/>
                </a:spcAft>
              </a:pPr>
              <a:r>
                <a:rPr lang="es-MX" sz="3600" b="1" kern="0" spc="50" dirty="0">
                  <a:ln w="11430"/>
                  <a:effectLst>
                    <a:outerShdw blurRad="76200" dist="50800" dir="5400000" algn="tl" rotWithShape="0">
                      <a:srgbClr val="000000">
                        <a:alpha val="65000"/>
                      </a:srgbClr>
                    </a:outerShdw>
                  </a:effectLst>
                  <a:latin typeface="Arial Narrow" pitchFamily="34" charset="0"/>
                </a:rPr>
                <a:t>8</a:t>
              </a:r>
              <a:endParaRPr lang="es-ES" sz="3600" b="1" kern="0" spc="50" dirty="0">
                <a:ln w="11430"/>
                <a:effectLst>
                  <a:outerShdw blurRad="76200" dist="50800" dir="5400000" algn="tl" rotWithShape="0">
                    <a:srgbClr val="000000">
                      <a:alpha val="65000"/>
                    </a:srgbClr>
                  </a:outerShdw>
                </a:effectLst>
                <a:latin typeface="Arial Narrow" pitchFamily="34" charset="0"/>
              </a:endParaRPr>
            </a:p>
          </p:txBody>
        </p:sp>
        <p:sp>
          <p:nvSpPr>
            <p:cNvPr id="12" name="Rectangle 42">
              <a:extLst>
                <a:ext uri="{FF2B5EF4-FFF2-40B4-BE49-F238E27FC236}">
                  <a16:creationId xmlns:a16="http://schemas.microsoft.com/office/drawing/2014/main" id="{CFED3B9D-4389-439F-B4B4-8B2E144FC314}"/>
                </a:ext>
              </a:extLst>
            </p:cNvPr>
            <p:cNvSpPr>
              <a:spLocks noChangeArrowheads="1"/>
            </p:cNvSpPr>
            <p:nvPr/>
          </p:nvSpPr>
          <p:spPr bwMode="auto">
            <a:xfrm>
              <a:off x="5612908" y="4719984"/>
              <a:ext cx="684213" cy="685800"/>
            </a:xfrm>
            <a:prstGeom prst="rect">
              <a:avLst/>
            </a:prstGeom>
            <a:solidFill>
              <a:schemeClr val="bg1">
                <a:lumMod val="85000"/>
              </a:schemeClr>
            </a:solidFill>
            <a:ln w="38100">
              <a:solidFill>
                <a:schemeClr val="tx1"/>
              </a:solidFill>
              <a:miter lim="800000"/>
              <a:headEnd/>
              <a:tailEnd/>
            </a:ln>
          </p:spPr>
          <p:txBody>
            <a:bodyPr wrap="none" anchor="ctr"/>
            <a:lstStyle/>
            <a:p>
              <a:endParaRPr lang="es-ES" sz="3200">
                <a:latin typeface="Arial Narrow" pitchFamily="34" charset="0"/>
              </a:endParaRPr>
            </a:p>
          </p:txBody>
        </p:sp>
        <p:sp>
          <p:nvSpPr>
            <p:cNvPr id="13" name="Rectangle 45">
              <a:extLst>
                <a:ext uri="{FF2B5EF4-FFF2-40B4-BE49-F238E27FC236}">
                  <a16:creationId xmlns:a16="http://schemas.microsoft.com/office/drawing/2014/main" id="{9E4F1C0C-6EE9-4E5C-BD16-5B640A5E1FD8}"/>
                </a:ext>
              </a:extLst>
            </p:cNvPr>
            <p:cNvSpPr>
              <a:spLocks noChangeArrowheads="1"/>
            </p:cNvSpPr>
            <p:nvPr/>
          </p:nvSpPr>
          <p:spPr bwMode="auto">
            <a:xfrm>
              <a:off x="5658946" y="4753322"/>
              <a:ext cx="573088" cy="609600"/>
            </a:xfrm>
            <a:prstGeom prst="rect">
              <a:avLst/>
            </a:prstGeom>
            <a:solidFill>
              <a:schemeClr val="bg1">
                <a:lumMod val="85000"/>
              </a:schemeClr>
            </a:solidFill>
            <a:ln w="9525" cap="flat" cmpd="sng" algn="ctr">
              <a:solidFill>
                <a:schemeClr val="tx1"/>
              </a:solidFill>
              <a:prstDash val="solid"/>
              <a:headEnd/>
              <a:tailEnd/>
            </a:ln>
            <a:effectLst>
              <a:outerShdw blurRad="63500" dist="25400" dir="5400000" rotWithShape="0">
                <a:srgbClr val="000000">
                  <a:alpha val="43137"/>
                </a:srgbClr>
              </a:outerShdw>
            </a:effectLst>
          </p:spPr>
          <p:txBody>
            <a:bodyPr wrap="none" anchor="ct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fontAlgn="base">
                <a:spcBef>
                  <a:spcPct val="0"/>
                </a:spcBef>
                <a:spcAft>
                  <a:spcPct val="0"/>
                </a:spcAft>
              </a:pPr>
              <a:r>
                <a:rPr lang="es-MX" sz="3600" b="1" kern="0" spc="50" dirty="0">
                  <a:ln w="11430"/>
                  <a:effectLst>
                    <a:outerShdw blurRad="76200" dist="50800" dir="5400000" algn="tl" rotWithShape="0">
                      <a:srgbClr val="000000">
                        <a:alpha val="65000"/>
                      </a:srgbClr>
                    </a:outerShdw>
                  </a:effectLst>
                  <a:latin typeface="Arial Narrow" pitchFamily="34" charset="0"/>
                </a:rPr>
                <a:t>55</a:t>
              </a:r>
              <a:endParaRPr lang="es-ES" sz="3600" b="1" kern="0" spc="50" dirty="0">
                <a:ln w="11430"/>
                <a:effectLst>
                  <a:outerShdw blurRad="76200" dist="50800" dir="5400000" algn="tl" rotWithShape="0">
                    <a:srgbClr val="000000">
                      <a:alpha val="65000"/>
                    </a:srgbClr>
                  </a:outerShdw>
                </a:effectLst>
                <a:latin typeface="Arial Narrow" pitchFamily="34" charset="0"/>
              </a:endParaRPr>
            </a:p>
          </p:txBody>
        </p:sp>
        <p:sp>
          <p:nvSpPr>
            <p:cNvPr id="14" name="Rectangle 42">
              <a:extLst>
                <a:ext uri="{FF2B5EF4-FFF2-40B4-BE49-F238E27FC236}">
                  <a16:creationId xmlns:a16="http://schemas.microsoft.com/office/drawing/2014/main" id="{FD94D12B-5EEA-4364-A79F-3700F7B4088F}"/>
                </a:ext>
              </a:extLst>
            </p:cNvPr>
            <p:cNvSpPr>
              <a:spLocks noChangeArrowheads="1"/>
            </p:cNvSpPr>
            <p:nvPr/>
          </p:nvSpPr>
          <p:spPr bwMode="auto">
            <a:xfrm>
              <a:off x="6298406" y="4719984"/>
              <a:ext cx="684213" cy="685800"/>
            </a:xfrm>
            <a:prstGeom prst="rect">
              <a:avLst/>
            </a:prstGeom>
            <a:solidFill>
              <a:schemeClr val="bg1">
                <a:lumMod val="85000"/>
              </a:schemeClr>
            </a:solidFill>
            <a:ln w="38100">
              <a:solidFill>
                <a:schemeClr val="tx1"/>
              </a:solidFill>
              <a:miter lim="800000"/>
              <a:headEnd/>
              <a:tailEnd/>
            </a:ln>
          </p:spPr>
          <p:txBody>
            <a:bodyPr wrap="none" anchor="ctr"/>
            <a:lstStyle/>
            <a:p>
              <a:endParaRPr lang="es-ES" sz="3200">
                <a:latin typeface="Arial Narrow" pitchFamily="34" charset="0"/>
              </a:endParaRPr>
            </a:p>
          </p:txBody>
        </p:sp>
        <p:sp>
          <p:nvSpPr>
            <p:cNvPr id="15" name="Rectangle 45">
              <a:extLst>
                <a:ext uri="{FF2B5EF4-FFF2-40B4-BE49-F238E27FC236}">
                  <a16:creationId xmlns:a16="http://schemas.microsoft.com/office/drawing/2014/main" id="{4868E574-F32E-4B9C-9866-C3718145A43B}"/>
                </a:ext>
              </a:extLst>
            </p:cNvPr>
            <p:cNvSpPr>
              <a:spLocks noChangeArrowheads="1"/>
            </p:cNvSpPr>
            <p:nvPr/>
          </p:nvSpPr>
          <p:spPr bwMode="auto">
            <a:xfrm>
              <a:off x="6344444" y="4753322"/>
              <a:ext cx="573088" cy="609600"/>
            </a:xfrm>
            <a:prstGeom prst="rect">
              <a:avLst/>
            </a:prstGeom>
            <a:solidFill>
              <a:schemeClr val="bg1">
                <a:lumMod val="85000"/>
              </a:schemeClr>
            </a:solidFill>
            <a:ln w="9525" cap="flat" cmpd="sng" algn="ctr">
              <a:solidFill>
                <a:schemeClr val="tx1"/>
              </a:solidFill>
              <a:prstDash val="solid"/>
              <a:headEnd/>
              <a:tailEnd/>
            </a:ln>
            <a:effectLst>
              <a:outerShdw blurRad="63500" dist="25400" dir="5400000" rotWithShape="0">
                <a:srgbClr val="000000">
                  <a:alpha val="43137"/>
                </a:srgbClr>
              </a:outerShdw>
            </a:effectLst>
          </p:spPr>
          <p:txBody>
            <a:bodyPr wrap="none" anchor="ct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fontAlgn="base">
                <a:spcBef>
                  <a:spcPct val="0"/>
                </a:spcBef>
                <a:spcAft>
                  <a:spcPct val="0"/>
                </a:spcAft>
              </a:pPr>
              <a:r>
                <a:rPr lang="es-MX" sz="3600" b="1" kern="0" spc="50" dirty="0">
                  <a:ln w="11430"/>
                  <a:effectLst>
                    <a:outerShdw blurRad="76200" dist="50800" dir="5400000" algn="tl" rotWithShape="0">
                      <a:srgbClr val="000000">
                        <a:alpha val="65000"/>
                      </a:srgbClr>
                    </a:outerShdw>
                  </a:effectLst>
                  <a:latin typeface="Arial Narrow" pitchFamily="34" charset="0"/>
                </a:rPr>
                <a:t>62</a:t>
              </a:r>
              <a:endParaRPr lang="es-ES" sz="3600" b="1" kern="0" spc="50" dirty="0">
                <a:ln w="11430"/>
                <a:effectLst>
                  <a:outerShdw blurRad="76200" dist="50800" dir="5400000" algn="tl" rotWithShape="0">
                    <a:srgbClr val="000000">
                      <a:alpha val="65000"/>
                    </a:srgbClr>
                  </a:outerShdw>
                </a:effectLst>
                <a:latin typeface="Arial Narrow" pitchFamily="34" charset="0"/>
              </a:endParaRPr>
            </a:p>
          </p:txBody>
        </p:sp>
        <p:sp>
          <p:nvSpPr>
            <p:cNvPr id="16" name="Rectangle 42">
              <a:extLst>
                <a:ext uri="{FF2B5EF4-FFF2-40B4-BE49-F238E27FC236}">
                  <a16:creationId xmlns:a16="http://schemas.microsoft.com/office/drawing/2014/main" id="{22EB96DA-FBE2-456D-B214-BF0F013D494C}"/>
                </a:ext>
              </a:extLst>
            </p:cNvPr>
            <p:cNvSpPr>
              <a:spLocks noChangeArrowheads="1"/>
            </p:cNvSpPr>
            <p:nvPr/>
          </p:nvSpPr>
          <p:spPr bwMode="auto">
            <a:xfrm>
              <a:off x="6993431" y="4719984"/>
              <a:ext cx="684213" cy="685800"/>
            </a:xfrm>
            <a:prstGeom prst="rect">
              <a:avLst/>
            </a:prstGeom>
            <a:solidFill>
              <a:schemeClr val="bg1">
                <a:lumMod val="85000"/>
              </a:schemeClr>
            </a:solidFill>
            <a:ln w="38100">
              <a:solidFill>
                <a:schemeClr val="tx1"/>
              </a:solidFill>
              <a:miter lim="800000"/>
              <a:headEnd/>
              <a:tailEnd/>
            </a:ln>
          </p:spPr>
          <p:txBody>
            <a:bodyPr wrap="none" anchor="ctr"/>
            <a:lstStyle/>
            <a:p>
              <a:endParaRPr lang="es-ES" sz="3200">
                <a:latin typeface="Arial Narrow" pitchFamily="34" charset="0"/>
              </a:endParaRPr>
            </a:p>
          </p:txBody>
        </p:sp>
        <p:sp>
          <p:nvSpPr>
            <p:cNvPr id="17" name="Rectangle 45">
              <a:extLst>
                <a:ext uri="{FF2B5EF4-FFF2-40B4-BE49-F238E27FC236}">
                  <a16:creationId xmlns:a16="http://schemas.microsoft.com/office/drawing/2014/main" id="{9BEDE7F6-E918-42D9-B788-2495720D0C90}"/>
                </a:ext>
              </a:extLst>
            </p:cNvPr>
            <p:cNvSpPr>
              <a:spLocks noChangeArrowheads="1"/>
            </p:cNvSpPr>
            <p:nvPr/>
          </p:nvSpPr>
          <p:spPr bwMode="auto">
            <a:xfrm>
              <a:off x="7039469" y="4753322"/>
              <a:ext cx="573088" cy="609600"/>
            </a:xfrm>
            <a:prstGeom prst="rect">
              <a:avLst/>
            </a:prstGeom>
            <a:solidFill>
              <a:schemeClr val="bg1">
                <a:lumMod val="85000"/>
              </a:schemeClr>
            </a:solidFill>
            <a:ln w="9525" cap="flat" cmpd="sng" algn="ctr">
              <a:solidFill>
                <a:schemeClr val="tx1"/>
              </a:solidFill>
              <a:prstDash val="solid"/>
              <a:headEnd/>
              <a:tailEnd/>
            </a:ln>
            <a:effectLst>
              <a:outerShdw blurRad="63500" dist="25400" dir="5400000" rotWithShape="0">
                <a:srgbClr val="000000">
                  <a:alpha val="43137"/>
                </a:srgbClr>
              </a:outerShdw>
            </a:effectLst>
          </p:spPr>
          <p:txBody>
            <a:bodyPr wrap="none" anchor="ct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fontAlgn="base">
                <a:spcBef>
                  <a:spcPct val="0"/>
                </a:spcBef>
                <a:spcAft>
                  <a:spcPct val="0"/>
                </a:spcAft>
              </a:pPr>
              <a:r>
                <a:rPr lang="es-MX" sz="3600" b="1" kern="0" spc="50" dirty="0">
                  <a:ln w="11430"/>
                  <a:effectLst>
                    <a:outerShdw blurRad="76200" dist="50800" dir="5400000" algn="tl" rotWithShape="0">
                      <a:srgbClr val="000000">
                        <a:alpha val="65000"/>
                      </a:srgbClr>
                    </a:outerShdw>
                  </a:effectLst>
                  <a:latin typeface="Arial Narrow" pitchFamily="34" charset="0"/>
                </a:rPr>
                <a:t>43</a:t>
              </a:r>
              <a:endParaRPr lang="es-ES" sz="3600" b="1" kern="0" spc="50" dirty="0">
                <a:ln w="11430"/>
                <a:effectLst>
                  <a:outerShdw blurRad="76200" dist="50800" dir="5400000" algn="tl" rotWithShape="0">
                    <a:srgbClr val="000000">
                      <a:alpha val="65000"/>
                    </a:srgbClr>
                  </a:outerShdw>
                </a:effectLst>
                <a:latin typeface="Arial Narrow" pitchFamily="34" charset="0"/>
              </a:endParaRPr>
            </a:p>
          </p:txBody>
        </p:sp>
      </p:grpSp>
      <p:sp>
        <p:nvSpPr>
          <p:cNvPr id="30" name="Text Box 36">
            <a:extLst>
              <a:ext uri="{FF2B5EF4-FFF2-40B4-BE49-F238E27FC236}">
                <a16:creationId xmlns:a16="http://schemas.microsoft.com/office/drawing/2014/main" id="{74EABB53-0A83-4F4F-B996-85837DC8D2B4}"/>
              </a:ext>
            </a:extLst>
          </p:cNvPr>
          <p:cNvSpPr txBox="1">
            <a:spLocks noChangeArrowheads="1"/>
          </p:cNvSpPr>
          <p:nvPr/>
        </p:nvSpPr>
        <p:spPr bwMode="auto">
          <a:xfrm>
            <a:off x="828338" y="807521"/>
            <a:ext cx="11112649" cy="1384995"/>
          </a:xfrm>
          <a:prstGeom prst="rect">
            <a:avLst/>
          </a:prstGeom>
          <a:ln>
            <a:headEnd/>
            <a:tailEnd/>
          </a:ln>
        </p:spPr>
        <p:style>
          <a:lnRef idx="1">
            <a:schemeClr val="accent5"/>
          </a:lnRef>
          <a:fillRef idx="2">
            <a:schemeClr val="accent5"/>
          </a:fillRef>
          <a:effectRef idx="1">
            <a:schemeClr val="accent5"/>
          </a:effectRef>
          <a:fontRef idx="minor">
            <a:schemeClr val="dk1"/>
          </a:fontRef>
        </p:style>
        <p:txBody>
          <a:bodyPr wrap="square">
            <a:spAutoFit/>
          </a:bodyPr>
          <a:lstStyle>
            <a:defPPr>
              <a:defRPr lang="es-CO"/>
            </a:defPPr>
            <a:lvl1pPr algn="ctr" fontAlgn="base">
              <a:spcBef>
                <a:spcPct val="50000"/>
              </a:spcBef>
              <a:spcAft>
                <a:spcPct val="0"/>
              </a:spcAft>
              <a:defRPr sz="2400">
                <a:solidFill>
                  <a:prstClr val="black"/>
                </a:solidFill>
                <a:latin typeface="Arial Narrow" pitchFamily="34" charset="0"/>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r>
              <a:rPr lang="es-MX" sz="2800" dirty="0"/>
              <a:t>El método de búsqueda lineal o secuencial consiste en leer una </a:t>
            </a:r>
            <a:r>
              <a:rPr lang="es-MX" sz="2800" b="1" spc="50" dirty="0">
                <a:ln w="11430">
                  <a:solidFill>
                    <a:schemeClr val="bg1"/>
                  </a:solidFill>
                </a:ln>
                <a:solidFill>
                  <a:schemeClr val="tx1"/>
                </a:solidFill>
                <a:effectLst>
                  <a:outerShdw blurRad="76200" dist="50800" dir="5400000" algn="tl" rotWithShape="0">
                    <a:srgbClr val="000000">
                      <a:alpha val="65000"/>
                    </a:srgbClr>
                  </a:outerShdw>
                </a:effectLst>
                <a:ea typeface="+mj-ea"/>
                <a:cs typeface="+mj-cs"/>
              </a:rPr>
              <a:t>CLAVE</a:t>
            </a:r>
            <a:r>
              <a:rPr lang="es-MX" sz="2800" dirty="0"/>
              <a:t> (en este caso el </a:t>
            </a:r>
            <a:r>
              <a:rPr lang="es-MX" sz="2800" b="1" spc="50" dirty="0">
                <a:ln w="11430">
                  <a:solidFill>
                    <a:schemeClr val="bg1"/>
                  </a:solidFill>
                </a:ln>
                <a:solidFill>
                  <a:schemeClr val="tx1"/>
                </a:solidFill>
                <a:effectLst>
                  <a:outerShdw blurRad="76200" dist="50800" dir="5400000" algn="tl" rotWithShape="0">
                    <a:srgbClr val="000000">
                      <a:alpha val="65000"/>
                    </a:srgbClr>
                  </a:outerShdw>
                </a:effectLst>
                <a:ea typeface="+mj-ea"/>
                <a:cs typeface="+mj-cs"/>
              </a:rPr>
              <a:t>#8</a:t>
            </a:r>
            <a:r>
              <a:rPr lang="es-MX" sz="2800" dirty="0"/>
              <a:t>) y compararlo con cada uno de los elementos del vector. Al momento de encontrarla se cambia de estado false (apagado) a true (encendido).</a:t>
            </a:r>
            <a:endParaRPr lang="es-ES" sz="2800" dirty="0"/>
          </a:p>
        </p:txBody>
      </p:sp>
      <p:pic>
        <p:nvPicPr>
          <p:cNvPr id="31" name="Imagen 30">
            <a:extLst>
              <a:ext uri="{FF2B5EF4-FFF2-40B4-BE49-F238E27FC236}">
                <a16:creationId xmlns:a16="http://schemas.microsoft.com/office/drawing/2014/main" id="{8F4D1274-C3CD-4DB9-9BD9-4F0C1784ABCF}"/>
              </a:ext>
            </a:extLst>
          </p:cNvPr>
          <p:cNvPicPr>
            <a:picLocks noChangeAspect="1"/>
          </p:cNvPicPr>
          <p:nvPr/>
        </p:nvPicPr>
        <p:blipFill>
          <a:blip r:embed="rId2"/>
          <a:stretch>
            <a:fillRect/>
          </a:stretch>
        </p:blipFill>
        <p:spPr>
          <a:xfrm>
            <a:off x="1727435" y="2340426"/>
            <a:ext cx="668049" cy="1088670"/>
          </a:xfrm>
          <a:prstGeom prst="rect">
            <a:avLst/>
          </a:prstGeom>
        </p:spPr>
        <p:style>
          <a:lnRef idx="1">
            <a:schemeClr val="accent3"/>
          </a:lnRef>
          <a:fillRef idx="2">
            <a:schemeClr val="accent3"/>
          </a:fillRef>
          <a:effectRef idx="1">
            <a:schemeClr val="accent3"/>
          </a:effectRef>
          <a:fontRef idx="minor">
            <a:schemeClr val="dk1"/>
          </a:fontRef>
        </p:style>
      </p:pic>
      <p:pic>
        <p:nvPicPr>
          <p:cNvPr id="32" name="Imagen 31">
            <a:extLst>
              <a:ext uri="{FF2B5EF4-FFF2-40B4-BE49-F238E27FC236}">
                <a16:creationId xmlns:a16="http://schemas.microsoft.com/office/drawing/2014/main" id="{6A4FFC30-B4B1-49CA-9177-300112FB821E}"/>
              </a:ext>
            </a:extLst>
          </p:cNvPr>
          <p:cNvPicPr>
            <a:picLocks noChangeAspect="1"/>
          </p:cNvPicPr>
          <p:nvPr/>
        </p:nvPicPr>
        <p:blipFill>
          <a:blip r:embed="rId3"/>
          <a:stretch>
            <a:fillRect/>
          </a:stretch>
        </p:blipFill>
        <p:spPr>
          <a:xfrm>
            <a:off x="1687338" y="2331412"/>
            <a:ext cx="697377" cy="1099252"/>
          </a:xfrm>
          <a:prstGeom prst="rect">
            <a:avLst/>
          </a:prstGeom>
        </p:spPr>
        <p:style>
          <a:lnRef idx="1">
            <a:schemeClr val="accent3"/>
          </a:lnRef>
          <a:fillRef idx="2">
            <a:schemeClr val="accent3"/>
          </a:fillRef>
          <a:effectRef idx="1">
            <a:schemeClr val="accent3"/>
          </a:effectRef>
          <a:fontRef idx="minor">
            <a:schemeClr val="dk1"/>
          </a:fontRef>
        </p:style>
      </p:pic>
      <p:sp>
        <p:nvSpPr>
          <p:cNvPr id="33" name="AutoShape 9">
            <a:extLst>
              <a:ext uri="{FF2B5EF4-FFF2-40B4-BE49-F238E27FC236}">
                <a16:creationId xmlns:a16="http://schemas.microsoft.com/office/drawing/2014/main" id="{D1366F6E-CC53-418A-B222-A2E85200F7B9}"/>
              </a:ext>
            </a:extLst>
          </p:cNvPr>
          <p:cNvSpPr>
            <a:spLocks noChangeArrowheads="1"/>
          </p:cNvSpPr>
          <p:nvPr/>
        </p:nvSpPr>
        <p:spPr bwMode="auto">
          <a:xfrm>
            <a:off x="3784263" y="2329458"/>
            <a:ext cx="2435720" cy="707886"/>
          </a:xfrm>
          <a:prstGeom prst="wedgeRectCallout">
            <a:avLst>
              <a:gd name="adj1" fmla="val -74171"/>
              <a:gd name="adj2" fmla="val 21722"/>
            </a:avLst>
          </a:prstGeom>
          <a:ln>
            <a:headEnd/>
            <a:tailEnd/>
          </a:ln>
        </p:spPr>
        <p:style>
          <a:lnRef idx="1">
            <a:schemeClr val="accent3"/>
          </a:lnRef>
          <a:fillRef idx="2">
            <a:schemeClr val="accent3"/>
          </a:fillRef>
          <a:effectRef idx="1">
            <a:schemeClr val="accent3"/>
          </a:effectRef>
          <a:fontRef idx="minor">
            <a:schemeClr val="dk1"/>
          </a:fontRef>
        </p:style>
        <p:txBody>
          <a:bodyPr wrap="square">
            <a:spAutoFit/>
          </a:bodyPr>
          <a:lstStyle/>
          <a:p>
            <a:pPr algn="ctr" fontAlgn="base">
              <a:spcBef>
                <a:spcPct val="50000"/>
              </a:spcBef>
              <a:spcAft>
                <a:spcPct val="0"/>
              </a:spcAft>
            </a:pPr>
            <a:r>
              <a:rPr lang="es-MX" sz="2000" b="1" spc="50" dirty="0">
                <a:ln w="11430">
                  <a:solidFill>
                    <a:schemeClr val="bg1"/>
                  </a:solidFill>
                </a:ln>
                <a:solidFill>
                  <a:schemeClr val="tx1"/>
                </a:solidFill>
                <a:effectLst>
                  <a:outerShdw blurRad="76200" dist="50800" dir="5400000" algn="tl" rotWithShape="0">
                    <a:srgbClr val="000000">
                      <a:alpha val="65000"/>
                    </a:srgbClr>
                  </a:outerShdw>
                </a:effectLst>
                <a:latin typeface="Arial Narrow" panose="020B0606020202030204" pitchFamily="34" charset="0"/>
                <a:ea typeface="+mj-ea"/>
                <a:cs typeface="+mj-cs"/>
              </a:rPr>
              <a:t>BANDERA INICIA EN false (APAGADO)</a:t>
            </a:r>
            <a:endParaRPr lang="es-ES" sz="2000" b="1" spc="50" dirty="0">
              <a:ln w="11430">
                <a:solidFill>
                  <a:schemeClr val="bg1"/>
                </a:solidFill>
              </a:ln>
              <a:solidFill>
                <a:schemeClr val="tx1"/>
              </a:solidFill>
              <a:effectLst>
                <a:outerShdw blurRad="76200" dist="50800" dir="5400000" algn="tl" rotWithShape="0">
                  <a:srgbClr val="000000">
                    <a:alpha val="65000"/>
                  </a:srgbClr>
                </a:outerShdw>
              </a:effectLst>
              <a:latin typeface="Arial Narrow" panose="020B0606020202030204" pitchFamily="34" charset="0"/>
              <a:ea typeface="+mj-ea"/>
              <a:cs typeface="+mj-cs"/>
            </a:endParaRPr>
          </a:p>
        </p:txBody>
      </p:sp>
      <p:sp>
        <p:nvSpPr>
          <p:cNvPr id="34" name="AutoShape 9">
            <a:extLst>
              <a:ext uri="{FF2B5EF4-FFF2-40B4-BE49-F238E27FC236}">
                <a16:creationId xmlns:a16="http://schemas.microsoft.com/office/drawing/2014/main" id="{E3D6B361-DCFA-4241-B8E9-356E8CDEEEC9}"/>
              </a:ext>
            </a:extLst>
          </p:cNvPr>
          <p:cNvSpPr>
            <a:spLocks noChangeArrowheads="1"/>
          </p:cNvSpPr>
          <p:nvPr/>
        </p:nvSpPr>
        <p:spPr bwMode="auto">
          <a:xfrm>
            <a:off x="2580119" y="3610892"/>
            <a:ext cx="2932456" cy="707886"/>
          </a:xfrm>
          <a:prstGeom prst="wedgeRectCallout">
            <a:avLst>
              <a:gd name="adj1" fmla="val -14106"/>
              <a:gd name="adj2" fmla="val 79740"/>
            </a:avLst>
          </a:prstGeom>
          <a:ln>
            <a:headEnd/>
            <a:tailEnd/>
          </a:ln>
        </p:spPr>
        <p:style>
          <a:lnRef idx="1">
            <a:schemeClr val="accent3"/>
          </a:lnRef>
          <a:fillRef idx="2">
            <a:schemeClr val="accent3"/>
          </a:fillRef>
          <a:effectRef idx="1">
            <a:schemeClr val="accent3"/>
          </a:effectRef>
          <a:fontRef idx="minor">
            <a:schemeClr val="dk1"/>
          </a:fontRef>
        </p:style>
        <p:txBody>
          <a:bodyPr wrap="square">
            <a:spAutoFit/>
          </a:bodyPr>
          <a:lstStyle/>
          <a:p>
            <a:pPr algn="ctr" fontAlgn="base">
              <a:spcBef>
                <a:spcPct val="50000"/>
              </a:spcBef>
              <a:spcAft>
                <a:spcPct val="0"/>
              </a:spcAft>
            </a:pPr>
            <a:r>
              <a:rPr lang="es-MX" sz="2000" b="1" spc="50" dirty="0">
                <a:ln w="11430">
                  <a:solidFill>
                    <a:schemeClr val="bg1"/>
                  </a:solidFill>
                </a:ln>
                <a:solidFill>
                  <a:schemeClr val="tx1"/>
                </a:solidFill>
                <a:effectLst>
                  <a:outerShdw blurRad="76200" dist="50800" dir="5400000" algn="tl" rotWithShape="0">
                    <a:srgbClr val="000000">
                      <a:alpha val="65000"/>
                    </a:srgbClr>
                  </a:outerShdw>
                </a:effectLst>
                <a:latin typeface="Arial Narrow" panose="020B0606020202030204" pitchFamily="34" charset="0"/>
              </a:rPr>
              <a:t>¿CLAVE (8) ES IGUAL A VEC[0] (6)? </a:t>
            </a:r>
            <a:r>
              <a:rPr lang="es-MX" sz="2000" b="1" spc="50" dirty="0">
                <a:ln w="11430">
                  <a:solidFill>
                    <a:schemeClr val="bg1"/>
                  </a:solidFill>
                </a:ln>
                <a:solidFill>
                  <a:srgbClr val="FF0000"/>
                </a:solidFill>
                <a:effectLst>
                  <a:outerShdw blurRad="76200" dist="50800" dir="5400000" algn="tl" rotWithShape="0">
                    <a:srgbClr val="000000">
                      <a:alpha val="65000"/>
                    </a:srgbClr>
                  </a:outerShdw>
                </a:effectLst>
                <a:latin typeface="Arial Narrow" panose="020B0606020202030204" pitchFamily="34" charset="0"/>
              </a:rPr>
              <a:t>No</a:t>
            </a:r>
            <a:r>
              <a:rPr lang="es-MX" sz="2000" b="1" spc="50" dirty="0">
                <a:ln w="11430">
                  <a:solidFill>
                    <a:schemeClr val="bg1"/>
                  </a:solidFill>
                </a:ln>
                <a:solidFill>
                  <a:schemeClr val="tx1"/>
                </a:solidFill>
                <a:effectLst>
                  <a:outerShdw blurRad="76200" dist="50800" dir="5400000" algn="tl" rotWithShape="0">
                    <a:srgbClr val="000000">
                      <a:alpha val="65000"/>
                    </a:srgbClr>
                  </a:outerShdw>
                </a:effectLst>
                <a:latin typeface="Arial Narrow" panose="020B0606020202030204" pitchFamily="34" charset="0"/>
              </a:rPr>
              <a:t>.</a:t>
            </a:r>
            <a:endParaRPr lang="es-ES" sz="2000" b="1" spc="50" dirty="0">
              <a:ln w="11430">
                <a:solidFill>
                  <a:schemeClr val="bg1"/>
                </a:solidFill>
              </a:ln>
              <a:solidFill>
                <a:schemeClr val="tx1"/>
              </a:solidFill>
              <a:effectLst>
                <a:outerShdw blurRad="76200" dist="50800" dir="5400000" algn="tl" rotWithShape="0">
                  <a:srgbClr val="000000">
                    <a:alpha val="65000"/>
                  </a:srgbClr>
                </a:outerShdw>
              </a:effectLst>
              <a:latin typeface="Arial Narrow" panose="020B0606020202030204" pitchFamily="34" charset="0"/>
            </a:endParaRPr>
          </a:p>
        </p:txBody>
      </p:sp>
      <p:sp>
        <p:nvSpPr>
          <p:cNvPr id="35" name="AutoShape 9">
            <a:extLst>
              <a:ext uri="{FF2B5EF4-FFF2-40B4-BE49-F238E27FC236}">
                <a16:creationId xmlns:a16="http://schemas.microsoft.com/office/drawing/2014/main" id="{813A02DC-8F73-47C6-B816-09CEB9F935BC}"/>
              </a:ext>
            </a:extLst>
          </p:cNvPr>
          <p:cNvSpPr>
            <a:spLocks noChangeArrowheads="1"/>
          </p:cNvSpPr>
          <p:nvPr/>
        </p:nvSpPr>
        <p:spPr bwMode="auto">
          <a:xfrm>
            <a:off x="5663463" y="2343963"/>
            <a:ext cx="4120452" cy="707886"/>
          </a:xfrm>
          <a:prstGeom prst="wedgeRectCallout">
            <a:avLst>
              <a:gd name="adj1" fmla="val -3300"/>
              <a:gd name="adj2" fmla="val -14902"/>
            </a:avLst>
          </a:prstGeom>
          <a:ln>
            <a:headEnd/>
            <a:tailEnd/>
          </a:ln>
        </p:spPr>
        <p:style>
          <a:lnRef idx="1">
            <a:schemeClr val="accent3"/>
          </a:lnRef>
          <a:fillRef idx="2">
            <a:schemeClr val="accent3"/>
          </a:fillRef>
          <a:effectRef idx="1">
            <a:schemeClr val="accent3"/>
          </a:effectRef>
          <a:fontRef idx="minor">
            <a:schemeClr val="dk1"/>
          </a:fontRef>
        </p:style>
        <p:txBody>
          <a:bodyPr wrap="square">
            <a:spAutoFit/>
          </a:bodyPr>
          <a:lstStyle/>
          <a:p>
            <a:pPr algn="ctr" fontAlgn="base">
              <a:spcBef>
                <a:spcPct val="50000"/>
              </a:spcBef>
              <a:spcAft>
                <a:spcPct val="0"/>
              </a:spcAft>
            </a:pPr>
            <a:r>
              <a:rPr lang="es-MX" sz="2000" b="1" spc="50" dirty="0">
                <a:ln w="11430">
                  <a:solidFill>
                    <a:schemeClr val="bg1"/>
                  </a:solidFill>
                </a:ln>
                <a:solidFill>
                  <a:schemeClr val="tx1"/>
                </a:solidFill>
                <a:effectLst>
                  <a:outerShdw blurRad="76200" dist="50800" dir="5400000" algn="tl" rotWithShape="0">
                    <a:srgbClr val="000000">
                      <a:alpha val="65000"/>
                    </a:srgbClr>
                  </a:outerShdw>
                </a:effectLst>
                <a:latin typeface="Arial Narrow" panose="020B0606020202030204" pitchFamily="34" charset="0"/>
              </a:rPr>
              <a:t>EMPIEZAN LAS COMPARACIONES DE CLAVE Y LOS ELEMENTOS</a:t>
            </a:r>
            <a:endParaRPr lang="es-ES" sz="2000" b="1" spc="50" dirty="0">
              <a:ln w="11430">
                <a:solidFill>
                  <a:schemeClr val="bg1"/>
                </a:solidFill>
              </a:ln>
              <a:solidFill>
                <a:schemeClr val="tx1"/>
              </a:solidFill>
              <a:effectLst>
                <a:outerShdw blurRad="76200" dist="50800" dir="5400000" algn="tl" rotWithShape="0">
                  <a:srgbClr val="000000">
                    <a:alpha val="65000"/>
                  </a:srgbClr>
                </a:outerShdw>
              </a:effectLst>
              <a:latin typeface="Arial Narrow" panose="020B0606020202030204" pitchFamily="34" charset="0"/>
            </a:endParaRPr>
          </a:p>
        </p:txBody>
      </p:sp>
      <p:sp>
        <p:nvSpPr>
          <p:cNvPr id="36" name="AutoShape 9">
            <a:extLst>
              <a:ext uri="{FF2B5EF4-FFF2-40B4-BE49-F238E27FC236}">
                <a16:creationId xmlns:a16="http://schemas.microsoft.com/office/drawing/2014/main" id="{28613CE8-44CE-4128-AD3F-343A403D3D7D}"/>
              </a:ext>
            </a:extLst>
          </p:cNvPr>
          <p:cNvSpPr>
            <a:spLocks noChangeArrowheads="1"/>
          </p:cNvSpPr>
          <p:nvPr/>
        </p:nvSpPr>
        <p:spPr bwMode="auto">
          <a:xfrm>
            <a:off x="3330631" y="3619674"/>
            <a:ext cx="2932456" cy="707886"/>
          </a:xfrm>
          <a:prstGeom prst="wedgeRectCallout">
            <a:avLst>
              <a:gd name="adj1" fmla="val -14106"/>
              <a:gd name="adj2" fmla="val 79740"/>
            </a:avLst>
          </a:prstGeom>
          <a:ln>
            <a:headEnd/>
            <a:tailEnd/>
          </a:ln>
        </p:spPr>
        <p:style>
          <a:lnRef idx="1">
            <a:schemeClr val="accent3"/>
          </a:lnRef>
          <a:fillRef idx="2">
            <a:schemeClr val="accent3"/>
          </a:fillRef>
          <a:effectRef idx="1">
            <a:schemeClr val="accent3"/>
          </a:effectRef>
          <a:fontRef idx="minor">
            <a:schemeClr val="dk1"/>
          </a:fontRef>
        </p:style>
        <p:txBody>
          <a:bodyPr wrap="square">
            <a:spAutoFit/>
          </a:bodyPr>
          <a:lstStyle/>
          <a:p>
            <a:pPr algn="ctr" fontAlgn="base">
              <a:spcBef>
                <a:spcPct val="50000"/>
              </a:spcBef>
              <a:spcAft>
                <a:spcPct val="0"/>
              </a:spcAft>
            </a:pPr>
            <a:r>
              <a:rPr lang="es-MX" sz="2000" b="1" spc="50" dirty="0">
                <a:ln w="11430">
                  <a:solidFill>
                    <a:schemeClr val="bg1"/>
                  </a:solidFill>
                </a:ln>
                <a:solidFill>
                  <a:schemeClr val="tx1"/>
                </a:solidFill>
                <a:effectLst>
                  <a:outerShdw blurRad="76200" dist="50800" dir="5400000" algn="tl" rotWithShape="0">
                    <a:srgbClr val="000000">
                      <a:alpha val="65000"/>
                    </a:srgbClr>
                  </a:outerShdw>
                </a:effectLst>
                <a:latin typeface="Arial Narrow" panose="020B0606020202030204" pitchFamily="34" charset="0"/>
              </a:rPr>
              <a:t>¿CLAVE (8) ES IGUAL A VEC[1] (10)? </a:t>
            </a:r>
            <a:r>
              <a:rPr lang="es-MX" sz="2000" b="1" spc="50" dirty="0">
                <a:ln w="11430">
                  <a:solidFill>
                    <a:schemeClr val="bg1"/>
                  </a:solidFill>
                </a:ln>
                <a:solidFill>
                  <a:srgbClr val="FF0000"/>
                </a:solidFill>
                <a:effectLst>
                  <a:outerShdw blurRad="76200" dist="50800" dir="5400000" algn="tl" rotWithShape="0">
                    <a:srgbClr val="000000">
                      <a:alpha val="65000"/>
                    </a:srgbClr>
                  </a:outerShdw>
                </a:effectLst>
                <a:latin typeface="Arial Narrow" panose="020B0606020202030204" pitchFamily="34" charset="0"/>
              </a:rPr>
              <a:t>No</a:t>
            </a:r>
            <a:r>
              <a:rPr lang="es-MX" sz="2000" b="1" spc="50" dirty="0">
                <a:ln w="11430">
                  <a:solidFill>
                    <a:schemeClr val="bg1"/>
                  </a:solidFill>
                </a:ln>
                <a:solidFill>
                  <a:schemeClr val="tx1"/>
                </a:solidFill>
                <a:effectLst>
                  <a:outerShdw blurRad="76200" dist="50800" dir="5400000" algn="tl" rotWithShape="0">
                    <a:srgbClr val="000000">
                      <a:alpha val="65000"/>
                    </a:srgbClr>
                  </a:outerShdw>
                </a:effectLst>
                <a:latin typeface="Arial Narrow" panose="020B0606020202030204" pitchFamily="34" charset="0"/>
              </a:rPr>
              <a:t>.</a:t>
            </a:r>
            <a:endParaRPr lang="es-ES" sz="2000" b="1" spc="50" dirty="0">
              <a:ln w="11430">
                <a:solidFill>
                  <a:schemeClr val="bg1"/>
                </a:solidFill>
              </a:ln>
              <a:solidFill>
                <a:schemeClr val="tx1"/>
              </a:solidFill>
              <a:effectLst>
                <a:outerShdw blurRad="76200" dist="50800" dir="5400000" algn="tl" rotWithShape="0">
                  <a:srgbClr val="000000">
                    <a:alpha val="65000"/>
                  </a:srgbClr>
                </a:outerShdw>
              </a:effectLst>
              <a:latin typeface="Arial Narrow" panose="020B0606020202030204" pitchFamily="34" charset="0"/>
            </a:endParaRPr>
          </a:p>
        </p:txBody>
      </p:sp>
      <p:sp>
        <p:nvSpPr>
          <p:cNvPr id="37" name="AutoShape 9">
            <a:extLst>
              <a:ext uri="{FF2B5EF4-FFF2-40B4-BE49-F238E27FC236}">
                <a16:creationId xmlns:a16="http://schemas.microsoft.com/office/drawing/2014/main" id="{9ACC60CC-209A-4807-A3AE-40FAACFD137E}"/>
              </a:ext>
            </a:extLst>
          </p:cNvPr>
          <p:cNvSpPr>
            <a:spLocks noChangeArrowheads="1"/>
          </p:cNvSpPr>
          <p:nvPr/>
        </p:nvSpPr>
        <p:spPr bwMode="auto">
          <a:xfrm>
            <a:off x="3938488" y="3616442"/>
            <a:ext cx="2932456" cy="707886"/>
          </a:xfrm>
          <a:prstGeom prst="wedgeRectCallout">
            <a:avLst>
              <a:gd name="adj1" fmla="val -14106"/>
              <a:gd name="adj2" fmla="val 79740"/>
            </a:avLst>
          </a:prstGeom>
          <a:ln>
            <a:headEnd/>
            <a:tailEnd/>
          </a:ln>
        </p:spPr>
        <p:style>
          <a:lnRef idx="1">
            <a:schemeClr val="accent3"/>
          </a:lnRef>
          <a:fillRef idx="2">
            <a:schemeClr val="accent3"/>
          </a:fillRef>
          <a:effectRef idx="1">
            <a:schemeClr val="accent3"/>
          </a:effectRef>
          <a:fontRef idx="minor">
            <a:schemeClr val="dk1"/>
          </a:fontRef>
        </p:style>
        <p:txBody>
          <a:bodyPr wrap="square">
            <a:spAutoFit/>
          </a:bodyPr>
          <a:lstStyle/>
          <a:p>
            <a:pPr algn="ctr" fontAlgn="base">
              <a:spcBef>
                <a:spcPct val="50000"/>
              </a:spcBef>
              <a:spcAft>
                <a:spcPct val="0"/>
              </a:spcAft>
            </a:pPr>
            <a:r>
              <a:rPr lang="es-MX" sz="2000" b="1" spc="50" dirty="0">
                <a:ln w="11430">
                  <a:solidFill>
                    <a:schemeClr val="bg1"/>
                  </a:solidFill>
                </a:ln>
                <a:solidFill>
                  <a:schemeClr val="tx1"/>
                </a:solidFill>
                <a:effectLst>
                  <a:outerShdw blurRad="76200" dist="50800" dir="5400000" algn="tl" rotWithShape="0">
                    <a:srgbClr val="000000">
                      <a:alpha val="65000"/>
                    </a:srgbClr>
                  </a:outerShdw>
                </a:effectLst>
                <a:latin typeface="Arial Narrow" panose="020B0606020202030204" pitchFamily="34" charset="0"/>
              </a:rPr>
              <a:t>¿CLAVE (8) ES IGUAL A VEC[2] (91)? </a:t>
            </a:r>
            <a:r>
              <a:rPr lang="es-MX" sz="2000" b="1" spc="50" dirty="0">
                <a:ln w="11430">
                  <a:solidFill>
                    <a:schemeClr val="bg1"/>
                  </a:solidFill>
                </a:ln>
                <a:solidFill>
                  <a:srgbClr val="FF0000"/>
                </a:solidFill>
                <a:effectLst>
                  <a:outerShdw blurRad="76200" dist="50800" dir="5400000" algn="tl" rotWithShape="0">
                    <a:srgbClr val="000000">
                      <a:alpha val="65000"/>
                    </a:srgbClr>
                  </a:outerShdw>
                </a:effectLst>
                <a:latin typeface="Arial Narrow" panose="020B0606020202030204" pitchFamily="34" charset="0"/>
              </a:rPr>
              <a:t>No</a:t>
            </a:r>
            <a:r>
              <a:rPr lang="es-MX" sz="2000" b="1" spc="50" dirty="0">
                <a:ln w="11430">
                  <a:solidFill>
                    <a:schemeClr val="bg1"/>
                  </a:solidFill>
                </a:ln>
                <a:solidFill>
                  <a:schemeClr val="tx1"/>
                </a:solidFill>
                <a:effectLst>
                  <a:outerShdw blurRad="76200" dist="50800" dir="5400000" algn="tl" rotWithShape="0">
                    <a:srgbClr val="000000">
                      <a:alpha val="65000"/>
                    </a:srgbClr>
                  </a:outerShdw>
                </a:effectLst>
                <a:latin typeface="Arial Narrow" panose="020B0606020202030204" pitchFamily="34" charset="0"/>
              </a:rPr>
              <a:t>.</a:t>
            </a:r>
            <a:endParaRPr lang="es-ES" sz="2000" b="1" spc="50" dirty="0">
              <a:ln w="11430">
                <a:solidFill>
                  <a:schemeClr val="bg1"/>
                </a:solidFill>
              </a:ln>
              <a:solidFill>
                <a:schemeClr val="tx1"/>
              </a:solidFill>
              <a:effectLst>
                <a:outerShdw blurRad="76200" dist="50800" dir="5400000" algn="tl" rotWithShape="0">
                  <a:srgbClr val="000000">
                    <a:alpha val="65000"/>
                  </a:srgbClr>
                </a:outerShdw>
              </a:effectLst>
              <a:latin typeface="Arial Narrow" panose="020B0606020202030204" pitchFamily="34" charset="0"/>
            </a:endParaRPr>
          </a:p>
        </p:txBody>
      </p:sp>
      <p:sp>
        <p:nvSpPr>
          <p:cNvPr id="38" name="AutoShape 9">
            <a:extLst>
              <a:ext uri="{FF2B5EF4-FFF2-40B4-BE49-F238E27FC236}">
                <a16:creationId xmlns:a16="http://schemas.microsoft.com/office/drawing/2014/main" id="{B8D05BE3-0278-41AB-832B-589A4B19B816}"/>
              </a:ext>
            </a:extLst>
          </p:cNvPr>
          <p:cNvSpPr>
            <a:spLocks noChangeArrowheads="1"/>
          </p:cNvSpPr>
          <p:nvPr/>
        </p:nvSpPr>
        <p:spPr bwMode="auto">
          <a:xfrm>
            <a:off x="4596343" y="3619948"/>
            <a:ext cx="2932456" cy="707886"/>
          </a:xfrm>
          <a:prstGeom prst="wedgeRectCallout">
            <a:avLst>
              <a:gd name="adj1" fmla="val -14106"/>
              <a:gd name="adj2" fmla="val 79740"/>
            </a:avLst>
          </a:prstGeom>
          <a:ln>
            <a:headEnd/>
            <a:tailEnd/>
          </a:ln>
        </p:spPr>
        <p:style>
          <a:lnRef idx="1">
            <a:schemeClr val="accent3"/>
          </a:lnRef>
          <a:fillRef idx="2">
            <a:schemeClr val="accent3"/>
          </a:fillRef>
          <a:effectRef idx="1">
            <a:schemeClr val="accent3"/>
          </a:effectRef>
          <a:fontRef idx="minor">
            <a:schemeClr val="dk1"/>
          </a:fontRef>
        </p:style>
        <p:txBody>
          <a:bodyPr wrap="square">
            <a:spAutoFit/>
          </a:bodyPr>
          <a:lstStyle/>
          <a:p>
            <a:pPr algn="ctr" fontAlgn="base">
              <a:spcBef>
                <a:spcPct val="50000"/>
              </a:spcBef>
              <a:spcAft>
                <a:spcPct val="0"/>
              </a:spcAft>
            </a:pPr>
            <a:r>
              <a:rPr lang="es-MX" sz="2000" b="1" spc="50" dirty="0">
                <a:ln w="11430">
                  <a:solidFill>
                    <a:schemeClr val="bg1"/>
                  </a:solidFill>
                </a:ln>
                <a:solidFill>
                  <a:schemeClr val="tx1"/>
                </a:solidFill>
                <a:effectLst>
                  <a:outerShdw blurRad="76200" dist="50800" dir="5400000" algn="tl" rotWithShape="0">
                    <a:srgbClr val="000000">
                      <a:alpha val="65000"/>
                    </a:srgbClr>
                  </a:outerShdw>
                </a:effectLst>
                <a:latin typeface="Arial Narrow" panose="020B0606020202030204" pitchFamily="34" charset="0"/>
              </a:rPr>
              <a:t>¿CLAVE (8) ES IGUAL A VEC[3] (82)? </a:t>
            </a:r>
            <a:r>
              <a:rPr lang="es-MX" sz="2000" b="1" spc="50" dirty="0">
                <a:ln w="11430">
                  <a:solidFill>
                    <a:schemeClr val="bg1"/>
                  </a:solidFill>
                </a:ln>
                <a:solidFill>
                  <a:srgbClr val="FF0000"/>
                </a:solidFill>
                <a:effectLst>
                  <a:outerShdw blurRad="76200" dist="50800" dir="5400000" algn="tl" rotWithShape="0">
                    <a:srgbClr val="000000">
                      <a:alpha val="65000"/>
                    </a:srgbClr>
                  </a:outerShdw>
                </a:effectLst>
                <a:latin typeface="Arial Narrow" panose="020B0606020202030204" pitchFamily="34" charset="0"/>
              </a:rPr>
              <a:t>No</a:t>
            </a:r>
            <a:r>
              <a:rPr lang="es-MX" sz="2000" b="1" spc="50" dirty="0">
                <a:ln w="11430">
                  <a:solidFill>
                    <a:schemeClr val="bg1"/>
                  </a:solidFill>
                </a:ln>
                <a:solidFill>
                  <a:schemeClr val="tx1"/>
                </a:solidFill>
                <a:effectLst>
                  <a:outerShdw blurRad="76200" dist="50800" dir="5400000" algn="tl" rotWithShape="0">
                    <a:srgbClr val="000000">
                      <a:alpha val="65000"/>
                    </a:srgbClr>
                  </a:outerShdw>
                </a:effectLst>
                <a:latin typeface="Arial Narrow" panose="020B0606020202030204" pitchFamily="34" charset="0"/>
              </a:rPr>
              <a:t>.</a:t>
            </a:r>
            <a:endParaRPr lang="es-ES" sz="2000" b="1" spc="50" dirty="0">
              <a:ln w="11430">
                <a:solidFill>
                  <a:schemeClr val="bg1"/>
                </a:solidFill>
              </a:ln>
              <a:solidFill>
                <a:schemeClr val="tx1"/>
              </a:solidFill>
              <a:effectLst>
                <a:outerShdw blurRad="76200" dist="50800" dir="5400000" algn="tl" rotWithShape="0">
                  <a:srgbClr val="000000">
                    <a:alpha val="65000"/>
                  </a:srgbClr>
                </a:outerShdw>
              </a:effectLst>
              <a:latin typeface="Arial Narrow" panose="020B0606020202030204" pitchFamily="34" charset="0"/>
            </a:endParaRPr>
          </a:p>
        </p:txBody>
      </p:sp>
      <p:sp>
        <p:nvSpPr>
          <p:cNvPr id="39" name="AutoShape 9">
            <a:extLst>
              <a:ext uri="{FF2B5EF4-FFF2-40B4-BE49-F238E27FC236}">
                <a16:creationId xmlns:a16="http://schemas.microsoft.com/office/drawing/2014/main" id="{F7F19919-9CE9-4489-B788-214BD6CB9017}"/>
              </a:ext>
            </a:extLst>
          </p:cNvPr>
          <p:cNvSpPr>
            <a:spLocks noChangeArrowheads="1"/>
          </p:cNvSpPr>
          <p:nvPr/>
        </p:nvSpPr>
        <p:spPr bwMode="auto">
          <a:xfrm>
            <a:off x="5316423" y="3610331"/>
            <a:ext cx="2932456" cy="707886"/>
          </a:xfrm>
          <a:prstGeom prst="wedgeRectCallout">
            <a:avLst>
              <a:gd name="adj1" fmla="val -14106"/>
              <a:gd name="adj2" fmla="val 79740"/>
            </a:avLst>
          </a:prstGeom>
          <a:ln>
            <a:headEnd/>
            <a:tailEnd/>
          </a:ln>
        </p:spPr>
        <p:style>
          <a:lnRef idx="1">
            <a:schemeClr val="accent3"/>
          </a:lnRef>
          <a:fillRef idx="2">
            <a:schemeClr val="accent3"/>
          </a:fillRef>
          <a:effectRef idx="1">
            <a:schemeClr val="accent3"/>
          </a:effectRef>
          <a:fontRef idx="minor">
            <a:schemeClr val="dk1"/>
          </a:fontRef>
        </p:style>
        <p:txBody>
          <a:bodyPr wrap="square">
            <a:spAutoFit/>
          </a:bodyPr>
          <a:lstStyle/>
          <a:p>
            <a:pPr algn="ctr" fontAlgn="base">
              <a:spcBef>
                <a:spcPct val="50000"/>
              </a:spcBef>
              <a:spcAft>
                <a:spcPct val="0"/>
              </a:spcAft>
            </a:pPr>
            <a:r>
              <a:rPr lang="es-MX" sz="2000" b="1" spc="50" dirty="0">
                <a:ln w="11430">
                  <a:solidFill>
                    <a:schemeClr val="bg1"/>
                  </a:solidFill>
                </a:ln>
                <a:solidFill>
                  <a:schemeClr val="tx1"/>
                </a:solidFill>
                <a:effectLst>
                  <a:outerShdw blurRad="76200" dist="50800" dir="5400000" algn="tl" rotWithShape="0">
                    <a:srgbClr val="000000">
                      <a:alpha val="65000"/>
                    </a:srgbClr>
                  </a:outerShdw>
                </a:effectLst>
                <a:latin typeface="Arial Narrow" panose="020B0606020202030204" pitchFamily="34" charset="0"/>
              </a:rPr>
              <a:t>¿CLAVE (8) ES IGUAL A VEC[4] (71)? </a:t>
            </a:r>
            <a:r>
              <a:rPr lang="es-MX" sz="2000" b="1" spc="50" dirty="0">
                <a:ln w="11430">
                  <a:solidFill>
                    <a:schemeClr val="bg1"/>
                  </a:solidFill>
                </a:ln>
                <a:solidFill>
                  <a:srgbClr val="FF0000"/>
                </a:solidFill>
                <a:effectLst>
                  <a:outerShdw blurRad="76200" dist="50800" dir="5400000" algn="tl" rotWithShape="0">
                    <a:srgbClr val="000000">
                      <a:alpha val="65000"/>
                    </a:srgbClr>
                  </a:outerShdw>
                </a:effectLst>
                <a:latin typeface="Arial Narrow" panose="020B0606020202030204" pitchFamily="34" charset="0"/>
              </a:rPr>
              <a:t>No</a:t>
            </a:r>
            <a:r>
              <a:rPr lang="es-MX" sz="2000" b="1" spc="50" dirty="0">
                <a:ln w="11430">
                  <a:solidFill>
                    <a:schemeClr val="bg1"/>
                  </a:solidFill>
                </a:ln>
                <a:solidFill>
                  <a:schemeClr val="tx1"/>
                </a:solidFill>
                <a:effectLst>
                  <a:outerShdw blurRad="76200" dist="50800" dir="5400000" algn="tl" rotWithShape="0">
                    <a:srgbClr val="000000">
                      <a:alpha val="65000"/>
                    </a:srgbClr>
                  </a:outerShdw>
                </a:effectLst>
                <a:latin typeface="Arial Narrow" panose="020B0606020202030204" pitchFamily="34" charset="0"/>
              </a:rPr>
              <a:t>.</a:t>
            </a:r>
            <a:endParaRPr lang="es-ES" sz="2000" b="1" spc="50" dirty="0">
              <a:ln w="11430">
                <a:solidFill>
                  <a:schemeClr val="bg1"/>
                </a:solidFill>
              </a:ln>
              <a:solidFill>
                <a:schemeClr val="tx1"/>
              </a:solidFill>
              <a:effectLst>
                <a:outerShdw blurRad="76200" dist="50800" dir="5400000" algn="tl" rotWithShape="0">
                  <a:srgbClr val="000000">
                    <a:alpha val="65000"/>
                  </a:srgbClr>
                </a:outerShdw>
              </a:effectLst>
              <a:latin typeface="Arial Narrow" panose="020B0606020202030204" pitchFamily="34" charset="0"/>
            </a:endParaRPr>
          </a:p>
        </p:txBody>
      </p:sp>
      <p:sp>
        <p:nvSpPr>
          <p:cNvPr id="40" name="AutoShape 9">
            <a:extLst>
              <a:ext uri="{FF2B5EF4-FFF2-40B4-BE49-F238E27FC236}">
                <a16:creationId xmlns:a16="http://schemas.microsoft.com/office/drawing/2014/main" id="{175639A1-3E3A-48C0-85DB-033235450395}"/>
              </a:ext>
            </a:extLst>
          </p:cNvPr>
          <p:cNvSpPr>
            <a:spLocks noChangeArrowheads="1"/>
          </p:cNvSpPr>
          <p:nvPr/>
        </p:nvSpPr>
        <p:spPr bwMode="auto">
          <a:xfrm>
            <a:off x="5974278" y="3607145"/>
            <a:ext cx="2932456" cy="707886"/>
          </a:xfrm>
          <a:prstGeom prst="wedgeRectCallout">
            <a:avLst>
              <a:gd name="adj1" fmla="val -14106"/>
              <a:gd name="adj2" fmla="val 79740"/>
            </a:avLst>
          </a:prstGeom>
          <a:ln>
            <a:headEnd/>
            <a:tailEnd/>
          </a:ln>
        </p:spPr>
        <p:style>
          <a:lnRef idx="1">
            <a:schemeClr val="accent3"/>
          </a:lnRef>
          <a:fillRef idx="2">
            <a:schemeClr val="accent3"/>
          </a:fillRef>
          <a:effectRef idx="1">
            <a:schemeClr val="accent3"/>
          </a:effectRef>
          <a:fontRef idx="minor">
            <a:schemeClr val="dk1"/>
          </a:fontRef>
        </p:style>
        <p:txBody>
          <a:bodyPr wrap="square">
            <a:spAutoFit/>
          </a:bodyPr>
          <a:lstStyle/>
          <a:p>
            <a:pPr algn="ctr" fontAlgn="base">
              <a:spcBef>
                <a:spcPct val="50000"/>
              </a:spcBef>
              <a:spcAft>
                <a:spcPct val="0"/>
              </a:spcAft>
            </a:pPr>
            <a:r>
              <a:rPr lang="es-MX" sz="2000" b="1" spc="50" dirty="0">
                <a:ln w="11430">
                  <a:solidFill>
                    <a:schemeClr val="bg1"/>
                  </a:solidFill>
                </a:ln>
                <a:solidFill>
                  <a:schemeClr val="tx1"/>
                </a:solidFill>
                <a:effectLst>
                  <a:outerShdw blurRad="76200" dist="50800" dir="5400000" algn="tl" rotWithShape="0">
                    <a:srgbClr val="000000">
                      <a:alpha val="65000"/>
                    </a:srgbClr>
                  </a:outerShdw>
                </a:effectLst>
                <a:latin typeface="Arial Narrow" panose="020B0606020202030204" pitchFamily="34" charset="0"/>
              </a:rPr>
              <a:t>¿CLAVE (8) ES IGUAL A VEC[5] (17)? </a:t>
            </a:r>
            <a:r>
              <a:rPr lang="es-MX" sz="2000" b="1" spc="50" dirty="0">
                <a:ln w="11430">
                  <a:solidFill>
                    <a:schemeClr val="bg1"/>
                  </a:solidFill>
                </a:ln>
                <a:solidFill>
                  <a:srgbClr val="FF0000"/>
                </a:solidFill>
                <a:effectLst>
                  <a:outerShdw blurRad="76200" dist="50800" dir="5400000" algn="tl" rotWithShape="0">
                    <a:srgbClr val="000000">
                      <a:alpha val="65000"/>
                    </a:srgbClr>
                  </a:outerShdw>
                </a:effectLst>
                <a:latin typeface="Arial Narrow" panose="020B0606020202030204" pitchFamily="34" charset="0"/>
              </a:rPr>
              <a:t>No</a:t>
            </a:r>
            <a:r>
              <a:rPr lang="es-MX" sz="2000" b="1" spc="50" dirty="0">
                <a:ln w="11430">
                  <a:solidFill>
                    <a:schemeClr val="bg1"/>
                  </a:solidFill>
                </a:ln>
                <a:solidFill>
                  <a:schemeClr val="tx1"/>
                </a:solidFill>
                <a:effectLst>
                  <a:outerShdw blurRad="76200" dist="50800" dir="5400000" algn="tl" rotWithShape="0">
                    <a:srgbClr val="000000">
                      <a:alpha val="65000"/>
                    </a:srgbClr>
                  </a:outerShdw>
                </a:effectLst>
                <a:latin typeface="Arial Narrow" panose="020B0606020202030204" pitchFamily="34" charset="0"/>
              </a:rPr>
              <a:t>.</a:t>
            </a:r>
            <a:endParaRPr lang="es-ES" sz="2000" b="1" spc="50" dirty="0">
              <a:ln w="11430">
                <a:solidFill>
                  <a:schemeClr val="bg1"/>
                </a:solidFill>
              </a:ln>
              <a:solidFill>
                <a:schemeClr val="tx1"/>
              </a:solidFill>
              <a:effectLst>
                <a:outerShdw blurRad="76200" dist="50800" dir="5400000" algn="tl" rotWithShape="0">
                  <a:srgbClr val="000000">
                    <a:alpha val="65000"/>
                  </a:srgbClr>
                </a:outerShdw>
              </a:effectLst>
              <a:latin typeface="Arial Narrow" panose="020B0606020202030204" pitchFamily="34" charset="0"/>
            </a:endParaRPr>
          </a:p>
        </p:txBody>
      </p:sp>
      <p:sp>
        <p:nvSpPr>
          <p:cNvPr id="41" name="AutoShape 9">
            <a:extLst>
              <a:ext uri="{FF2B5EF4-FFF2-40B4-BE49-F238E27FC236}">
                <a16:creationId xmlns:a16="http://schemas.microsoft.com/office/drawing/2014/main" id="{3FCC2B9B-62C9-4468-88DB-69E513A69F16}"/>
              </a:ext>
            </a:extLst>
          </p:cNvPr>
          <p:cNvSpPr>
            <a:spLocks noChangeArrowheads="1"/>
          </p:cNvSpPr>
          <p:nvPr/>
        </p:nvSpPr>
        <p:spPr bwMode="auto">
          <a:xfrm>
            <a:off x="6684575" y="3611723"/>
            <a:ext cx="2932456" cy="769441"/>
          </a:xfrm>
          <a:prstGeom prst="wedgeRectCallout">
            <a:avLst>
              <a:gd name="adj1" fmla="val -14723"/>
              <a:gd name="adj2" fmla="val 95036"/>
            </a:avLst>
          </a:prstGeom>
          <a:ln>
            <a:headEnd/>
            <a:tailEnd/>
          </a:ln>
        </p:spPr>
        <p:style>
          <a:lnRef idx="1">
            <a:schemeClr val="accent3"/>
          </a:lnRef>
          <a:fillRef idx="2">
            <a:schemeClr val="accent3"/>
          </a:fillRef>
          <a:effectRef idx="1">
            <a:schemeClr val="accent3"/>
          </a:effectRef>
          <a:fontRef idx="minor">
            <a:schemeClr val="dk1"/>
          </a:fontRef>
        </p:style>
        <p:txBody>
          <a:bodyPr wrap="square">
            <a:spAutoFit/>
          </a:bodyPr>
          <a:lstStyle/>
          <a:p>
            <a:pPr algn="ctr" fontAlgn="base">
              <a:spcBef>
                <a:spcPct val="50000"/>
              </a:spcBef>
              <a:spcAft>
                <a:spcPct val="0"/>
              </a:spcAft>
            </a:pPr>
            <a:r>
              <a:rPr lang="es-MX" sz="2000" b="1" spc="50" dirty="0">
                <a:ln w="11430">
                  <a:solidFill>
                    <a:schemeClr val="bg1"/>
                  </a:solidFill>
                </a:ln>
                <a:solidFill>
                  <a:schemeClr val="tx1"/>
                </a:solidFill>
                <a:effectLst>
                  <a:outerShdw blurRad="76200" dist="50800" dir="5400000" algn="tl" rotWithShape="0">
                    <a:srgbClr val="000000">
                      <a:alpha val="65000"/>
                    </a:srgbClr>
                  </a:outerShdw>
                </a:effectLst>
                <a:latin typeface="Arial Narrow" panose="020B0606020202030204" pitchFamily="34" charset="0"/>
              </a:rPr>
              <a:t>¿CLAVE (8) ES IGUAL A VEC[6] (8)? </a:t>
            </a:r>
            <a:r>
              <a:rPr lang="es-MX" sz="2400" b="1" spc="50" dirty="0">
                <a:ln w="11430">
                  <a:solidFill>
                    <a:schemeClr val="bg1"/>
                  </a:solidFill>
                </a:ln>
                <a:solidFill>
                  <a:srgbClr val="00B050"/>
                </a:solidFill>
                <a:effectLst>
                  <a:outerShdw blurRad="76200" dist="50800" dir="5400000" algn="tl" rotWithShape="0">
                    <a:srgbClr val="000000">
                      <a:alpha val="65000"/>
                    </a:srgbClr>
                  </a:outerShdw>
                </a:effectLst>
                <a:latin typeface="Arial Narrow" panose="020B0606020202030204" pitchFamily="34" charset="0"/>
              </a:rPr>
              <a:t>SÍ</a:t>
            </a:r>
            <a:r>
              <a:rPr lang="es-MX" sz="2000" b="1" spc="50" dirty="0">
                <a:ln w="11430">
                  <a:solidFill>
                    <a:schemeClr val="bg1"/>
                  </a:solidFill>
                </a:ln>
                <a:solidFill>
                  <a:schemeClr val="tx1"/>
                </a:solidFill>
                <a:effectLst>
                  <a:outerShdw blurRad="76200" dist="50800" dir="5400000" algn="tl" rotWithShape="0">
                    <a:srgbClr val="000000">
                      <a:alpha val="65000"/>
                    </a:srgbClr>
                  </a:outerShdw>
                </a:effectLst>
                <a:latin typeface="Arial Narrow" panose="020B0606020202030204" pitchFamily="34" charset="0"/>
              </a:rPr>
              <a:t>.</a:t>
            </a:r>
            <a:endParaRPr lang="es-ES" sz="2000" b="1" spc="50" dirty="0">
              <a:ln w="11430">
                <a:solidFill>
                  <a:schemeClr val="bg1"/>
                </a:solidFill>
              </a:ln>
              <a:solidFill>
                <a:schemeClr val="tx1"/>
              </a:solidFill>
              <a:effectLst>
                <a:outerShdw blurRad="76200" dist="50800" dir="5400000" algn="tl" rotWithShape="0">
                  <a:srgbClr val="000000">
                    <a:alpha val="65000"/>
                  </a:srgbClr>
                </a:outerShdw>
              </a:effectLst>
              <a:latin typeface="Arial Narrow" panose="020B0606020202030204" pitchFamily="34" charset="0"/>
            </a:endParaRPr>
          </a:p>
        </p:txBody>
      </p:sp>
      <p:sp>
        <p:nvSpPr>
          <p:cNvPr id="42" name="AutoShape 9">
            <a:extLst>
              <a:ext uri="{FF2B5EF4-FFF2-40B4-BE49-F238E27FC236}">
                <a16:creationId xmlns:a16="http://schemas.microsoft.com/office/drawing/2014/main" id="{D080BDC5-7F1D-476D-93EA-D5E2FDDE9B25}"/>
              </a:ext>
            </a:extLst>
          </p:cNvPr>
          <p:cNvSpPr>
            <a:spLocks noChangeArrowheads="1"/>
          </p:cNvSpPr>
          <p:nvPr/>
        </p:nvSpPr>
        <p:spPr bwMode="auto">
          <a:xfrm>
            <a:off x="3938488" y="2705907"/>
            <a:ext cx="4993825" cy="707886"/>
          </a:xfrm>
          <a:prstGeom prst="wedgeRectCallout">
            <a:avLst>
              <a:gd name="adj1" fmla="val -55529"/>
              <a:gd name="adj2" fmla="val 8285"/>
            </a:avLst>
          </a:prstGeom>
          <a:ln>
            <a:headEnd/>
            <a:tailEnd/>
          </a:ln>
        </p:spPr>
        <p:style>
          <a:lnRef idx="1">
            <a:schemeClr val="accent3"/>
          </a:lnRef>
          <a:fillRef idx="2">
            <a:schemeClr val="accent3"/>
          </a:fillRef>
          <a:effectRef idx="1">
            <a:schemeClr val="accent3"/>
          </a:effectRef>
          <a:fontRef idx="minor">
            <a:schemeClr val="dk1"/>
          </a:fontRef>
        </p:style>
        <p:txBody>
          <a:bodyPr wrap="square">
            <a:spAutoFit/>
          </a:bodyPr>
          <a:lstStyle/>
          <a:p>
            <a:pPr algn="ctr" fontAlgn="base">
              <a:spcBef>
                <a:spcPct val="50000"/>
              </a:spcBef>
              <a:spcAft>
                <a:spcPct val="0"/>
              </a:spcAft>
            </a:pPr>
            <a:r>
              <a:rPr lang="es-MX" sz="2000" b="1" spc="50" dirty="0">
                <a:ln w="11430">
                  <a:solidFill>
                    <a:schemeClr val="bg1"/>
                  </a:solidFill>
                </a:ln>
                <a:solidFill>
                  <a:schemeClr val="tx1"/>
                </a:solidFill>
                <a:effectLst>
                  <a:outerShdw blurRad="76200" dist="50800" dir="5400000" algn="tl" rotWithShape="0">
                    <a:srgbClr val="000000">
                      <a:alpha val="65000"/>
                    </a:srgbClr>
                  </a:outerShdw>
                </a:effectLst>
                <a:latin typeface="Arial Narrow" panose="020B0606020202030204" pitchFamily="34" charset="0"/>
                <a:ea typeface="+mj-ea"/>
                <a:cs typeface="+mj-cs"/>
              </a:rPr>
              <a:t>SE CAMBIA EL ESTADO A true (ENCENDIDO) Y CONTINUA COMPARANDO</a:t>
            </a:r>
            <a:endParaRPr lang="es-ES" sz="2000" b="1" spc="50" dirty="0">
              <a:ln w="11430">
                <a:solidFill>
                  <a:schemeClr val="bg1"/>
                </a:solidFill>
              </a:ln>
              <a:solidFill>
                <a:schemeClr val="tx1"/>
              </a:solidFill>
              <a:effectLst>
                <a:outerShdw blurRad="76200" dist="50800" dir="5400000" algn="tl" rotWithShape="0">
                  <a:srgbClr val="000000">
                    <a:alpha val="65000"/>
                  </a:srgbClr>
                </a:outerShdw>
              </a:effectLst>
              <a:latin typeface="Arial Narrow" panose="020B0606020202030204" pitchFamily="34" charset="0"/>
              <a:ea typeface="+mj-ea"/>
              <a:cs typeface="+mj-cs"/>
            </a:endParaRPr>
          </a:p>
        </p:txBody>
      </p:sp>
      <p:sp>
        <p:nvSpPr>
          <p:cNvPr id="43" name="AutoShape 9">
            <a:extLst>
              <a:ext uri="{FF2B5EF4-FFF2-40B4-BE49-F238E27FC236}">
                <a16:creationId xmlns:a16="http://schemas.microsoft.com/office/drawing/2014/main" id="{807F2F72-725A-4C4A-BC44-C28C897ECB00}"/>
              </a:ext>
            </a:extLst>
          </p:cNvPr>
          <p:cNvSpPr>
            <a:spLocks noChangeArrowheads="1"/>
          </p:cNvSpPr>
          <p:nvPr/>
        </p:nvSpPr>
        <p:spPr bwMode="auto">
          <a:xfrm>
            <a:off x="7188631" y="3638051"/>
            <a:ext cx="2932456" cy="707886"/>
          </a:xfrm>
          <a:prstGeom prst="wedgeRectCallout">
            <a:avLst>
              <a:gd name="adj1" fmla="val -9166"/>
              <a:gd name="adj2" fmla="val 81019"/>
            </a:avLst>
          </a:prstGeom>
          <a:ln>
            <a:headEnd/>
            <a:tailEnd/>
          </a:ln>
        </p:spPr>
        <p:style>
          <a:lnRef idx="1">
            <a:schemeClr val="accent3"/>
          </a:lnRef>
          <a:fillRef idx="2">
            <a:schemeClr val="accent3"/>
          </a:fillRef>
          <a:effectRef idx="1">
            <a:schemeClr val="accent3"/>
          </a:effectRef>
          <a:fontRef idx="minor">
            <a:schemeClr val="dk1"/>
          </a:fontRef>
        </p:style>
        <p:txBody>
          <a:bodyPr wrap="square">
            <a:spAutoFit/>
          </a:bodyPr>
          <a:lstStyle/>
          <a:p>
            <a:pPr algn="ctr" fontAlgn="base">
              <a:spcBef>
                <a:spcPct val="50000"/>
              </a:spcBef>
              <a:spcAft>
                <a:spcPct val="0"/>
              </a:spcAft>
            </a:pPr>
            <a:r>
              <a:rPr lang="es-MX" sz="2000" b="1" spc="50" dirty="0">
                <a:ln w="11430">
                  <a:solidFill>
                    <a:schemeClr val="bg1"/>
                  </a:solidFill>
                </a:ln>
                <a:solidFill>
                  <a:schemeClr val="tx1"/>
                </a:solidFill>
                <a:effectLst>
                  <a:outerShdw blurRad="76200" dist="50800" dir="5400000" algn="tl" rotWithShape="0">
                    <a:srgbClr val="000000">
                      <a:alpha val="65000"/>
                    </a:srgbClr>
                  </a:outerShdw>
                </a:effectLst>
                <a:latin typeface="Arial Narrow" panose="020B0606020202030204" pitchFamily="34" charset="0"/>
              </a:rPr>
              <a:t>¿CLAVE (8) ES IGUAL A VEC[8] (55)? </a:t>
            </a:r>
            <a:r>
              <a:rPr lang="es-MX" sz="2000" b="1" spc="50" dirty="0">
                <a:ln w="11430">
                  <a:solidFill>
                    <a:schemeClr val="bg1"/>
                  </a:solidFill>
                </a:ln>
                <a:solidFill>
                  <a:srgbClr val="FF0000"/>
                </a:solidFill>
                <a:effectLst>
                  <a:outerShdw blurRad="76200" dist="50800" dir="5400000" algn="tl" rotWithShape="0">
                    <a:srgbClr val="000000">
                      <a:alpha val="65000"/>
                    </a:srgbClr>
                  </a:outerShdw>
                </a:effectLst>
                <a:latin typeface="Arial Narrow" panose="020B0606020202030204" pitchFamily="34" charset="0"/>
              </a:rPr>
              <a:t>No</a:t>
            </a:r>
            <a:r>
              <a:rPr lang="es-MX" sz="2000" b="1" spc="50" dirty="0">
                <a:ln w="11430">
                  <a:solidFill>
                    <a:schemeClr val="bg1"/>
                  </a:solidFill>
                </a:ln>
                <a:solidFill>
                  <a:schemeClr val="tx1"/>
                </a:solidFill>
                <a:effectLst>
                  <a:outerShdw blurRad="76200" dist="50800" dir="5400000" algn="tl" rotWithShape="0">
                    <a:srgbClr val="000000">
                      <a:alpha val="65000"/>
                    </a:srgbClr>
                  </a:outerShdw>
                </a:effectLst>
                <a:latin typeface="Arial Narrow" panose="020B0606020202030204" pitchFamily="34" charset="0"/>
              </a:rPr>
              <a:t>.</a:t>
            </a:r>
            <a:endParaRPr lang="es-ES" sz="2000" b="1" spc="50" dirty="0">
              <a:ln w="11430">
                <a:solidFill>
                  <a:schemeClr val="bg1"/>
                </a:solidFill>
              </a:ln>
              <a:solidFill>
                <a:schemeClr val="tx1"/>
              </a:solidFill>
              <a:effectLst>
                <a:outerShdw blurRad="76200" dist="50800" dir="5400000" algn="tl" rotWithShape="0">
                  <a:srgbClr val="000000">
                    <a:alpha val="65000"/>
                  </a:srgbClr>
                </a:outerShdw>
              </a:effectLst>
              <a:latin typeface="Arial Narrow" panose="020B0606020202030204" pitchFamily="34" charset="0"/>
            </a:endParaRPr>
          </a:p>
        </p:txBody>
      </p:sp>
      <p:sp>
        <p:nvSpPr>
          <p:cNvPr id="44" name="AutoShape 9">
            <a:extLst>
              <a:ext uri="{FF2B5EF4-FFF2-40B4-BE49-F238E27FC236}">
                <a16:creationId xmlns:a16="http://schemas.microsoft.com/office/drawing/2014/main" id="{4BBB694B-34C8-4DBE-8ACB-94B32C9B7CCB}"/>
              </a:ext>
            </a:extLst>
          </p:cNvPr>
          <p:cNvSpPr>
            <a:spLocks noChangeArrowheads="1"/>
          </p:cNvSpPr>
          <p:nvPr/>
        </p:nvSpPr>
        <p:spPr bwMode="auto">
          <a:xfrm>
            <a:off x="7168759" y="3617360"/>
            <a:ext cx="2932456" cy="707886"/>
          </a:xfrm>
          <a:prstGeom prst="wedgeRectCallout">
            <a:avLst>
              <a:gd name="adj1" fmla="val 13063"/>
              <a:gd name="adj2" fmla="val 79740"/>
            </a:avLst>
          </a:prstGeom>
          <a:ln>
            <a:headEnd/>
            <a:tailEnd/>
          </a:ln>
        </p:spPr>
        <p:style>
          <a:lnRef idx="1">
            <a:schemeClr val="accent3"/>
          </a:lnRef>
          <a:fillRef idx="2">
            <a:schemeClr val="accent3"/>
          </a:fillRef>
          <a:effectRef idx="1">
            <a:schemeClr val="accent3"/>
          </a:effectRef>
          <a:fontRef idx="minor">
            <a:schemeClr val="dk1"/>
          </a:fontRef>
        </p:style>
        <p:txBody>
          <a:bodyPr wrap="square">
            <a:spAutoFit/>
          </a:bodyPr>
          <a:lstStyle/>
          <a:p>
            <a:pPr algn="ctr" fontAlgn="base">
              <a:spcBef>
                <a:spcPct val="50000"/>
              </a:spcBef>
              <a:spcAft>
                <a:spcPct val="0"/>
              </a:spcAft>
            </a:pPr>
            <a:r>
              <a:rPr lang="es-MX" sz="2000" b="1" spc="50" dirty="0">
                <a:ln w="11430">
                  <a:solidFill>
                    <a:schemeClr val="bg1"/>
                  </a:solidFill>
                </a:ln>
                <a:solidFill>
                  <a:schemeClr val="tx1"/>
                </a:solidFill>
                <a:effectLst>
                  <a:outerShdw blurRad="76200" dist="50800" dir="5400000" algn="tl" rotWithShape="0">
                    <a:srgbClr val="000000">
                      <a:alpha val="65000"/>
                    </a:srgbClr>
                  </a:outerShdw>
                </a:effectLst>
                <a:latin typeface="Arial Narrow" panose="020B0606020202030204" pitchFamily="34" charset="0"/>
              </a:rPr>
              <a:t>¿CLAVE (8) ES IGUAL A VEC[8] (62)? </a:t>
            </a:r>
            <a:r>
              <a:rPr lang="es-MX" sz="2000" b="1" spc="50" dirty="0">
                <a:ln w="11430">
                  <a:solidFill>
                    <a:schemeClr val="bg1"/>
                  </a:solidFill>
                </a:ln>
                <a:solidFill>
                  <a:srgbClr val="FF0000"/>
                </a:solidFill>
                <a:effectLst>
                  <a:outerShdw blurRad="76200" dist="50800" dir="5400000" algn="tl" rotWithShape="0">
                    <a:srgbClr val="000000">
                      <a:alpha val="65000"/>
                    </a:srgbClr>
                  </a:outerShdw>
                </a:effectLst>
                <a:latin typeface="Arial Narrow" panose="020B0606020202030204" pitchFamily="34" charset="0"/>
              </a:rPr>
              <a:t>No</a:t>
            </a:r>
            <a:r>
              <a:rPr lang="es-MX" sz="2000" b="1" spc="50" dirty="0">
                <a:ln w="11430">
                  <a:solidFill>
                    <a:schemeClr val="bg1"/>
                  </a:solidFill>
                </a:ln>
                <a:solidFill>
                  <a:schemeClr val="tx1"/>
                </a:solidFill>
                <a:effectLst>
                  <a:outerShdw blurRad="76200" dist="50800" dir="5400000" algn="tl" rotWithShape="0">
                    <a:srgbClr val="000000">
                      <a:alpha val="65000"/>
                    </a:srgbClr>
                  </a:outerShdw>
                </a:effectLst>
                <a:latin typeface="Arial Narrow" panose="020B0606020202030204" pitchFamily="34" charset="0"/>
              </a:rPr>
              <a:t>.</a:t>
            </a:r>
            <a:endParaRPr lang="es-ES" sz="2000" b="1" spc="50" dirty="0">
              <a:ln w="11430">
                <a:solidFill>
                  <a:schemeClr val="bg1"/>
                </a:solidFill>
              </a:ln>
              <a:solidFill>
                <a:schemeClr val="tx1"/>
              </a:solidFill>
              <a:effectLst>
                <a:outerShdw blurRad="76200" dist="50800" dir="5400000" algn="tl" rotWithShape="0">
                  <a:srgbClr val="000000">
                    <a:alpha val="65000"/>
                  </a:srgbClr>
                </a:outerShdw>
              </a:effectLst>
              <a:latin typeface="Arial Narrow" panose="020B0606020202030204" pitchFamily="34" charset="0"/>
            </a:endParaRPr>
          </a:p>
        </p:txBody>
      </p:sp>
      <p:sp>
        <p:nvSpPr>
          <p:cNvPr id="45" name="AutoShape 9">
            <a:extLst>
              <a:ext uri="{FF2B5EF4-FFF2-40B4-BE49-F238E27FC236}">
                <a16:creationId xmlns:a16="http://schemas.microsoft.com/office/drawing/2014/main" id="{403556B4-9807-4B8F-91BB-69BA7E78399A}"/>
              </a:ext>
            </a:extLst>
          </p:cNvPr>
          <p:cNvSpPr>
            <a:spLocks noChangeArrowheads="1"/>
          </p:cNvSpPr>
          <p:nvPr/>
        </p:nvSpPr>
        <p:spPr bwMode="auto">
          <a:xfrm>
            <a:off x="7204139" y="3611444"/>
            <a:ext cx="2932456" cy="707886"/>
          </a:xfrm>
          <a:prstGeom prst="wedgeRectCallout">
            <a:avLst>
              <a:gd name="adj1" fmla="val 34674"/>
              <a:gd name="adj2" fmla="val 81019"/>
            </a:avLst>
          </a:prstGeom>
          <a:ln>
            <a:headEnd/>
            <a:tailEnd/>
          </a:ln>
        </p:spPr>
        <p:style>
          <a:lnRef idx="1">
            <a:schemeClr val="accent3"/>
          </a:lnRef>
          <a:fillRef idx="2">
            <a:schemeClr val="accent3"/>
          </a:fillRef>
          <a:effectRef idx="1">
            <a:schemeClr val="accent3"/>
          </a:effectRef>
          <a:fontRef idx="minor">
            <a:schemeClr val="dk1"/>
          </a:fontRef>
        </p:style>
        <p:txBody>
          <a:bodyPr wrap="square">
            <a:spAutoFit/>
          </a:bodyPr>
          <a:lstStyle/>
          <a:p>
            <a:pPr algn="ctr" fontAlgn="base">
              <a:spcBef>
                <a:spcPct val="50000"/>
              </a:spcBef>
              <a:spcAft>
                <a:spcPct val="0"/>
              </a:spcAft>
            </a:pPr>
            <a:r>
              <a:rPr lang="es-MX" sz="2000" b="1" spc="50" dirty="0">
                <a:ln w="11430">
                  <a:solidFill>
                    <a:schemeClr val="bg1"/>
                  </a:solidFill>
                </a:ln>
                <a:solidFill>
                  <a:schemeClr val="tx1"/>
                </a:solidFill>
                <a:effectLst>
                  <a:outerShdw blurRad="76200" dist="50800" dir="5400000" algn="tl" rotWithShape="0">
                    <a:srgbClr val="000000">
                      <a:alpha val="65000"/>
                    </a:srgbClr>
                  </a:outerShdw>
                </a:effectLst>
                <a:latin typeface="Arial Narrow" panose="020B0606020202030204" pitchFamily="34" charset="0"/>
              </a:rPr>
              <a:t>¿CLAVE (8) ES IGUAL A VEC[9] (43)? </a:t>
            </a:r>
            <a:r>
              <a:rPr lang="es-MX" sz="2000" b="1" spc="50" dirty="0">
                <a:ln w="11430">
                  <a:solidFill>
                    <a:schemeClr val="bg1"/>
                  </a:solidFill>
                </a:ln>
                <a:solidFill>
                  <a:srgbClr val="FF0000"/>
                </a:solidFill>
                <a:effectLst>
                  <a:outerShdw blurRad="76200" dist="50800" dir="5400000" algn="tl" rotWithShape="0">
                    <a:srgbClr val="000000">
                      <a:alpha val="65000"/>
                    </a:srgbClr>
                  </a:outerShdw>
                </a:effectLst>
                <a:latin typeface="Arial Narrow" panose="020B0606020202030204" pitchFamily="34" charset="0"/>
              </a:rPr>
              <a:t>No</a:t>
            </a:r>
            <a:r>
              <a:rPr lang="es-MX" sz="2000" b="1" spc="50" dirty="0">
                <a:ln w="11430">
                  <a:solidFill>
                    <a:schemeClr val="bg1"/>
                  </a:solidFill>
                </a:ln>
                <a:solidFill>
                  <a:schemeClr val="tx1"/>
                </a:solidFill>
                <a:effectLst>
                  <a:outerShdw blurRad="76200" dist="50800" dir="5400000" algn="tl" rotWithShape="0">
                    <a:srgbClr val="000000">
                      <a:alpha val="65000"/>
                    </a:srgbClr>
                  </a:outerShdw>
                </a:effectLst>
                <a:latin typeface="Arial Narrow" panose="020B0606020202030204" pitchFamily="34" charset="0"/>
              </a:rPr>
              <a:t>.</a:t>
            </a:r>
            <a:endParaRPr lang="es-ES" sz="2000" b="1" spc="50" dirty="0">
              <a:ln w="11430">
                <a:solidFill>
                  <a:schemeClr val="bg1"/>
                </a:solidFill>
              </a:ln>
              <a:solidFill>
                <a:schemeClr val="tx1"/>
              </a:solidFill>
              <a:effectLst>
                <a:outerShdw blurRad="76200" dist="50800" dir="5400000" algn="tl" rotWithShape="0">
                  <a:srgbClr val="000000">
                    <a:alpha val="65000"/>
                  </a:srgbClr>
                </a:outerShdw>
              </a:effectLst>
              <a:latin typeface="Arial Narrow" panose="020B0606020202030204" pitchFamily="34" charset="0"/>
            </a:endParaRPr>
          </a:p>
        </p:txBody>
      </p:sp>
      <p:sp>
        <p:nvSpPr>
          <p:cNvPr id="46" name="AutoShape 9">
            <a:extLst>
              <a:ext uri="{FF2B5EF4-FFF2-40B4-BE49-F238E27FC236}">
                <a16:creationId xmlns:a16="http://schemas.microsoft.com/office/drawing/2014/main" id="{14A87EEE-F09B-4FB9-9B7D-327F99AE84B2}"/>
              </a:ext>
            </a:extLst>
          </p:cNvPr>
          <p:cNvSpPr>
            <a:spLocks noChangeArrowheads="1"/>
          </p:cNvSpPr>
          <p:nvPr/>
        </p:nvSpPr>
        <p:spPr bwMode="auto">
          <a:xfrm>
            <a:off x="1270895" y="3638944"/>
            <a:ext cx="9701906" cy="769441"/>
          </a:xfrm>
          <a:prstGeom prst="wedgeRectCallout">
            <a:avLst>
              <a:gd name="adj1" fmla="val -36445"/>
              <a:gd name="adj2" fmla="val -83065"/>
            </a:avLst>
          </a:prstGeom>
          <a:ln>
            <a:headEnd/>
            <a:tailEnd/>
          </a:ln>
        </p:spPr>
        <p:style>
          <a:lnRef idx="1">
            <a:schemeClr val="accent5"/>
          </a:lnRef>
          <a:fillRef idx="2">
            <a:schemeClr val="accent5"/>
          </a:fillRef>
          <a:effectRef idx="1">
            <a:schemeClr val="accent5"/>
          </a:effectRef>
          <a:fontRef idx="minor">
            <a:schemeClr val="dk1"/>
          </a:fontRef>
        </p:style>
        <p:txBody>
          <a:bodyPr wrap="square">
            <a:spAutoFit/>
          </a:bodyPr>
          <a:lstStyle/>
          <a:p>
            <a:pPr algn="ctr" fontAlgn="base">
              <a:spcBef>
                <a:spcPct val="50000"/>
              </a:spcBef>
              <a:spcAft>
                <a:spcPct val="0"/>
              </a:spcAft>
            </a:pPr>
            <a:r>
              <a:rPr lang="es-MX" sz="2200" dirty="0">
                <a:solidFill>
                  <a:prstClr val="black"/>
                </a:solidFill>
                <a:latin typeface="Arial Narrow" pitchFamily="34" charset="0"/>
              </a:rPr>
              <a:t>Al terminar se pregunta por el estado de la bandera, en este caso al estar encendida (true) significa que se encontró la clave. Si se guardaba la posición hubiese quedado </a:t>
            </a:r>
            <a:r>
              <a:rPr lang="es-MX" sz="2200" dirty="0" err="1">
                <a:solidFill>
                  <a:prstClr val="black"/>
                </a:solidFill>
                <a:latin typeface="Arial Narrow" pitchFamily="34" charset="0"/>
              </a:rPr>
              <a:t>pos</a:t>
            </a:r>
            <a:r>
              <a:rPr lang="es-MX" sz="2200" dirty="0">
                <a:solidFill>
                  <a:prstClr val="black"/>
                </a:solidFill>
                <a:latin typeface="Arial Narrow" pitchFamily="34" charset="0"/>
              </a:rPr>
              <a:t> = 6.</a:t>
            </a:r>
            <a:endParaRPr lang="es-ES" sz="2200" dirty="0">
              <a:solidFill>
                <a:prstClr val="black"/>
              </a:solidFill>
              <a:latin typeface="Arial Narrow" pitchFamily="34" charset="0"/>
            </a:endParaRPr>
          </a:p>
        </p:txBody>
      </p:sp>
      <p:sp>
        <p:nvSpPr>
          <p:cNvPr id="47" name="AutoShape 9">
            <a:extLst>
              <a:ext uri="{FF2B5EF4-FFF2-40B4-BE49-F238E27FC236}">
                <a16:creationId xmlns:a16="http://schemas.microsoft.com/office/drawing/2014/main" id="{5B718D3D-3922-4A87-85A5-2ED7D9441377}"/>
              </a:ext>
            </a:extLst>
          </p:cNvPr>
          <p:cNvSpPr>
            <a:spLocks noChangeArrowheads="1"/>
          </p:cNvSpPr>
          <p:nvPr/>
        </p:nvSpPr>
        <p:spPr bwMode="auto">
          <a:xfrm>
            <a:off x="2620694" y="5912007"/>
            <a:ext cx="7455375" cy="707886"/>
          </a:xfrm>
          <a:prstGeom prst="wedgeRectCallout">
            <a:avLst>
              <a:gd name="adj1" fmla="val -24481"/>
              <a:gd name="adj2" fmla="val 988"/>
            </a:avLst>
          </a:prstGeom>
          <a:ln>
            <a:headEnd/>
            <a:tailEnd/>
          </a:ln>
        </p:spPr>
        <p:style>
          <a:lnRef idx="1">
            <a:schemeClr val="accent5"/>
          </a:lnRef>
          <a:fillRef idx="2">
            <a:schemeClr val="accent5"/>
          </a:fillRef>
          <a:effectRef idx="1">
            <a:schemeClr val="accent5"/>
          </a:effectRef>
          <a:fontRef idx="minor">
            <a:schemeClr val="dk1"/>
          </a:fontRef>
        </p:style>
        <p:txBody>
          <a:bodyPr wrap="square">
            <a:spAutoFit/>
          </a:bodyPr>
          <a:lstStyle/>
          <a:p>
            <a:pPr algn="ctr" fontAlgn="base">
              <a:spcBef>
                <a:spcPct val="50000"/>
              </a:spcBef>
              <a:spcAft>
                <a:spcPct val="0"/>
              </a:spcAft>
            </a:pPr>
            <a:r>
              <a:rPr lang="es-MX" sz="2000" dirty="0">
                <a:solidFill>
                  <a:prstClr val="black"/>
                </a:solidFill>
                <a:latin typeface="Arial Narrow" pitchFamily="34" charset="0"/>
              </a:rPr>
              <a:t>Si se hubiese leído clave = 100, la bandera no cambiaría del estado apagado y se mostraría el mensaje que no fue encontrado.</a:t>
            </a:r>
            <a:endParaRPr lang="es-ES" sz="2000" dirty="0">
              <a:solidFill>
                <a:prstClr val="black"/>
              </a:solidFill>
              <a:latin typeface="Arial Narrow" pitchFamily="34" charset="0"/>
            </a:endParaRPr>
          </a:p>
        </p:txBody>
      </p:sp>
    </p:spTree>
    <p:extLst>
      <p:ext uri="{BB962C8B-B14F-4D97-AF65-F5344CB8AC3E}">
        <p14:creationId xmlns:p14="http://schemas.microsoft.com/office/powerpoint/2010/main" val="37572241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42" fill="hold" grpId="0" nodeType="afterEffect">
                                  <p:stCondLst>
                                    <p:cond delay="500"/>
                                  </p:stCondLst>
                                  <p:childTnLst>
                                    <p:set>
                                      <p:cBhvr>
                                        <p:cTn id="6" dur="1" fill="hold">
                                          <p:stCondLst>
                                            <p:cond delay="0"/>
                                          </p:stCondLst>
                                        </p:cTn>
                                        <p:tgtEl>
                                          <p:spTgt spid="30"/>
                                        </p:tgtEl>
                                        <p:attrNameLst>
                                          <p:attrName>style.visibility</p:attrName>
                                        </p:attrNameLst>
                                      </p:cBhvr>
                                      <p:to>
                                        <p:strVal val="visible"/>
                                      </p:to>
                                    </p:set>
                                    <p:animEffect transition="in" filter="barn(outHorizontal)">
                                      <p:cBhvr>
                                        <p:cTn id="7" dur="500"/>
                                        <p:tgtEl>
                                          <p:spTgt spid="30"/>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childTnLst>
                                </p:cTn>
                              </p:par>
                              <p:par>
                                <p:cTn id="12" presetID="1" presetClass="entr" presetSubtype="0" fill="hold" nodeType="withEffect">
                                  <p:stCondLst>
                                    <p:cond delay="0"/>
                                  </p:stCondLst>
                                  <p:childTnLst>
                                    <p:set>
                                      <p:cBhvr>
                                        <p:cTn id="13" dur="1" fill="hold">
                                          <p:stCondLst>
                                            <p:cond delay="0"/>
                                          </p:stCondLst>
                                        </p:cTn>
                                        <p:tgtEl>
                                          <p:spTgt spid="31"/>
                                        </p:tgtEl>
                                        <p:attrNameLst>
                                          <p:attrName>style.visibility</p:attrName>
                                        </p:attrNameLst>
                                      </p:cBhvr>
                                      <p:to>
                                        <p:strVal val="visible"/>
                                      </p:to>
                                    </p:set>
                                  </p:childTnLst>
                                </p:cTn>
                              </p:par>
                            </p:childTnLst>
                          </p:cTn>
                        </p:par>
                        <p:par>
                          <p:cTn id="14" fill="hold">
                            <p:stCondLst>
                              <p:cond delay="0"/>
                            </p:stCondLst>
                            <p:childTnLst>
                              <p:par>
                                <p:cTn id="15" presetID="9" presetClass="entr" presetSubtype="0" fill="hold" grpId="0" nodeType="afterEffect">
                                  <p:stCondLst>
                                    <p:cond delay="0"/>
                                  </p:stCondLst>
                                  <p:childTnLst>
                                    <p:set>
                                      <p:cBhvr>
                                        <p:cTn id="16" dur="1" fill="hold">
                                          <p:stCondLst>
                                            <p:cond delay="0"/>
                                          </p:stCondLst>
                                        </p:cTn>
                                        <p:tgtEl>
                                          <p:spTgt spid="33"/>
                                        </p:tgtEl>
                                        <p:attrNameLst>
                                          <p:attrName>style.visibility</p:attrName>
                                        </p:attrNameLst>
                                      </p:cBhvr>
                                      <p:to>
                                        <p:strVal val="visible"/>
                                      </p:to>
                                    </p:set>
                                    <p:animEffect transition="in" filter="dissolve">
                                      <p:cBhvr>
                                        <p:cTn id="17" dur="500"/>
                                        <p:tgtEl>
                                          <p:spTgt spid="33"/>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xit" presetSubtype="0" fill="hold" grpId="1" nodeType="clickEffect">
                                  <p:stCondLst>
                                    <p:cond delay="0"/>
                                  </p:stCondLst>
                                  <p:childTnLst>
                                    <p:animEffect transition="out" filter="fade">
                                      <p:cBhvr>
                                        <p:cTn id="21" dur="500"/>
                                        <p:tgtEl>
                                          <p:spTgt spid="33"/>
                                        </p:tgtEl>
                                      </p:cBhvr>
                                    </p:animEffect>
                                    <p:set>
                                      <p:cBhvr>
                                        <p:cTn id="22" dur="1" fill="hold">
                                          <p:stCondLst>
                                            <p:cond delay="499"/>
                                          </p:stCondLst>
                                        </p:cTn>
                                        <p:tgtEl>
                                          <p:spTgt spid="33"/>
                                        </p:tgtEl>
                                        <p:attrNameLst>
                                          <p:attrName>style.visibility</p:attrName>
                                        </p:attrNameLst>
                                      </p:cBhvr>
                                      <p:to>
                                        <p:strVal val="hidden"/>
                                      </p:to>
                                    </p:set>
                                  </p:childTnLst>
                                </p:cTn>
                              </p:par>
                            </p:childTnLst>
                          </p:cTn>
                        </p:par>
                        <p:par>
                          <p:cTn id="23" fill="hold">
                            <p:stCondLst>
                              <p:cond delay="500"/>
                            </p:stCondLst>
                            <p:childTnLst>
                              <p:par>
                                <p:cTn id="24" presetID="9" presetClass="entr" presetSubtype="0" fill="hold" grpId="0" nodeType="afterEffect">
                                  <p:stCondLst>
                                    <p:cond delay="0"/>
                                  </p:stCondLst>
                                  <p:childTnLst>
                                    <p:set>
                                      <p:cBhvr>
                                        <p:cTn id="25" dur="1" fill="hold">
                                          <p:stCondLst>
                                            <p:cond delay="0"/>
                                          </p:stCondLst>
                                        </p:cTn>
                                        <p:tgtEl>
                                          <p:spTgt spid="35"/>
                                        </p:tgtEl>
                                        <p:attrNameLst>
                                          <p:attrName>style.visibility</p:attrName>
                                        </p:attrNameLst>
                                      </p:cBhvr>
                                      <p:to>
                                        <p:strVal val="visible"/>
                                      </p:to>
                                    </p:set>
                                    <p:animEffect transition="in" filter="dissolve">
                                      <p:cBhvr>
                                        <p:cTn id="26" dur="500"/>
                                        <p:tgtEl>
                                          <p:spTgt spid="35"/>
                                        </p:tgtEl>
                                      </p:cBhvr>
                                    </p:animEffect>
                                  </p:childTnLst>
                                </p:cTn>
                              </p:par>
                            </p:childTnLst>
                          </p:cTn>
                        </p:par>
                        <p:par>
                          <p:cTn id="27" fill="hold">
                            <p:stCondLst>
                              <p:cond delay="1000"/>
                            </p:stCondLst>
                            <p:childTnLst>
                              <p:par>
                                <p:cTn id="28" presetID="22" presetClass="entr" presetSubtype="1" fill="hold" nodeType="afterEffect">
                                  <p:stCondLst>
                                    <p:cond delay="0"/>
                                  </p:stCondLst>
                                  <p:childTnLst>
                                    <p:set>
                                      <p:cBhvr>
                                        <p:cTn id="29" dur="1" fill="hold">
                                          <p:stCondLst>
                                            <p:cond delay="0"/>
                                          </p:stCondLst>
                                        </p:cTn>
                                        <p:tgtEl>
                                          <p:spTgt spid="5"/>
                                        </p:tgtEl>
                                        <p:attrNameLst>
                                          <p:attrName>style.visibility</p:attrName>
                                        </p:attrNameLst>
                                      </p:cBhvr>
                                      <p:to>
                                        <p:strVal val="visible"/>
                                      </p:to>
                                    </p:set>
                                    <p:animEffect transition="in" filter="wipe(up)">
                                      <p:cBhvr>
                                        <p:cTn id="30" dur="500"/>
                                        <p:tgtEl>
                                          <p:spTgt spid="5"/>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xit" presetSubtype="0" fill="hold" grpId="1" nodeType="clickEffect">
                                  <p:stCondLst>
                                    <p:cond delay="0"/>
                                  </p:stCondLst>
                                  <p:childTnLst>
                                    <p:animEffect transition="out" filter="fade">
                                      <p:cBhvr>
                                        <p:cTn id="34" dur="500"/>
                                        <p:tgtEl>
                                          <p:spTgt spid="35"/>
                                        </p:tgtEl>
                                      </p:cBhvr>
                                    </p:animEffect>
                                    <p:set>
                                      <p:cBhvr>
                                        <p:cTn id="35" dur="1" fill="hold">
                                          <p:stCondLst>
                                            <p:cond delay="499"/>
                                          </p:stCondLst>
                                        </p:cTn>
                                        <p:tgtEl>
                                          <p:spTgt spid="35"/>
                                        </p:tgtEl>
                                        <p:attrNameLst>
                                          <p:attrName>style.visibility</p:attrName>
                                        </p:attrNameLst>
                                      </p:cBhvr>
                                      <p:to>
                                        <p:strVal val="hidden"/>
                                      </p:to>
                                    </p:set>
                                  </p:childTnLst>
                                </p:cTn>
                              </p:par>
                            </p:childTnLst>
                          </p:cTn>
                        </p:par>
                        <p:par>
                          <p:cTn id="36" fill="hold">
                            <p:stCondLst>
                              <p:cond delay="500"/>
                            </p:stCondLst>
                            <p:childTnLst>
                              <p:par>
                                <p:cTn id="37" presetID="9" presetClass="entr" presetSubtype="0" fill="hold" grpId="0" nodeType="afterEffect">
                                  <p:stCondLst>
                                    <p:cond delay="0"/>
                                  </p:stCondLst>
                                  <p:childTnLst>
                                    <p:set>
                                      <p:cBhvr>
                                        <p:cTn id="38" dur="1" fill="hold">
                                          <p:stCondLst>
                                            <p:cond delay="0"/>
                                          </p:stCondLst>
                                        </p:cTn>
                                        <p:tgtEl>
                                          <p:spTgt spid="34"/>
                                        </p:tgtEl>
                                        <p:attrNameLst>
                                          <p:attrName>style.visibility</p:attrName>
                                        </p:attrNameLst>
                                      </p:cBhvr>
                                      <p:to>
                                        <p:strVal val="visible"/>
                                      </p:to>
                                    </p:set>
                                    <p:animEffect transition="in" filter="dissolve">
                                      <p:cBhvr>
                                        <p:cTn id="39" dur="500"/>
                                        <p:tgtEl>
                                          <p:spTgt spid="34"/>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xit" presetSubtype="0" fill="hold" grpId="1" nodeType="clickEffect">
                                  <p:stCondLst>
                                    <p:cond delay="0"/>
                                  </p:stCondLst>
                                  <p:childTnLst>
                                    <p:animEffect transition="out" filter="fade">
                                      <p:cBhvr>
                                        <p:cTn id="43" dur="500"/>
                                        <p:tgtEl>
                                          <p:spTgt spid="34"/>
                                        </p:tgtEl>
                                      </p:cBhvr>
                                    </p:animEffect>
                                    <p:set>
                                      <p:cBhvr>
                                        <p:cTn id="44" dur="1" fill="hold">
                                          <p:stCondLst>
                                            <p:cond delay="499"/>
                                          </p:stCondLst>
                                        </p:cTn>
                                        <p:tgtEl>
                                          <p:spTgt spid="34"/>
                                        </p:tgtEl>
                                        <p:attrNameLst>
                                          <p:attrName>style.visibility</p:attrName>
                                        </p:attrNameLst>
                                      </p:cBhvr>
                                      <p:to>
                                        <p:strVal val="hidden"/>
                                      </p:to>
                                    </p:set>
                                  </p:childTnLst>
                                </p:cTn>
                              </p:par>
                            </p:childTnLst>
                          </p:cTn>
                        </p:par>
                        <p:par>
                          <p:cTn id="45" fill="hold">
                            <p:stCondLst>
                              <p:cond delay="500"/>
                            </p:stCondLst>
                            <p:childTnLst>
                              <p:par>
                                <p:cTn id="46" presetID="9" presetClass="entr" presetSubtype="0" fill="hold" grpId="0" nodeType="afterEffect">
                                  <p:stCondLst>
                                    <p:cond delay="0"/>
                                  </p:stCondLst>
                                  <p:childTnLst>
                                    <p:set>
                                      <p:cBhvr>
                                        <p:cTn id="47" dur="1" fill="hold">
                                          <p:stCondLst>
                                            <p:cond delay="0"/>
                                          </p:stCondLst>
                                        </p:cTn>
                                        <p:tgtEl>
                                          <p:spTgt spid="36"/>
                                        </p:tgtEl>
                                        <p:attrNameLst>
                                          <p:attrName>style.visibility</p:attrName>
                                        </p:attrNameLst>
                                      </p:cBhvr>
                                      <p:to>
                                        <p:strVal val="visible"/>
                                      </p:to>
                                    </p:set>
                                    <p:animEffect transition="in" filter="dissolve">
                                      <p:cBhvr>
                                        <p:cTn id="48" dur="500"/>
                                        <p:tgtEl>
                                          <p:spTgt spid="36"/>
                                        </p:tgtEl>
                                      </p:cBhvr>
                                    </p:animEffect>
                                  </p:childTnLst>
                                </p:cTn>
                              </p:par>
                            </p:childTnLst>
                          </p:cTn>
                        </p:par>
                      </p:childTnLst>
                    </p:cTn>
                  </p:par>
                  <p:par>
                    <p:cTn id="49" fill="hold">
                      <p:stCondLst>
                        <p:cond delay="indefinite"/>
                      </p:stCondLst>
                      <p:childTnLst>
                        <p:par>
                          <p:cTn id="50" fill="hold">
                            <p:stCondLst>
                              <p:cond delay="0"/>
                            </p:stCondLst>
                            <p:childTnLst>
                              <p:par>
                                <p:cTn id="51" presetID="10" presetClass="exit" presetSubtype="0" fill="hold" grpId="1" nodeType="clickEffect">
                                  <p:stCondLst>
                                    <p:cond delay="0"/>
                                  </p:stCondLst>
                                  <p:childTnLst>
                                    <p:animEffect transition="out" filter="fade">
                                      <p:cBhvr>
                                        <p:cTn id="52" dur="500"/>
                                        <p:tgtEl>
                                          <p:spTgt spid="36"/>
                                        </p:tgtEl>
                                      </p:cBhvr>
                                    </p:animEffect>
                                    <p:set>
                                      <p:cBhvr>
                                        <p:cTn id="53" dur="1" fill="hold">
                                          <p:stCondLst>
                                            <p:cond delay="499"/>
                                          </p:stCondLst>
                                        </p:cTn>
                                        <p:tgtEl>
                                          <p:spTgt spid="36"/>
                                        </p:tgtEl>
                                        <p:attrNameLst>
                                          <p:attrName>style.visibility</p:attrName>
                                        </p:attrNameLst>
                                      </p:cBhvr>
                                      <p:to>
                                        <p:strVal val="hidden"/>
                                      </p:to>
                                    </p:set>
                                  </p:childTnLst>
                                </p:cTn>
                              </p:par>
                            </p:childTnLst>
                          </p:cTn>
                        </p:par>
                        <p:par>
                          <p:cTn id="54" fill="hold">
                            <p:stCondLst>
                              <p:cond delay="500"/>
                            </p:stCondLst>
                            <p:childTnLst>
                              <p:par>
                                <p:cTn id="55" presetID="9" presetClass="entr" presetSubtype="0" fill="hold" grpId="0" nodeType="afterEffect">
                                  <p:stCondLst>
                                    <p:cond delay="0"/>
                                  </p:stCondLst>
                                  <p:childTnLst>
                                    <p:set>
                                      <p:cBhvr>
                                        <p:cTn id="56" dur="1" fill="hold">
                                          <p:stCondLst>
                                            <p:cond delay="0"/>
                                          </p:stCondLst>
                                        </p:cTn>
                                        <p:tgtEl>
                                          <p:spTgt spid="37"/>
                                        </p:tgtEl>
                                        <p:attrNameLst>
                                          <p:attrName>style.visibility</p:attrName>
                                        </p:attrNameLst>
                                      </p:cBhvr>
                                      <p:to>
                                        <p:strVal val="visible"/>
                                      </p:to>
                                    </p:set>
                                    <p:animEffect transition="in" filter="dissolve">
                                      <p:cBhvr>
                                        <p:cTn id="57" dur="500"/>
                                        <p:tgtEl>
                                          <p:spTgt spid="37"/>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xit" presetSubtype="0" fill="hold" grpId="1" nodeType="clickEffect">
                                  <p:stCondLst>
                                    <p:cond delay="0"/>
                                  </p:stCondLst>
                                  <p:childTnLst>
                                    <p:animEffect transition="out" filter="fade">
                                      <p:cBhvr>
                                        <p:cTn id="61" dur="500"/>
                                        <p:tgtEl>
                                          <p:spTgt spid="37"/>
                                        </p:tgtEl>
                                      </p:cBhvr>
                                    </p:animEffect>
                                    <p:set>
                                      <p:cBhvr>
                                        <p:cTn id="62" dur="1" fill="hold">
                                          <p:stCondLst>
                                            <p:cond delay="499"/>
                                          </p:stCondLst>
                                        </p:cTn>
                                        <p:tgtEl>
                                          <p:spTgt spid="37"/>
                                        </p:tgtEl>
                                        <p:attrNameLst>
                                          <p:attrName>style.visibility</p:attrName>
                                        </p:attrNameLst>
                                      </p:cBhvr>
                                      <p:to>
                                        <p:strVal val="hidden"/>
                                      </p:to>
                                    </p:set>
                                  </p:childTnLst>
                                </p:cTn>
                              </p:par>
                            </p:childTnLst>
                          </p:cTn>
                        </p:par>
                        <p:par>
                          <p:cTn id="63" fill="hold">
                            <p:stCondLst>
                              <p:cond delay="500"/>
                            </p:stCondLst>
                            <p:childTnLst>
                              <p:par>
                                <p:cTn id="64" presetID="9" presetClass="entr" presetSubtype="0" fill="hold" grpId="0" nodeType="afterEffect">
                                  <p:stCondLst>
                                    <p:cond delay="0"/>
                                  </p:stCondLst>
                                  <p:childTnLst>
                                    <p:set>
                                      <p:cBhvr>
                                        <p:cTn id="65" dur="1" fill="hold">
                                          <p:stCondLst>
                                            <p:cond delay="0"/>
                                          </p:stCondLst>
                                        </p:cTn>
                                        <p:tgtEl>
                                          <p:spTgt spid="38"/>
                                        </p:tgtEl>
                                        <p:attrNameLst>
                                          <p:attrName>style.visibility</p:attrName>
                                        </p:attrNameLst>
                                      </p:cBhvr>
                                      <p:to>
                                        <p:strVal val="visible"/>
                                      </p:to>
                                    </p:set>
                                    <p:animEffect transition="in" filter="dissolve">
                                      <p:cBhvr>
                                        <p:cTn id="66" dur="500"/>
                                        <p:tgtEl>
                                          <p:spTgt spid="38"/>
                                        </p:tgtEl>
                                      </p:cBhvr>
                                    </p:animEffect>
                                  </p:childTnLst>
                                </p:cTn>
                              </p:par>
                            </p:childTnLst>
                          </p:cTn>
                        </p:par>
                      </p:childTnLst>
                    </p:cTn>
                  </p:par>
                  <p:par>
                    <p:cTn id="67" fill="hold">
                      <p:stCondLst>
                        <p:cond delay="indefinite"/>
                      </p:stCondLst>
                      <p:childTnLst>
                        <p:par>
                          <p:cTn id="68" fill="hold">
                            <p:stCondLst>
                              <p:cond delay="0"/>
                            </p:stCondLst>
                            <p:childTnLst>
                              <p:par>
                                <p:cTn id="69" presetID="10" presetClass="exit" presetSubtype="0" fill="hold" grpId="1" nodeType="clickEffect">
                                  <p:stCondLst>
                                    <p:cond delay="0"/>
                                  </p:stCondLst>
                                  <p:childTnLst>
                                    <p:animEffect transition="out" filter="fade">
                                      <p:cBhvr>
                                        <p:cTn id="70" dur="500"/>
                                        <p:tgtEl>
                                          <p:spTgt spid="38"/>
                                        </p:tgtEl>
                                      </p:cBhvr>
                                    </p:animEffect>
                                    <p:set>
                                      <p:cBhvr>
                                        <p:cTn id="71" dur="1" fill="hold">
                                          <p:stCondLst>
                                            <p:cond delay="499"/>
                                          </p:stCondLst>
                                        </p:cTn>
                                        <p:tgtEl>
                                          <p:spTgt spid="38"/>
                                        </p:tgtEl>
                                        <p:attrNameLst>
                                          <p:attrName>style.visibility</p:attrName>
                                        </p:attrNameLst>
                                      </p:cBhvr>
                                      <p:to>
                                        <p:strVal val="hidden"/>
                                      </p:to>
                                    </p:set>
                                  </p:childTnLst>
                                </p:cTn>
                              </p:par>
                            </p:childTnLst>
                          </p:cTn>
                        </p:par>
                        <p:par>
                          <p:cTn id="72" fill="hold">
                            <p:stCondLst>
                              <p:cond delay="500"/>
                            </p:stCondLst>
                            <p:childTnLst>
                              <p:par>
                                <p:cTn id="73" presetID="9" presetClass="entr" presetSubtype="0" fill="hold" grpId="0" nodeType="afterEffect">
                                  <p:stCondLst>
                                    <p:cond delay="0"/>
                                  </p:stCondLst>
                                  <p:childTnLst>
                                    <p:set>
                                      <p:cBhvr>
                                        <p:cTn id="74" dur="1" fill="hold">
                                          <p:stCondLst>
                                            <p:cond delay="0"/>
                                          </p:stCondLst>
                                        </p:cTn>
                                        <p:tgtEl>
                                          <p:spTgt spid="39"/>
                                        </p:tgtEl>
                                        <p:attrNameLst>
                                          <p:attrName>style.visibility</p:attrName>
                                        </p:attrNameLst>
                                      </p:cBhvr>
                                      <p:to>
                                        <p:strVal val="visible"/>
                                      </p:to>
                                    </p:set>
                                    <p:animEffect transition="in" filter="dissolve">
                                      <p:cBhvr>
                                        <p:cTn id="75" dur="500"/>
                                        <p:tgtEl>
                                          <p:spTgt spid="39"/>
                                        </p:tgtEl>
                                      </p:cBhvr>
                                    </p:animEffect>
                                  </p:childTnLst>
                                </p:cTn>
                              </p:par>
                            </p:childTnLst>
                          </p:cTn>
                        </p:par>
                      </p:childTnLst>
                    </p:cTn>
                  </p:par>
                  <p:par>
                    <p:cTn id="76" fill="hold">
                      <p:stCondLst>
                        <p:cond delay="indefinite"/>
                      </p:stCondLst>
                      <p:childTnLst>
                        <p:par>
                          <p:cTn id="77" fill="hold">
                            <p:stCondLst>
                              <p:cond delay="0"/>
                            </p:stCondLst>
                            <p:childTnLst>
                              <p:par>
                                <p:cTn id="78" presetID="10" presetClass="exit" presetSubtype="0" fill="hold" grpId="1" nodeType="clickEffect">
                                  <p:stCondLst>
                                    <p:cond delay="0"/>
                                  </p:stCondLst>
                                  <p:childTnLst>
                                    <p:animEffect transition="out" filter="fade">
                                      <p:cBhvr>
                                        <p:cTn id="79" dur="500"/>
                                        <p:tgtEl>
                                          <p:spTgt spid="39"/>
                                        </p:tgtEl>
                                      </p:cBhvr>
                                    </p:animEffect>
                                    <p:set>
                                      <p:cBhvr>
                                        <p:cTn id="80" dur="1" fill="hold">
                                          <p:stCondLst>
                                            <p:cond delay="499"/>
                                          </p:stCondLst>
                                        </p:cTn>
                                        <p:tgtEl>
                                          <p:spTgt spid="39"/>
                                        </p:tgtEl>
                                        <p:attrNameLst>
                                          <p:attrName>style.visibility</p:attrName>
                                        </p:attrNameLst>
                                      </p:cBhvr>
                                      <p:to>
                                        <p:strVal val="hidden"/>
                                      </p:to>
                                    </p:set>
                                  </p:childTnLst>
                                </p:cTn>
                              </p:par>
                            </p:childTnLst>
                          </p:cTn>
                        </p:par>
                        <p:par>
                          <p:cTn id="81" fill="hold">
                            <p:stCondLst>
                              <p:cond delay="500"/>
                            </p:stCondLst>
                            <p:childTnLst>
                              <p:par>
                                <p:cTn id="82" presetID="9" presetClass="entr" presetSubtype="0" fill="hold" grpId="0" nodeType="afterEffect">
                                  <p:stCondLst>
                                    <p:cond delay="0"/>
                                  </p:stCondLst>
                                  <p:childTnLst>
                                    <p:set>
                                      <p:cBhvr>
                                        <p:cTn id="83" dur="1" fill="hold">
                                          <p:stCondLst>
                                            <p:cond delay="0"/>
                                          </p:stCondLst>
                                        </p:cTn>
                                        <p:tgtEl>
                                          <p:spTgt spid="40"/>
                                        </p:tgtEl>
                                        <p:attrNameLst>
                                          <p:attrName>style.visibility</p:attrName>
                                        </p:attrNameLst>
                                      </p:cBhvr>
                                      <p:to>
                                        <p:strVal val="visible"/>
                                      </p:to>
                                    </p:set>
                                    <p:animEffect transition="in" filter="dissolve">
                                      <p:cBhvr>
                                        <p:cTn id="84" dur="500"/>
                                        <p:tgtEl>
                                          <p:spTgt spid="40"/>
                                        </p:tgtEl>
                                      </p:cBhvr>
                                    </p:animEffect>
                                  </p:childTnLst>
                                </p:cTn>
                              </p:par>
                            </p:childTnLst>
                          </p:cTn>
                        </p:par>
                      </p:childTnLst>
                    </p:cTn>
                  </p:par>
                  <p:par>
                    <p:cTn id="85" fill="hold">
                      <p:stCondLst>
                        <p:cond delay="indefinite"/>
                      </p:stCondLst>
                      <p:childTnLst>
                        <p:par>
                          <p:cTn id="86" fill="hold">
                            <p:stCondLst>
                              <p:cond delay="0"/>
                            </p:stCondLst>
                            <p:childTnLst>
                              <p:par>
                                <p:cTn id="87" presetID="10" presetClass="exit" presetSubtype="0" fill="hold" grpId="1" nodeType="clickEffect">
                                  <p:stCondLst>
                                    <p:cond delay="0"/>
                                  </p:stCondLst>
                                  <p:childTnLst>
                                    <p:animEffect transition="out" filter="fade">
                                      <p:cBhvr>
                                        <p:cTn id="88" dur="500"/>
                                        <p:tgtEl>
                                          <p:spTgt spid="40"/>
                                        </p:tgtEl>
                                      </p:cBhvr>
                                    </p:animEffect>
                                    <p:set>
                                      <p:cBhvr>
                                        <p:cTn id="89" dur="1" fill="hold">
                                          <p:stCondLst>
                                            <p:cond delay="499"/>
                                          </p:stCondLst>
                                        </p:cTn>
                                        <p:tgtEl>
                                          <p:spTgt spid="40"/>
                                        </p:tgtEl>
                                        <p:attrNameLst>
                                          <p:attrName>style.visibility</p:attrName>
                                        </p:attrNameLst>
                                      </p:cBhvr>
                                      <p:to>
                                        <p:strVal val="hidden"/>
                                      </p:to>
                                    </p:set>
                                  </p:childTnLst>
                                </p:cTn>
                              </p:par>
                            </p:childTnLst>
                          </p:cTn>
                        </p:par>
                        <p:par>
                          <p:cTn id="90" fill="hold">
                            <p:stCondLst>
                              <p:cond delay="500"/>
                            </p:stCondLst>
                            <p:childTnLst>
                              <p:par>
                                <p:cTn id="91" presetID="9" presetClass="entr" presetSubtype="0" fill="hold" grpId="0" nodeType="afterEffect">
                                  <p:stCondLst>
                                    <p:cond delay="0"/>
                                  </p:stCondLst>
                                  <p:childTnLst>
                                    <p:set>
                                      <p:cBhvr>
                                        <p:cTn id="92" dur="1" fill="hold">
                                          <p:stCondLst>
                                            <p:cond delay="0"/>
                                          </p:stCondLst>
                                        </p:cTn>
                                        <p:tgtEl>
                                          <p:spTgt spid="41"/>
                                        </p:tgtEl>
                                        <p:attrNameLst>
                                          <p:attrName>style.visibility</p:attrName>
                                        </p:attrNameLst>
                                      </p:cBhvr>
                                      <p:to>
                                        <p:strVal val="visible"/>
                                      </p:to>
                                    </p:set>
                                    <p:animEffect transition="in" filter="dissolve">
                                      <p:cBhvr>
                                        <p:cTn id="93" dur="500"/>
                                        <p:tgtEl>
                                          <p:spTgt spid="41"/>
                                        </p:tgtEl>
                                      </p:cBhvr>
                                    </p:animEffect>
                                  </p:childTnLst>
                                </p:cTn>
                              </p:par>
                            </p:childTnLst>
                          </p:cTn>
                        </p:par>
                        <p:par>
                          <p:cTn id="94" fill="hold">
                            <p:stCondLst>
                              <p:cond delay="1000"/>
                            </p:stCondLst>
                            <p:childTnLst>
                              <p:par>
                                <p:cTn id="95" presetID="31" presetClass="entr" presetSubtype="0" fill="hold" nodeType="afterEffect">
                                  <p:stCondLst>
                                    <p:cond delay="0"/>
                                  </p:stCondLst>
                                  <p:childTnLst>
                                    <p:set>
                                      <p:cBhvr>
                                        <p:cTn id="96" dur="1" fill="hold">
                                          <p:stCondLst>
                                            <p:cond delay="0"/>
                                          </p:stCondLst>
                                        </p:cTn>
                                        <p:tgtEl>
                                          <p:spTgt spid="32"/>
                                        </p:tgtEl>
                                        <p:attrNameLst>
                                          <p:attrName>style.visibility</p:attrName>
                                        </p:attrNameLst>
                                      </p:cBhvr>
                                      <p:to>
                                        <p:strVal val="visible"/>
                                      </p:to>
                                    </p:set>
                                    <p:anim calcmode="lin" valueType="num">
                                      <p:cBhvr>
                                        <p:cTn id="97" dur="1000" fill="hold"/>
                                        <p:tgtEl>
                                          <p:spTgt spid="32"/>
                                        </p:tgtEl>
                                        <p:attrNameLst>
                                          <p:attrName>ppt_w</p:attrName>
                                        </p:attrNameLst>
                                      </p:cBhvr>
                                      <p:tavLst>
                                        <p:tav tm="0">
                                          <p:val>
                                            <p:fltVal val="0"/>
                                          </p:val>
                                        </p:tav>
                                        <p:tav tm="100000">
                                          <p:val>
                                            <p:strVal val="#ppt_w"/>
                                          </p:val>
                                        </p:tav>
                                      </p:tavLst>
                                    </p:anim>
                                    <p:anim calcmode="lin" valueType="num">
                                      <p:cBhvr>
                                        <p:cTn id="98" dur="1000" fill="hold"/>
                                        <p:tgtEl>
                                          <p:spTgt spid="32"/>
                                        </p:tgtEl>
                                        <p:attrNameLst>
                                          <p:attrName>ppt_h</p:attrName>
                                        </p:attrNameLst>
                                      </p:cBhvr>
                                      <p:tavLst>
                                        <p:tav tm="0">
                                          <p:val>
                                            <p:fltVal val="0"/>
                                          </p:val>
                                        </p:tav>
                                        <p:tav tm="100000">
                                          <p:val>
                                            <p:strVal val="#ppt_h"/>
                                          </p:val>
                                        </p:tav>
                                      </p:tavLst>
                                    </p:anim>
                                    <p:anim calcmode="lin" valueType="num">
                                      <p:cBhvr>
                                        <p:cTn id="99" dur="1000" fill="hold"/>
                                        <p:tgtEl>
                                          <p:spTgt spid="32"/>
                                        </p:tgtEl>
                                        <p:attrNameLst>
                                          <p:attrName>style.rotation</p:attrName>
                                        </p:attrNameLst>
                                      </p:cBhvr>
                                      <p:tavLst>
                                        <p:tav tm="0">
                                          <p:val>
                                            <p:fltVal val="90"/>
                                          </p:val>
                                        </p:tav>
                                        <p:tav tm="100000">
                                          <p:val>
                                            <p:fltVal val="0"/>
                                          </p:val>
                                        </p:tav>
                                      </p:tavLst>
                                    </p:anim>
                                    <p:animEffect transition="in" filter="fade">
                                      <p:cBhvr>
                                        <p:cTn id="100" dur="1000"/>
                                        <p:tgtEl>
                                          <p:spTgt spid="32"/>
                                        </p:tgtEl>
                                      </p:cBhvr>
                                    </p:animEffect>
                                  </p:childTnLst>
                                </p:cTn>
                              </p:par>
                              <p:par>
                                <p:cTn id="101" presetID="26" presetClass="entr" presetSubtype="0" fill="hold" grpId="0" nodeType="withEffect">
                                  <p:stCondLst>
                                    <p:cond delay="0"/>
                                  </p:stCondLst>
                                  <p:childTnLst>
                                    <p:set>
                                      <p:cBhvr>
                                        <p:cTn id="102" dur="1" fill="hold">
                                          <p:stCondLst>
                                            <p:cond delay="0"/>
                                          </p:stCondLst>
                                        </p:cTn>
                                        <p:tgtEl>
                                          <p:spTgt spid="48"/>
                                        </p:tgtEl>
                                        <p:attrNameLst>
                                          <p:attrName>style.visibility</p:attrName>
                                        </p:attrNameLst>
                                      </p:cBhvr>
                                      <p:to>
                                        <p:strVal val="visible"/>
                                      </p:to>
                                    </p:set>
                                    <p:animEffect transition="in" filter="wipe(down)">
                                      <p:cBhvr>
                                        <p:cTn id="103" dur="580">
                                          <p:stCondLst>
                                            <p:cond delay="0"/>
                                          </p:stCondLst>
                                        </p:cTn>
                                        <p:tgtEl>
                                          <p:spTgt spid="48"/>
                                        </p:tgtEl>
                                      </p:cBhvr>
                                    </p:animEffect>
                                    <p:anim calcmode="lin" valueType="num">
                                      <p:cBhvr>
                                        <p:cTn id="104" dur="1822" tmFilter="0,0; 0.14,0.36; 0.43,0.73; 0.71,0.91; 1.0,1.0">
                                          <p:stCondLst>
                                            <p:cond delay="0"/>
                                          </p:stCondLst>
                                        </p:cTn>
                                        <p:tgtEl>
                                          <p:spTgt spid="48"/>
                                        </p:tgtEl>
                                        <p:attrNameLst>
                                          <p:attrName>ppt_x</p:attrName>
                                        </p:attrNameLst>
                                      </p:cBhvr>
                                      <p:tavLst>
                                        <p:tav tm="0">
                                          <p:val>
                                            <p:strVal val="#ppt_x-0.25"/>
                                          </p:val>
                                        </p:tav>
                                        <p:tav tm="100000">
                                          <p:val>
                                            <p:strVal val="#ppt_x"/>
                                          </p:val>
                                        </p:tav>
                                      </p:tavLst>
                                    </p:anim>
                                    <p:anim calcmode="lin" valueType="num">
                                      <p:cBhvr>
                                        <p:cTn id="105" dur="664" tmFilter="0.0,0.0; 0.25,0.07; 0.50,0.2; 0.75,0.467; 1.0,1.0">
                                          <p:stCondLst>
                                            <p:cond delay="0"/>
                                          </p:stCondLst>
                                        </p:cTn>
                                        <p:tgtEl>
                                          <p:spTgt spid="48"/>
                                        </p:tgtEl>
                                        <p:attrNameLst>
                                          <p:attrName>ppt_y</p:attrName>
                                        </p:attrNameLst>
                                      </p:cBhvr>
                                      <p:tavLst>
                                        <p:tav tm="0" fmla="#ppt_y-sin(pi*$)/3">
                                          <p:val>
                                            <p:fltVal val="0.5"/>
                                          </p:val>
                                        </p:tav>
                                        <p:tav tm="100000">
                                          <p:val>
                                            <p:fltVal val="1"/>
                                          </p:val>
                                        </p:tav>
                                      </p:tavLst>
                                    </p:anim>
                                    <p:anim calcmode="lin" valueType="num">
                                      <p:cBhvr>
                                        <p:cTn id="106" dur="664" tmFilter="0, 0; 0.125,0.2665; 0.25,0.4; 0.375,0.465; 0.5,0.5;  0.625,0.535; 0.75,0.6; 0.875,0.7335; 1,1">
                                          <p:stCondLst>
                                            <p:cond delay="664"/>
                                          </p:stCondLst>
                                        </p:cTn>
                                        <p:tgtEl>
                                          <p:spTgt spid="48"/>
                                        </p:tgtEl>
                                        <p:attrNameLst>
                                          <p:attrName>ppt_y</p:attrName>
                                        </p:attrNameLst>
                                      </p:cBhvr>
                                      <p:tavLst>
                                        <p:tav tm="0" fmla="#ppt_y-sin(pi*$)/9">
                                          <p:val>
                                            <p:fltVal val="0"/>
                                          </p:val>
                                        </p:tav>
                                        <p:tav tm="100000">
                                          <p:val>
                                            <p:fltVal val="1"/>
                                          </p:val>
                                        </p:tav>
                                      </p:tavLst>
                                    </p:anim>
                                    <p:anim calcmode="lin" valueType="num">
                                      <p:cBhvr>
                                        <p:cTn id="107" dur="332" tmFilter="0, 0; 0.125,0.2665; 0.25,0.4; 0.375,0.465; 0.5,0.5;  0.625,0.535; 0.75,0.6; 0.875,0.7335; 1,1">
                                          <p:stCondLst>
                                            <p:cond delay="1324"/>
                                          </p:stCondLst>
                                        </p:cTn>
                                        <p:tgtEl>
                                          <p:spTgt spid="48"/>
                                        </p:tgtEl>
                                        <p:attrNameLst>
                                          <p:attrName>ppt_y</p:attrName>
                                        </p:attrNameLst>
                                      </p:cBhvr>
                                      <p:tavLst>
                                        <p:tav tm="0" fmla="#ppt_y-sin(pi*$)/27">
                                          <p:val>
                                            <p:fltVal val="0"/>
                                          </p:val>
                                        </p:tav>
                                        <p:tav tm="100000">
                                          <p:val>
                                            <p:fltVal val="1"/>
                                          </p:val>
                                        </p:tav>
                                      </p:tavLst>
                                    </p:anim>
                                    <p:anim calcmode="lin" valueType="num">
                                      <p:cBhvr>
                                        <p:cTn id="108" dur="164" tmFilter="0, 0; 0.125,0.2665; 0.25,0.4; 0.375,0.465; 0.5,0.5;  0.625,0.535; 0.75,0.6; 0.875,0.7335; 1,1">
                                          <p:stCondLst>
                                            <p:cond delay="1656"/>
                                          </p:stCondLst>
                                        </p:cTn>
                                        <p:tgtEl>
                                          <p:spTgt spid="48"/>
                                        </p:tgtEl>
                                        <p:attrNameLst>
                                          <p:attrName>ppt_y</p:attrName>
                                        </p:attrNameLst>
                                      </p:cBhvr>
                                      <p:tavLst>
                                        <p:tav tm="0" fmla="#ppt_y-sin(pi*$)/81">
                                          <p:val>
                                            <p:fltVal val="0"/>
                                          </p:val>
                                        </p:tav>
                                        <p:tav tm="100000">
                                          <p:val>
                                            <p:fltVal val="1"/>
                                          </p:val>
                                        </p:tav>
                                      </p:tavLst>
                                    </p:anim>
                                    <p:animScale>
                                      <p:cBhvr>
                                        <p:cTn id="109" dur="26">
                                          <p:stCondLst>
                                            <p:cond delay="650"/>
                                          </p:stCondLst>
                                        </p:cTn>
                                        <p:tgtEl>
                                          <p:spTgt spid="48"/>
                                        </p:tgtEl>
                                      </p:cBhvr>
                                      <p:to x="100000" y="60000"/>
                                    </p:animScale>
                                    <p:animScale>
                                      <p:cBhvr>
                                        <p:cTn id="110" dur="166" decel="50000">
                                          <p:stCondLst>
                                            <p:cond delay="676"/>
                                          </p:stCondLst>
                                        </p:cTn>
                                        <p:tgtEl>
                                          <p:spTgt spid="48"/>
                                        </p:tgtEl>
                                      </p:cBhvr>
                                      <p:to x="100000" y="100000"/>
                                    </p:animScale>
                                    <p:animScale>
                                      <p:cBhvr>
                                        <p:cTn id="111" dur="26">
                                          <p:stCondLst>
                                            <p:cond delay="1312"/>
                                          </p:stCondLst>
                                        </p:cTn>
                                        <p:tgtEl>
                                          <p:spTgt spid="48"/>
                                        </p:tgtEl>
                                      </p:cBhvr>
                                      <p:to x="100000" y="80000"/>
                                    </p:animScale>
                                    <p:animScale>
                                      <p:cBhvr>
                                        <p:cTn id="112" dur="166" decel="50000">
                                          <p:stCondLst>
                                            <p:cond delay="1338"/>
                                          </p:stCondLst>
                                        </p:cTn>
                                        <p:tgtEl>
                                          <p:spTgt spid="48"/>
                                        </p:tgtEl>
                                      </p:cBhvr>
                                      <p:to x="100000" y="100000"/>
                                    </p:animScale>
                                    <p:animScale>
                                      <p:cBhvr>
                                        <p:cTn id="113" dur="26">
                                          <p:stCondLst>
                                            <p:cond delay="1642"/>
                                          </p:stCondLst>
                                        </p:cTn>
                                        <p:tgtEl>
                                          <p:spTgt spid="48"/>
                                        </p:tgtEl>
                                      </p:cBhvr>
                                      <p:to x="100000" y="90000"/>
                                    </p:animScale>
                                    <p:animScale>
                                      <p:cBhvr>
                                        <p:cTn id="114" dur="166" decel="50000">
                                          <p:stCondLst>
                                            <p:cond delay="1668"/>
                                          </p:stCondLst>
                                        </p:cTn>
                                        <p:tgtEl>
                                          <p:spTgt spid="48"/>
                                        </p:tgtEl>
                                      </p:cBhvr>
                                      <p:to x="100000" y="100000"/>
                                    </p:animScale>
                                    <p:animScale>
                                      <p:cBhvr>
                                        <p:cTn id="115" dur="26">
                                          <p:stCondLst>
                                            <p:cond delay="1808"/>
                                          </p:stCondLst>
                                        </p:cTn>
                                        <p:tgtEl>
                                          <p:spTgt spid="48"/>
                                        </p:tgtEl>
                                      </p:cBhvr>
                                      <p:to x="100000" y="95000"/>
                                    </p:animScale>
                                    <p:animScale>
                                      <p:cBhvr>
                                        <p:cTn id="116" dur="166" decel="50000">
                                          <p:stCondLst>
                                            <p:cond delay="1834"/>
                                          </p:stCondLst>
                                        </p:cTn>
                                        <p:tgtEl>
                                          <p:spTgt spid="48"/>
                                        </p:tgtEl>
                                      </p:cBhvr>
                                      <p:to x="100000" y="100000"/>
                                    </p:animScale>
                                  </p:childTnLst>
                                </p:cTn>
                              </p:par>
                            </p:childTnLst>
                          </p:cTn>
                        </p:par>
                        <p:par>
                          <p:cTn id="117" fill="hold">
                            <p:stCondLst>
                              <p:cond delay="3000"/>
                            </p:stCondLst>
                            <p:childTnLst>
                              <p:par>
                                <p:cTn id="118" presetID="9" presetClass="entr" presetSubtype="0" fill="hold" grpId="0" nodeType="afterEffect">
                                  <p:stCondLst>
                                    <p:cond delay="0"/>
                                  </p:stCondLst>
                                  <p:childTnLst>
                                    <p:set>
                                      <p:cBhvr>
                                        <p:cTn id="119" dur="1" fill="hold">
                                          <p:stCondLst>
                                            <p:cond delay="0"/>
                                          </p:stCondLst>
                                        </p:cTn>
                                        <p:tgtEl>
                                          <p:spTgt spid="42"/>
                                        </p:tgtEl>
                                        <p:attrNameLst>
                                          <p:attrName>style.visibility</p:attrName>
                                        </p:attrNameLst>
                                      </p:cBhvr>
                                      <p:to>
                                        <p:strVal val="visible"/>
                                      </p:to>
                                    </p:set>
                                    <p:animEffect transition="in" filter="dissolve">
                                      <p:cBhvr>
                                        <p:cTn id="120" dur="500"/>
                                        <p:tgtEl>
                                          <p:spTgt spid="42"/>
                                        </p:tgtEl>
                                      </p:cBhvr>
                                    </p:animEffect>
                                  </p:childTnLst>
                                </p:cTn>
                              </p:par>
                            </p:childTnLst>
                          </p:cTn>
                        </p:par>
                      </p:childTnLst>
                    </p:cTn>
                  </p:par>
                  <p:par>
                    <p:cTn id="121" fill="hold">
                      <p:stCondLst>
                        <p:cond delay="indefinite"/>
                      </p:stCondLst>
                      <p:childTnLst>
                        <p:par>
                          <p:cTn id="122" fill="hold">
                            <p:stCondLst>
                              <p:cond delay="0"/>
                            </p:stCondLst>
                            <p:childTnLst>
                              <p:par>
                                <p:cTn id="123" presetID="10" presetClass="exit" presetSubtype="0" fill="hold" grpId="1" nodeType="clickEffect">
                                  <p:stCondLst>
                                    <p:cond delay="0"/>
                                  </p:stCondLst>
                                  <p:childTnLst>
                                    <p:animEffect transition="out" filter="fade">
                                      <p:cBhvr>
                                        <p:cTn id="124" dur="500"/>
                                        <p:tgtEl>
                                          <p:spTgt spid="41"/>
                                        </p:tgtEl>
                                      </p:cBhvr>
                                    </p:animEffect>
                                    <p:set>
                                      <p:cBhvr>
                                        <p:cTn id="125" dur="1" fill="hold">
                                          <p:stCondLst>
                                            <p:cond delay="499"/>
                                          </p:stCondLst>
                                        </p:cTn>
                                        <p:tgtEl>
                                          <p:spTgt spid="41"/>
                                        </p:tgtEl>
                                        <p:attrNameLst>
                                          <p:attrName>style.visibility</p:attrName>
                                        </p:attrNameLst>
                                      </p:cBhvr>
                                      <p:to>
                                        <p:strVal val="hidden"/>
                                      </p:to>
                                    </p:set>
                                  </p:childTnLst>
                                </p:cTn>
                              </p:par>
                            </p:childTnLst>
                          </p:cTn>
                        </p:par>
                      </p:childTnLst>
                    </p:cTn>
                  </p:par>
                  <p:par>
                    <p:cTn id="126" fill="hold">
                      <p:stCondLst>
                        <p:cond delay="indefinite"/>
                      </p:stCondLst>
                      <p:childTnLst>
                        <p:par>
                          <p:cTn id="127" fill="hold">
                            <p:stCondLst>
                              <p:cond delay="0"/>
                            </p:stCondLst>
                            <p:childTnLst>
                              <p:par>
                                <p:cTn id="128" presetID="10" presetClass="exit" presetSubtype="0" fill="hold" grpId="1" nodeType="clickEffect">
                                  <p:stCondLst>
                                    <p:cond delay="0"/>
                                  </p:stCondLst>
                                  <p:childTnLst>
                                    <p:animEffect transition="out" filter="fade">
                                      <p:cBhvr>
                                        <p:cTn id="129" dur="500"/>
                                        <p:tgtEl>
                                          <p:spTgt spid="42"/>
                                        </p:tgtEl>
                                      </p:cBhvr>
                                    </p:animEffect>
                                    <p:set>
                                      <p:cBhvr>
                                        <p:cTn id="130" dur="1" fill="hold">
                                          <p:stCondLst>
                                            <p:cond delay="499"/>
                                          </p:stCondLst>
                                        </p:cTn>
                                        <p:tgtEl>
                                          <p:spTgt spid="42"/>
                                        </p:tgtEl>
                                        <p:attrNameLst>
                                          <p:attrName>style.visibility</p:attrName>
                                        </p:attrNameLst>
                                      </p:cBhvr>
                                      <p:to>
                                        <p:strVal val="hidden"/>
                                      </p:to>
                                    </p:set>
                                  </p:childTnLst>
                                </p:cTn>
                              </p:par>
                            </p:childTnLst>
                          </p:cTn>
                        </p:par>
                        <p:par>
                          <p:cTn id="131" fill="hold">
                            <p:stCondLst>
                              <p:cond delay="500"/>
                            </p:stCondLst>
                            <p:childTnLst>
                              <p:par>
                                <p:cTn id="132" presetID="9" presetClass="entr" presetSubtype="0" fill="hold" grpId="0" nodeType="afterEffect">
                                  <p:stCondLst>
                                    <p:cond delay="0"/>
                                  </p:stCondLst>
                                  <p:childTnLst>
                                    <p:set>
                                      <p:cBhvr>
                                        <p:cTn id="133" dur="1" fill="hold">
                                          <p:stCondLst>
                                            <p:cond delay="0"/>
                                          </p:stCondLst>
                                        </p:cTn>
                                        <p:tgtEl>
                                          <p:spTgt spid="43"/>
                                        </p:tgtEl>
                                        <p:attrNameLst>
                                          <p:attrName>style.visibility</p:attrName>
                                        </p:attrNameLst>
                                      </p:cBhvr>
                                      <p:to>
                                        <p:strVal val="visible"/>
                                      </p:to>
                                    </p:set>
                                    <p:animEffect transition="in" filter="dissolve">
                                      <p:cBhvr>
                                        <p:cTn id="134" dur="500"/>
                                        <p:tgtEl>
                                          <p:spTgt spid="43"/>
                                        </p:tgtEl>
                                      </p:cBhvr>
                                    </p:animEffect>
                                  </p:childTnLst>
                                </p:cTn>
                              </p:par>
                            </p:childTnLst>
                          </p:cTn>
                        </p:par>
                      </p:childTnLst>
                    </p:cTn>
                  </p:par>
                  <p:par>
                    <p:cTn id="135" fill="hold">
                      <p:stCondLst>
                        <p:cond delay="indefinite"/>
                      </p:stCondLst>
                      <p:childTnLst>
                        <p:par>
                          <p:cTn id="136" fill="hold">
                            <p:stCondLst>
                              <p:cond delay="0"/>
                            </p:stCondLst>
                            <p:childTnLst>
                              <p:par>
                                <p:cTn id="137" presetID="10" presetClass="exit" presetSubtype="0" fill="hold" grpId="1" nodeType="clickEffect">
                                  <p:stCondLst>
                                    <p:cond delay="0"/>
                                  </p:stCondLst>
                                  <p:childTnLst>
                                    <p:animEffect transition="out" filter="fade">
                                      <p:cBhvr>
                                        <p:cTn id="138" dur="500"/>
                                        <p:tgtEl>
                                          <p:spTgt spid="43"/>
                                        </p:tgtEl>
                                      </p:cBhvr>
                                    </p:animEffect>
                                    <p:set>
                                      <p:cBhvr>
                                        <p:cTn id="139" dur="1" fill="hold">
                                          <p:stCondLst>
                                            <p:cond delay="499"/>
                                          </p:stCondLst>
                                        </p:cTn>
                                        <p:tgtEl>
                                          <p:spTgt spid="43"/>
                                        </p:tgtEl>
                                        <p:attrNameLst>
                                          <p:attrName>style.visibility</p:attrName>
                                        </p:attrNameLst>
                                      </p:cBhvr>
                                      <p:to>
                                        <p:strVal val="hidden"/>
                                      </p:to>
                                    </p:set>
                                  </p:childTnLst>
                                </p:cTn>
                              </p:par>
                            </p:childTnLst>
                          </p:cTn>
                        </p:par>
                        <p:par>
                          <p:cTn id="140" fill="hold">
                            <p:stCondLst>
                              <p:cond delay="500"/>
                            </p:stCondLst>
                            <p:childTnLst>
                              <p:par>
                                <p:cTn id="141" presetID="9" presetClass="entr" presetSubtype="0" fill="hold" grpId="0" nodeType="afterEffect">
                                  <p:stCondLst>
                                    <p:cond delay="0"/>
                                  </p:stCondLst>
                                  <p:childTnLst>
                                    <p:set>
                                      <p:cBhvr>
                                        <p:cTn id="142" dur="1" fill="hold">
                                          <p:stCondLst>
                                            <p:cond delay="0"/>
                                          </p:stCondLst>
                                        </p:cTn>
                                        <p:tgtEl>
                                          <p:spTgt spid="44"/>
                                        </p:tgtEl>
                                        <p:attrNameLst>
                                          <p:attrName>style.visibility</p:attrName>
                                        </p:attrNameLst>
                                      </p:cBhvr>
                                      <p:to>
                                        <p:strVal val="visible"/>
                                      </p:to>
                                    </p:set>
                                    <p:animEffect transition="in" filter="dissolve">
                                      <p:cBhvr>
                                        <p:cTn id="143" dur="500"/>
                                        <p:tgtEl>
                                          <p:spTgt spid="44"/>
                                        </p:tgtEl>
                                      </p:cBhvr>
                                    </p:animEffect>
                                  </p:childTnLst>
                                </p:cTn>
                              </p:par>
                            </p:childTnLst>
                          </p:cTn>
                        </p:par>
                      </p:childTnLst>
                    </p:cTn>
                  </p:par>
                  <p:par>
                    <p:cTn id="144" fill="hold">
                      <p:stCondLst>
                        <p:cond delay="indefinite"/>
                      </p:stCondLst>
                      <p:childTnLst>
                        <p:par>
                          <p:cTn id="145" fill="hold">
                            <p:stCondLst>
                              <p:cond delay="0"/>
                            </p:stCondLst>
                            <p:childTnLst>
                              <p:par>
                                <p:cTn id="146" presetID="10" presetClass="exit" presetSubtype="0" fill="hold" grpId="1" nodeType="clickEffect">
                                  <p:stCondLst>
                                    <p:cond delay="0"/>
                                  </p:stCondLst>
                                  <p:childTnLst>
                                    <p:animEffect transition="out" filter="fade">
                                      <p:cBhvr>
                                        <p:cTn id="147" dur="500"/>
                                        <p:tgtEl>
                                          <p:spTgt spid="44"/>
                                        </p:tgtEl>
                                      </p:cBhvr>
                                    </p:animEffect>
                                    <p:set>
                                      <p:cBhvr>
                                        <p:cTn id="148" dur="1" fill="hold">
                                          <p:stCondLst>
                                            <p:cond delay="499"/>
                                          </p:stCondLst>
                                        </p:cTn>
                                        <p:tgtEl>
                                          <p:spTgt spid="44"/>
                                        </p:tgtEl>
                                        <p:attrNameLst>
                                          <p:attrName>style.visibility</p:attrName>
                                        </p:attrNameLst>
                                      </p:cBhvr>
                                      <p:to>
                                        <p:strVal val="hidden"/>
                                      </p:to>
                                    </p:set>
                                  </p:childTnLst>
                                </p:cTn>
                              </p:par>
                            </p:childTnLst>
                          </p:cTn>
                        </p:par>
                        <p:par>
                          <p:cTn id="149" fill="hold">
                            <p:stCondLst>
                              <p:cond delay="500"/>
                            </p:stCondLst>
                            <p:childTnLst>
                              <p:par>
                                <p:cTn id="150" presetID="9" presetClass="entr" presetSubtype="0" fill="hold" grpId="0" nodeType="afterEffect">
                                  <p:stCondLst>
                                    <p:cond delay="0"/>
                                  </p:stCondLst>
                                  <p:childTnLst>
                                    <p:set>
                                      <p:cBhvr>
                                        <p:cTn id="151" dur="1" fill="hold">
                                          <p:stCondLst>
                                            <p:cond delay="0"/>
                                          </p:stCondLst>
                                        </p:cTn>
                                        <p:tgtEl>
                                          <p:spTgt spid="45"/>
                                        </p:tgtEl>
                                        <p:attrNameLst>
                                          <p:attrName>style.visibility</p:attrName>
                                        </p:attrNameLst>
                                      </p:cBhvr>
                                      <p:to>
                                        <p:strVal val="visible"/>
                                      </p:to>
                                    </p:set>
                                    <p:animEffect transition="in" filter="dissolve">
                                      <p:cBhvr>
                                        <p:cTn id="152" dur="500"/>
                                        <p:tgtEl>
                                          <p:spTgt spid="45"/>
                                        </p:tgtEl>
                                      </p:cBhvr>
                                    </p:animEffect>
                                  </p:childTnLst>
                                </p:cTn>
                              </p:par>
                            </p:childTnLst>
                          </p:cTn>
                        </p:par>
                      </p:childTnLst>
                    </p:cTn>
                  </p:par>
                  <p:par>
                    <p:cTn id="153" fill="hold">
                      <p:stCondLst>
                        <p:cond delay="indefinite"/>
                      </p:stCondLst>
                      <p:childTnLst>
                        <p:par>
                          <p:cTn id="154" fill="hold">
                            <p:stCondLst>
                              <p:cond delay="0"/>
                            </p:stCondLst>
                            <p:childTnLst>
                              <p:par>
                                <p:cTn id="155" presetID="10" presetClass="exit" presetSubtype="0" fill="hold" grpId="1" nodeType="clickEffect">
                                  <p:stCondLst>
                                    <p:cond delay="0"/>
                                  </p:stCondLst>
                                  <p:childTnLst>
                                    <p:animEffect transition="out" filter="fade">
                                      <p:cBhvr>
                                        <p:cTn id="156" dur="500"/>
                                        <p:tgtEl>
                                          <p:spTgt spid="45"/>
                                        </p:tgtEl>
                                      </p:cBhvr>
                                    </p:animEffect>
                                    <p:set>
                                      <p:cBhvr>
                                        <p:cTn id="157" dur="1" fill="hold">
                                          <p:stCondLst>
                                            <p:cond delay="499"/>
                                          </p:stCondLst>
                                        </p:cTn>
                                        <p:tgtEl>
                                          <p:spTgt spid="45"/>
                                        </p:tgtEl>
                                        <p:attrNameLst>
                                          <p:attrName>style.visibility</p:attrName>
                                        </p:attrNameLst>
                                      </p:cBhvr>
                                      <p:to>
                                        <p:strVal val="hidden"/>
                                      </p:to>
                                    </p:set>
                                  </p:childTnLst>
                                </p:cTn>
                              </p:par>
                            </p:childTnLst>
                          </p:cTn>
                        </p:par>
                        <p:par>
                          <p:cTn id="158" fill="hold">
                            <p:stCondLst>
                              <p:cond delay="500"/>
                            </p:stCondLst>
                            <p:childTnLst>
                              <p:par>
                                <p:cTn id="159" presetID="9" presetClass="entr" presetSubtype="0" fill="hold" grpId="0" nodeType="afterEffect">
                                  <p:stCondLst>
                                    <p:cond delay="0"/>
                                  </p:stCondLst>
                                  <p:childTnLst>
                                    <p:set>
                                      <p:cBhvr>
                                        <p:cTn id="160" dur="1" fill="hold">
                                          <p:stCondLst>
                                            <p:cond delay="0"/>
                                          </p:stCondLst>
                                        </p:cTn>
                                        <p:tgtEl>
                                          <p:spTgt spid="46"/>
                                        </p:tgtEl>
                                        <p:attrNameLst>
                                          <p:attrName>style.visibility</p:attrName>
                                        </p:attrNameLst>
                                      </p:cBhvr>
                                      <p:to>
                                        <p:strVal val="visible"/>
                                      </p:to>
                                    </p:set>
                                    <p:animEffect transition="in" filter="dissolve">
                                      <p:cBhvr>
                                        <p:cTn id="161" dur="500"/>
                                        <p:tgtEl>
                                          <p:spTgt spid="46"/>
                                        </p:tgtEl>
                                      </p:cBhvr>
                                    </p:animEffect>
                                  </p:childTnLst>
                                </p:cTn>
                              </p:par>
                            </p:childTnLst>
                          </p:cTn>
                        </p:par>
                        <p:par>
                          <p:cTn id="162" fill="hold">
                            <p:stCondLst>
                              <p:cond delay="1000"/>
                            </p:stCondLst>
                            <p:childTnLst>
                              <p:par>
                                <p:cTn id="163" presetID="9" presetClass="entr" presetSubtype="0" fill="hold" grpId="0" nodeType="afterEffect">
                                  <p:stCondLst>
                                    <p:cond delay="0"/>
                                  </p:stCondLst>
                                  <p:childTnLst>
                                    <p:set>
                                      <p:cBhvr>
                                        <p:cTn id="164" dur="1" fill="hold">
                                          <p:stCondLst>
                                            <p:cond delay="0"/>
                                          </p:stCondLst>
                                        </p:cTn>
                                        <p:tgtEl>
                                          <p:spTgt spid="47"/>
                                        </p:tgtEl>
                                        <p:attrNameLst>
                                          <p:attrName>style.visibility</p:attrName>
                                        </p:attrNameLst>
                                      </p:cBhvr>
                                      <p:to>
                                        <p:strVal val="visible"/>
                                      </p:to>
                                    </p:set>
                                    <p:animEffect transition="in" filter="dissolve">
                                      <p:cBhvr>
                                        <p:cTn id="165" dur="500"/>
                                        <p:tgtEl>
                                          <p:spTgt spid="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 grpId="0" animBg="1"/>
      <p:bldP spid="4" grpId="0" animBg="1"/>
      <p:bldP spid="30" grpId="0" animBg="1" autoUpdateAnimBg="0"/>
      <p:bldP spid="33" grpId="0" animBg="1" autoUpdateAnimBg="0"/>
      <p:bldP spid="33" grpId="1" animBg="1"/>
      <p:bldP spid="34" grpId="0" animBg="1" autoUpdateAnimBg="0"/>
      <p:bldP spid="34" grpId="1" animBg="1"/>
      <p:bldP spid="35" grpId="0" animBg="1" autoUpdateAnimBg="0"/>
      <p:bldP spid="35" grpId="1" animBg="1"/>
      <p:bldP spid="36" grpId="0" animBg="1" autoUpdateAnimBg="0"/>
      <p:bldP spid="36" grpId="1" animBg="1"/>
      <p:bldP spid="37" grpId="0" animBg="1" autoUpdateAnimBg="0"/>
      <p:bldP spid="37" grpId="1" animBg="1"/>
      <p:bldP spid="38" grpId="0" animBg="1" autoUpdateAnimBg="0"/>
      <p:bldP spid="38" grpId="1" animBg="1"/>
      <p:bldP spid="39" grpId="0" animBg="1" autoUpdateAnimBg="0"/>
      <p:bldP spid="39" grpId="1" animBg="1"/>
      <p:bldP spid="40" grpId="0" animBg="1" autoUpdateAnimBg="0"/>
      <p:bldP spid="40" grpId="1" animBg="1"/>
      <p:bldP spid="41" grpId="0" animBg="1" autoUpdateAnimBg="0"/>
      <p:bldP spid="41" grpId="1" animBg="1"/>
      <p:bldP spid="42" grpId="0" animBg="1" autoUpdateAnimBg="0"/>
      <p:bldP spid="42" grpId="1" animBg="1"/>
      <p:bldP spid="43" grpId="0" animBg="1" autoUpdateAnimBg="0"/>
      <p:bldP spid="43" grpId="1" animBg="1"/>
      <p:bldP spid="44" grpId="0" animBg="1" autoUpdateAnimBg="0"/>
      <p:bldP spid="44" grpId="1" animBg="1"/>
      <p:bldP spid="45" grpId="0" animBg="1" autoUpdateAnimBg="0"/>
      <p:bldP spid="45" grpId="1" animBg="1"/>
      <p:bldP spid="46" grpId="0" animBg="1" autoUpdateAnimBg="0"/>
      <p:bldP spid="47" grpId="0" animBg="1" autoUpdateAnimBg="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989994" y="0"/>
            <a:ext cx="11369040" cy="914400"/>
          </a:xfrm>
        </p:spPr>
        <p:txBody>
          <a:bodyPr>
            <a:noAutofit/>
          </a:bodyPr>
          <a:lstStyle/>
          <a:p>
            <a:pPr algn="ctr"/>
            <a:r>
              <a:rPr lang="es-CO" sz="4000" b="1" dirty="0">
                <a:latin typeface="Bahnschrift Light SemiCondensed" panose="020B0502040204020203" pitchFamily="34" charset="0"/>
              </a:rPr>
              <a:t>“MÉTODOS DE BÚSQUEDA SECUENCIAL C++”</a:t>
            </a:r>
          </a:p>
        </p:txBody>
      </p:sp>
      <p:pic>
        <p:nvPicPr>
          <p:cNvPr id="3" name="Imagen 2">
            <a:extLst>
              <a:ext uri="{FF2B5EF4-FFF2-40B4-BE49-F238E27FC236}">
                <a16:creationId xmlns:a16="http://schemas.microsoft.com/office/drawing/2014/main" id="{9868BF19-F284-4439-8B93-BBF9493D121F}"/>
              </a:ext>
            </a:extLst>
          </p:cNvPr>
          <p:cNvPicPr>
            <a:picLocks noChangeAspect="1"/>
          </p:cNvPicPr>
          <p:nvPr/>
        </p:nvPicPr>
        <p:blipFill>
          <a:blip r:embed="rId3"/>
          <a:stretch>
            <a:fillRect/>
          </a:stretch>
        </p:blipFill>
        <p:spPr>
          <a:xfrm>
            <a:off x="2783840" y="1005840"/>
            <a:ext cx="7592060" cy="5207952"/>
          </a:xfrm>
          <a:prstGeom prst="rect">
            <a:avLst/>
          </a:prstGeom>
          <a:ln w="88900" cap="sq" cmpd="thickThin">
            <a:solidFill>
              <a:srgbClr val="000000"/>
            </a:solidFill>
            <a:prstDash val="solid"/>
            <a:miter lim="800000"/>
          </a:ln>
          <a:effectLst>
            <a:innerShdw blurRad="76200">
              <a:srgbClr val="000000"/>
            </a:innerShdw>
          </a:effectLst>
        </p:spPr>
      </p:pic>
      <p:sp>
        <p:nvSpPr>
          <p:cNvPr id="5" name="AutoShape 4">
            <a:extLst>
              <a:ext uri="{FF2B5EF4-FFF2-40B4-BE49-F238E27FC236}">
                <a16:creationId xmlns:a16="http://schemas.microsoft.com/office/drawing/2014/main" id="{4ABB87EB-B4FB-4DDD-B0D4-76E75773F539}"/>
              </a:ext>
            </a:extLst>
          </p:cNvPr>
          <p:cNvSpPr>
            <a:spLocks noChangeArrowheads="1"/>
          </p:cNvSpPr>
          <p:nvPr/>
        </p:nvSpPr>
        <p:spPr bwMode="auto">
          <a:xfrm>
            <a:off x="8290026" y="1293906"/>
            <a:ext cx="2652294" cy="683708"/>
          </a:xfrm>
          <a:prstGeom prst="wedgeRectCallout">
            <a:avLst>
              <a:gd name="adj1" fmla="val -168181"/>
              <a:gd name="adj2" fmla="val 48150"/>
            </a:avLst>
          </a:prstGeom>
          <a:solidFill>
            <a:schemeClr val="bg1">
              <a:lumMod val="85000"/>
            </a:schemeClr>
          </a:solidFill>
          <a:scene3d>
            <a:camera prst="orthographicFront"/>
            <a:lightRig rig="threePt" dir="t"/>
          </a:scene3d>
          <a:sp3d>
            <a:bevelT w="165100" prst="coolSlant"/>
          </a:sp3d>
        </p:spPr>
        <p:style>
          <a:lnRef idx="1">
            <a:schemeClr val="dk1"/>
          </a:lnRef>
          <a:fillRef idx="1003">
            <a:schemeClr val="dk1"/>
          </a:fillRef>
          <a:effectRef idx="1">
            <a:schemeClr val="dk1"/>
          </a:effectRef>
          <a:fontRef idx="minor">
            <a:schemeClr val="dk1"/>
          </a:fontRef>
        </p:style>
        <p:txBody>
          <a:bodyPr rtlCol="0" anchor="ctr"/>
          <a:lstStyle/>
          <a:p>
            <a:pPr algn="ctr"/>
            <a:r>
              <a:rPr lang="es-MX" sz="2000" dirty="0">
                <a:solidFill>
                  <a:schemeClr val="tx1"/>
                </a:solidFill>
              </a:rPr>
              <a:t>Inicia con la bandera en estado apagado </a:t>
            </a:r>
            <a:r>
              <a:rPr lang="es-MX" sz="2400" b="1" dirty="0">
                <a:solidFill>
                  <a:schemeClr val="tx1"/>
                </a:solidFill>
                <a:effectLst>
                  <a:outerShdw blurRad="38100" dist="38100" dir="2700000" algn="tl">
                    <a:srgbClr val="000000">
                      <a:alpha val="43137"/>
                    </a:srgbClr>
                  </a:outerShdw>
                </a:effectLst>
              </a:rPr>
              <a:t>false</a:t>
            </a:r>
            <a:r>
              <a:rPr lang="es-MX" sz="2000" b="1" dirty="0">
                <a:solidFill>
                  <a:schemeClr val="tx1"/>
                </a:solidFill>
              </a:rPr>
              <a:t>.</a:t>
            </a:r>
            <a:endParaRPr lang="es-ES" sz="2000" dirty="0">
              <a:solidFill>
                <a:schemeClr val="tx1"/>
              </a:solidFill>
            </a:endParaRPr>
          </a:p>
        </p:txBody>
      </p:sp>
      <p:sp>
        <p:nvSpPr>
          <p:cNvPr id="6" name="AutoShape 4">
            <a:extLst>
              <a:ext uri="{FF2B5EF4-FFF2-40B4-BE49-F238E27FC236}">
                <a16:creationId xmlns:a16="http://schemas.microsoft.com/office/drawing/2014/main" id="{0E175956-5402-4AD9-91C5-54B705FA9E35}"/>
              </a:ext>
            </a:extLst>
          </p:cNvPr>
          <p:cNvSpPr>
            <a:spLocks noChangeArrowheads="1"/>
          </p:cNvSpPr>
          <p:nvPr/>
        </p:nvSpPr>
        <p:spPr bwMode="auto">
          <a:xfrm>
            <a:off x="7557602" y="2069054"/>
            <a:ext cx="3384718" cy="481106"/>
          </a:xfrm>
          <a:prstGeom prst="wedgeRectCallout">
            <a:avLst>
              <a:gd name="adj1" fmla="val -134195"/>
              <a:gd name="adj2" fmla="val 60040"/>
            </a:avLst>
          </a:prstGeom>
          <a:solidFill>
            <a:schemeClr val="bg1">
              <a:lumMod val="85000"/>
            </a:schemeClr>
          </a:solidFill>
          <a:scene3d>
            <a:camera prst="orthographicFront"/>
            <a:lightRig rig="threePt" dir="t"/>
          </a:scene3d>
          <a:sp3d>
            <a:bevelT w="165100" prst="coolSlant"/>
          </a:sp3d>
        </p:spPr>
        <p:style>
          <a:lnRef idx="1">
            <a:schemeClr val="dk1"/>
          </a:lnRef>
          <a:fillRef idx="1003">
            <a:schemeClr val="dk1"/>
          </a:fillRef>
          <a:effectRef idx="1">
            <a:schemeClr val="dk1"/>
          </a:effectRef>
          <a:fontRef idx="minor">
            <a:schemeClr val="dk1"/>
          </a:fontRef>
        </p:style>
        <p:txBody>
          <a:bodyPr rtlCol="0" anchor="ctr"/>
          <a:lstStyle/>
          <a:p>
            <a:pPr algn="ctr"/>
            <a:r>
              <a:rPr lang="es-MX" sz="2000" dirty="0">
                <a:solidFill>
                  <a:schemeClr val="tx1"/>
                </a:solidFill>
              </a:rPr>
              <a:t>Se lee el dato a buscar (</a:t>
            </a:r>
            <a:r>
              <a:rPr lang="es-MX" sz="2000" b="1" dirty="0">
                <a:solidFill>
                  <a:schemeClr val="tx1"/>
                </a:solidFill>
                <a:effectLst>
                  <a:outerShdw blurRad="38100" dist="38100" dir="2700000" algn="tl">
                    <a:srgbClr val="000000">
                      <a:alpha val="43137"/>
                    </a:srgbClr>
                  </a:outerShdw>
                </a:effectLst>
              </a:rPr>
              <a:t>clave</a:t>
            </a:r>
            <a:r>
              <a:rPr lang="es-MX" sz="2000" dirty="0">
                <a:solidFill>
                  <a:schemeClr val="tx1"/>
                </a:solidFill>
              </a:rPr>
              <a:t>)</a:t>
            </a:r>
            <a:r>
              <a:rPr lang="es-MX" sz="2000" b="1" dirty="0">
                <a:solidFill>
                  <a:schemeClr val="tx1"/>
                </a:solidFill>
              </a:rPr>
              <a:t>.</a:t>
            </a:r>
            <a:endParaRPr lang="es-ES" sz="2000" dirty="0">
              <a:solidFill>
                <a:schemeClr val="tx1"/>
              </a:solidFill>
            </a:endParaRPr>
          </a:p>
        </p:txBody>
      </p:sp>
      <p:sp>
        <p:nvSpPr>
          <p:cNvPr id="9" name="AutoShape 4">
            <a:extLst>
              <a:ext uri="{FF2B5EF4-FFF2-40B4-BE49-F238E27FC236}">
                <a16:creationId xmlns:a16="http://schemas.microsoft.com/office/drawing/2014/main" id="{1796B6D7-D005-4691-9874-08A18B3A6506}"/>
              </a:ext>
            </a:extLst>
          </p:cNvPr>
          <p:cNvSpPr>
            <a:spLocks noChangeArrowheads="1"/>
          </p:cNvSpPr>
          <p:nvPr/>
        </p:nvSpPr>
        <p:spPr bwMode="auto">
          <a:xfrm>
            <a:off x="7557602" y="2651162"/>
            <a:ext cx="3384718" cy="671158"/>
          </a:xfrm>
          <a:prstGeom prst="wedgeRectCallout">
            <a:avLst>
              <a:gd name="adj1" fmla="val -91571"/>
              <a:gd name="adj2" fmla="val -10921"/>
            </a:avLst>
          </a:prstGeom>
          <a:solidFill>
            <a:schemeClr val="bg1">
              <a:lumMod val="85000"/>
            </a:schemeClr>
          </a:solidFill>
          <a:scene3d>
            <a:camera prst="orthographicFront"/>
            <a:lightRig rig="threePt" dir="t"/>
          </a:scene3d>
          <a:sp3d>
            <a:bevelT w="165100" prst="coolSlant"/>
          </a:sp3d>
        </p:spPr>
        <p:style>
          <a:lnRef idx="1">
            <a:schemeClr val="dk1"/>
          </a:lnRef>
          <a:fillRef idx="1003">
            <a:schemeClr val="dk1"/>
          </a:fillRef>
          <a:effectRef idx="1">
            <a:schemeClr val="dk1"/>
          </a:effectRef>
          <a:fontRef idx="minor">
            <a:schemeClr val="dk1"/>
          </a:fontRef>
        </p:style>
        <p:txBody>
          <a:bodyPr rtlCol="0" anchor="ctr"/>
          <a:lstStyle/>
          <a:p>
            <a:pPr algn="ctr"/>
            <a:r>
              <a:rPr lang="es-MX" sz="2000" dirty="0">
                <a:solidFill>
                  <a:schemeClr val="tx1"/>
                </a:solidFill>
              </a:rPr>
              <a:t>Se hace un ciclo que recorra todos los elementos</a:t>
            </a:r>
            <a:r>
              <a:rPr lang="es-MX" sz="2000" b="1" dirty="0">
                <a:solidFill>
                  <a:schemeClr val="tx1"/>
                </a:solidFill>
              </a:rPr>
              <a:t>.</a:t>
            </a:r>
            <a:endParaRPr lang="es-ES" sz="2000" dirty="0">
              <a:solidFill>
                <a:schemeClr val="tx1"/>
              </a:solidFill>
            </a:endParaRPr>
          </a:p>
        </p:txBody>
      </p:sp>
      <p:sp>
        <p:nvSpPr>
          <p:cNvPr id="10" name="AutoShape 4">
            <a:extLst>
              <a:ext uri="{FF2B5EF4-FFF2-40B4-BE49-F238E27FC236}">
                <a16:creationId xmlns:a16="http://schemas.microsoft.com/office/drawing/2014/main" id="{19C49718-7FE8-4880-8F70-4A27F41740B1}"/>
              </a:ext>
            </a:extLst>
          </p:cNvPr>
          <p:cNvSpPr>
            <a:spLocks noChangeArrowheads="1"/>
          </p:cNvSpPr>
          <p:nvPr/>
        </p:nvSpPr>
        <p:spPr bwMode="auto">
          <a:xfrm>
            <a:off x="7557602" y="3424544"/>
            <a:ext cx="3384718" cy="1401455"/>
          </a:xfrm>
          <a:prstGeom prst="wedgeRectCallout">
            <a:avLst>
              <a:gd name="adj1" fmla="val -99976"/>
              <a:gd name="adj2" fmla="val -43947"/>
            </a:avLst>
          </a:prstGeom>
          <a:solidFill>
            <a:schemeClr val="bg1">
              <a:lumMod val="85000"/>
            </a:schemeClr>
          </a:solidFill>
          <a:scene3d>
            <a:camera prst="orthographicFront"/>
            <a:lightRig rig="threePt" dir="t"/>
          </a:scene3d>
          <a:sp3d>
            <a:bevelT w="165100" prst="coolSlant"/>
          </a:sp3d>
        </p:spPr>
        <p:style>
          <a:lnRef idx="1">
            <a:schemeClr val="dk1"/>
          </a:lnRef>
          <a:fillRef idx="1003">
            <a:schemeClr val="dk1"/>
          </a:fillRef>
          <a:effectRef idx="1">
            <a:schemeClr val="dk1"/>
          </a:effectRef>
          <a:fontRef idx="minor">
            <a:schemeClr val="dk1"/>
          </a:fontRef>
        </p:style>
        <p:txBody>
          <a:bodyPr rtlCol="0" anchor="ctr"/>
          <a:lstStyle/>
          <a:p>
            <a:pPr algn="ctr"/>
            <a:r>
              <a:rPr lang="es-MX" sz="2000" dirty="0">
                <a:solidFill>
                  <a:schemeClr val="tx1"/>
                </a:solidFill>
              </a:rPr>
              <a:t>Se compara cada elemento con la clave. Si es igual, se guarda la posición y se cambia el estado de la bandera.</a:t>
            </a:r>
            <a:endParaRPr lang="es-ES" sz="2000" dirty="0">
              <a:solidFill>
                <a:schemeClr val="tx1"/>
              </a:solidFill>
            </a:endParaRPr>
          </a:p>
        </p:txBody>
      </p:sp>
      <p:sp>
        <p:nvSpPr>
          <p:cNvPr id="11" name="AutoShape 4">
            <a:extLst>
              <a:ext uri="{FF2B5EF4-FFF2-40B4-BE49-F238E27FC236}">
                <a16:creationId xmlns:a16="http://schemas.microsoft.com/office/drawing/2014/main" id="{B0D3D0C8-EFB2-4200-ABD0-204A6733F809}"/>
              </a:ext>
            </a:extLst>
          </p:cNvPr>
          <p:cNvSpPr>
            <a:spLocks noChangeArrowheads="1"/>
          </p:cNvSpPr>
          <p:nvPr/>
        </p:nvSpPr>
        <p:spPr bwMode="auto">
          <a:xfrm>
            <a:off x="190500" y="2986741"/>
            <a:ext cx="2406043" cy="1966259"/>
          </a:xfrm>
          <a:prstGeom prst="wedgeRectCallout">
            <a:avLst>
              <a:gd name="adj1" fmla="val 64930"/>
              <a:gd name="adj2" fmla="val 44792"/>
            </a:avLst>
          </a:prstGeom>
          <a:solidFill>
            <a:schemeClr val="bg1">
              <a:lumMod val="85000"/>
            </a:schemeClr>
          </a:solidFill>
          <a:scene3d>
            <a:camera prst="orthographicFront"/>
            <a:lightRig rig="threePt" dir="t"/>
          </a:scene3d>
          <a:sp3d>
            <a:bevelT w="165100" prst="coolSlant"/>
          </a:sp3d>
        </p:spPr>
        <p:style>
          <a:lnRef idx="1">
            <a:schemeClr val="dk1"/>
          </a:lnRef>
          <a:fillRef idx="1003">
            <a:schemeClr val="dk1"/>
          </a:fillRef>
          <a:effectRef idx="1">
            <a:schemeClr val="dk1"/>
          </a:effectRef>
          <a:fontRef idx="minor">
            <a:schemeClr val="dk1"/>
          </a:fontRef>
        </p:style>
        <p:txBody>
          <a:bodyPr rtlCol="0" anchor="ctr"/>
          <a:lstStyle/>
          <a:p>
            <a:pPr algn="ctr"/>
            <a:r>
              <a:rPr lang="es-MX" sz="2000" dirty="0">
                <a:solidFill>
                  <a:schemeClr val="tx1"/>
                </a:solidFill>
              </a:rPr>
              <a:t>Si la bandera es igual a true, se imprime que existe la clave y su posición; sino se imprime que no existe.</a:t>
            </a:r>
            <a:endParaRPr lang="es-ES" sz="2000" dirty="0">
              <a:solidFill>
                <a:schemeClr val="tx1"/>
              </a:solidFill>
            </a:endParaRPr>
          </a:p>
        </p:txBody>
      </p:sp>
      <p:pic>
        <p:nvPicPr>
          <p:cNvPr id="12" name="Imagen 11">
            <a:extLst>
              <a:ext uri="{FF2B5EF4-FFF2-40B4-BE49-F238E27FC236}">
                <a16:creationId xmlns:a16="http://schemas.microsoft.com/office/drawing/2014/main" id="{B927EE93-E82A-4C14-BBCF-00C191159B1A}"/>
              </a:ext>
            </a:extLst>
          </p:cNvPr>
          <p:cNvPicPr>
            <a:picLocks noChangeAspect="1"/>
          </p:cNvPicPr>
          <p:nvPr/>
        </p:nvPicPr>
        <p:blipFill>
          <a:blip r:embed="rId4"/>
          <a:stretch>
            <a:fillRect/>
          </a:stretch>
        </p:blipFill>
        <p:spPr>
          <a:xfrm>
            <a:off x="7075170" y="3502819"/>
            <a:ext cx="3867150" cy="1244904"/>
          </a:xfrm>
          <a:prstGeom prst="rect">
            <a:avLst/>
          </a:prstGeom>
          <a:ln w="88900" cap="sq" cmpd="thickThin">
            <a:solidFill>
              <a:srgbClr val="000000"/>
            </a:solidFill>
            <a:prstDash val="solid"/>
            <a:miter lim="800000"/>
          </a:ln>
          <a:effectLst>
            <a:innerShdw blurRad="76200">
              <a:srgbClr val="000000"/>
            </a:innerShdw>
          </a:effectLst>
        </p:spPr>
      </p:pic>
    </p:spTree>
    <p:extLst>
      <p:ext uri="{BB962C8B-B14F-4D97-AF65-F5344CB8AC3E}">
        <p14:creationId xmlns:p14="http://schemas.microsoft.com/office/powerpoint/2010/main" val="31767488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dissolv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dissolve">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dissolve">
                                      <p:cBhvr>
                                        <p:cTn id="17" dur="500"/>
                                        <p:tgtEl>
                                          <p:spTgt spid="9"/>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dissolve">
                                      <p:cBhvr>
                                        <p:cTn id="22" dur="500"/>
                                        <p:tgtEl>
                                          <p:spTgt spid="10"/>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dissolve">
                                      <p:cBhvr>
                                        <p:cTn id="27"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autoUpdateAnimBg="0"/>
      <p:bldP spid="6" grpId="0" animBg="1" autoUpdateAnimBg="0"/>
      <p:bldP spid="9" grpId="0" animBg="1" autoUpdateAnimBg="0"/>
      <p:bldP spid="10" grpId="0" animBg="1" autoUpdateAnimBg="0"/>
      <p:bldP spid="11" grpId="0" animBg="1" autoUpdateAnimBg="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989994" y="0"/>
            <a:ext cx="11369040" cy="914400"/>
          </a:xfrm>
        </p:spPr>
        <p:txBody>
          <a:bodyPr>
            <a:noAutofit/>
          </a:bodyPr>
          <a:lstStyle/>
          <a:p>
            <a:pPr algn="ctr"/>
            <a:r>
              <a:rPr lang="es-CO" sz="3800" b="1" dirty="0">
                <a:latin typeface="Bahnschrift Light SemiCondensed" panose="020B0502040204020203" pitchFamily="34" charset="0"/>
              </a:rPr>
              <a:t>“BÚSQUEDA SECUENCIAL OPTIMIZADA C++”</a:t>
            </a:r>
          </a:p>
        </p:txBody>
      </p:sp>
      <p:sp>
        <p:nvSpPr>
          <p:cNvPr id="7" name="CuadroTexto 6">
            <a:extLst>
              <a:ext uri="{FF2B5EF4-FFF2-40B4-BE49-F238E27FC236}">
                <a16:creationId xmlns:a16="http://schemas.microsoft.com/office/drawing/2014/main" id="{B3245438-2EFA-4DBF-85CF-60E0A78BBF68}"/>
              </a:ext>
            </a:extLst>
          </p:cNvPr>
          <p:cNvSpPr txBox="1"/>
          <p:nvPr/>
        </p:nvSpPr>
        <p:spPr>
          <a:xfrm>
            <a:off x="989994" y="1087225"/>
            <a:ext cx="10765126" cy="4419495"/>
          </a:xfrm>
          <a:prstGeom prst="rect">
            <a:avLst/>
          </a:prstGeom>
          <a:solidFill>
            <a:schemeClr val="accent5">
              <a:lumMod val="20000"/>
              <a:lumOff val="80000"/>
            </a:schemeClr>
          </a:solidFill>
          <a:scene3d>
            <a:camera prst="orthographicFront"/>
            <a:lightRig rig="flat" dir="t"/>
          </a:scene3d>
          <a:sp3d/>
        </p:spPr>
        <p:style>
          <a:lnRef idx="0">
            <a:scrgbClr r="0" g="0" b="0"/>
          </a:lnRef>
          <a:fillRef idx="0">
            <a:scrgbClr r="0" g="0" b="0"/>
          </a:fillRef>
          <a:effectRef idx="0">
            <a:scrgbClr r="0" g="0" b="0"/>
          </a:effectRef>
          <a:fontRef idx="minor">
            <a:schemeClr val="dk1"/>
          </a:fontRef>
        </p:style>
        <p:txBody>
          <a:bodyPr spcFirstLastPara="0" vert="horz" wrap="square" lIns="121920" tIns="121920" rIns="121920" bIns="121920" numCol="1" spcCol="1270" anchor="ctr" anchorCtr="0">
            <a:noAutofit/>
          </a:bodyPr>
          <a:lstStyle/>
          <a:p>
            <a:pPr lvl="0" algn="just" fontAlgn="base">
              <a:spcBef>
                <a:spcPct val="50000"/>
              </a:spcBef>
              <a:spcAft>
                <a:spcPct val="0"/>
              </a:spcAft>
            </a:pPr>
            <a:r>
              <a:rPr lang="es-CO" sz="3600" dirty="0">
                <a:solidFill>
                  <a:prstClr val="black"/>
                </a:solidFill>
                <a:latin typeface="Arial Narrow" pitchFamily="34" charset="0"/>
              </a:rPr>
              <a:t>Este método es muy similar al anterior, sólo que el ciclo es controlado por dos condiciones: 1-mientras no llegue al final del vector y 2-mientras no encuentre la clave. </a:t>
            </a:r>
          </a:p>
          <a:p>
            <a:pPr lvl="0" algn="just" fontAlgn="base">
              <a:spcBef>
                <a:spcPct val="50000"/>
              </a:spcBef>
              <a:spcAft>
                <a:spcPct val="0"/>
              </a:spcAft>
            </a:pPr>
            <a:r>
              <a:rPr lang="es-CO" sz="3600" dirty="0">
                <a:solidFill>
                  <a:prstClr val="black"/>
                </a:solidFill>
                <a:latin typeface="Arial Narrow" pitchFamily="34" charset="0"/>
              </a:rPr>
              <a:t>El método anterior, luego de encontrar la clave, continua preguntando hasta que llegue al final del vector; mientras que este método sale del ciclo al encontrar la clave. Este método usará la variable de la posición como especie de bandera. </a:t>
            </a:r>
            <a:endParaRPr lang="es-CO" sz="3600" b="1" dirty="0">
              <a:solidFill>
                <a:prstClr val="black"/>
              </a:solidFill>
              <a:latin typeface="Arial Narrow" pitchFamily="34" charset="0"/>
            </a:endParaRPr>
          </a:p>
        </p:txBody>
      </p:sp>
    </p:spTree>
    <p:extLst>
      <p:ext uri="{BB962C8B-B14F-4D97-AF65-F5344CB8AC3E}">
        <p14:creationId xmlns:p14="http://schemas.microsoft.com/office/powerpoint/2010/main" val="30438895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up)">
                                      <p:cBhvr>
                                        <p:cTn id="7" dur="1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8F04DADD-449A-4853-9E87-940573EA9143}"/>
              </a:ext>
            </a:extLst>
          </p:cNvPr>
          <p:cNvPicPr>
            <a:picLocks noChangeAspect="1"/>
          </p:cNvPicPr>
          <p:nvPr/>
        </p:nvPicPr>
        <p:blipFill>
          <a:blip r:embed="rId3"/>
          <a:stretch>
            <a:fillRect/>
          </a:stretch>
        </p:blipFill>
        <p:spPr>
          <a:xfrm>
            <a:off x="2740810" y="1098624"/>
            <a:ext cx="7592060" cy="5022383"/>
          </a:xfrm>
          <a:prstGeom prst="rect">
            <a:avLst/>
          </a:prstGeom>
          <a:ln w="88900" cap="sq" cmpd="thickThin">
            <a:solidFill>
              <a:srgbClr val="000000"/>
            </a:solidFill>
            <a:prstDash val="solid"/>
            <a:miter lim="800000"/>
          </a:ln>
          <a:effectLst>
            <a:innerShdw blurRad="76200">
              <a:srgbClr val="000000"/>
            </a:innerShdw>
          </a:effectLst>
        </p:spPr>
      </p:pic>
      <p:sp>
        <p:nvSpPr>
          <p:cNvPr id="2" name="Título 1"/>
          <p:cNvSpPr>
            <a:spLocks noGrp="1"/>
          </p:cNvSpPr>
          <p:nvPr>
            <p:ph type="title"/>
          </p:nvPr>
        </p:nvSpPr>
        <p:spPr>
          <a:xfrm>
            <a:off x="989994" y="0"/>
            <a:ext cx="11369040" cy="914400"/>
          </a:xfrm>
        </p:spPr>
        <p:txBody>
          <a:bodyPr>
            <a:noAutofit/>
          </a:bodyPr>
          <a:lstStyle/>
          <a:p>
            <a:pPr algn="ctr"/>
            <a:r>
              <a:rPr lang="es-CO" sz="4000" b="1" dirty="0">
                <a:latin typeface="Bahnschrift Light SemiCondensed" panose="020B0502040204020203" pitchFamily="34" charset="0"/>
              </a:rPr>
              <a:t>“BÚSQUEDA SECUENCIAL OPTIMIZADA C++”</a:t>
            </a:r>
          </a:p>
        </p:txBody>
      </p:sp>
      <p:sp>
        <p:nvSpPr>
          <p:cNvPr id="5" name="AutoShape 4">
            <a:extLst>
              <a:ext uri="{FF2B5EF4-FFF2-40B4-BE49-F238E27FC236}">
                <a16:creationId xmlns:a16="http://schemas.microsoft.com/office/drawing/2014/main" id="{205156BD-D75F-4D73-B6F4-2FF81FFFDD2F}"/>
              </a:ext>
            </a:extLst>
          </p:cNvPr>
          <p:cNvSpPr>
            <a:spLocks noChangeArrowheads="1"/>
          </p:cNvSpPr>
          <p:nvPr/>
        </p:nvSpPr>
        <p:spPr bwMode="auto">
          <a:xfrm>
            <a:off x="6340148" y="876057"/>
            <a:ext cx="4538597" cy="481106"/>
          </a:xfrm>
          <a:prstGeom prst="wedgeRectCallout">
            <a:avLst>
              <a:gd name="adj1" fmla="val -55883"/>
              <a:gd name="adj2" fmla="val 36668"/>
            </a:avLst>
          </a:prstGeom>
          <a:solidFill>
            <a:schemeClr val="bg1">
              <a:lumMod val="85000"/>
            </a:schemeClr>
          </a:solidFill>
          <a:scene3d>
            <a:camera prst="orthographicFront"/>
            <a:lightRig rig="threePt" dir="t"/>
          </a:scene3d>
          <a:sp3d>
            <a:bevelT w="165100" prst="coolSlant"/>
          </a:sp3d>
        </p:spPr>
        <p:style>
          <a:lnRef idx="1">
            <a:schemeClr val="dk1"/>
          </a:lnRef>
          <a:fillRef idx="1003">
            <a:schemeClr val="dk1"/>
          </a:fillRef>
          <a:effectRef idx="1">
            <a:schemeClr val="dk1"/>
          </a:effectRef>
          <a:fontRef idx="minor">
            <a:schemeClr val="dk1"/>
          </a:fontRef>
        </p:style>
        <p:txBody>
          <a:bodyPr rtlCol="0" anchor="ctr"/>
          <a:lstStyle/>
          <a:p>
            <a:pPr algn="ctr"/>
            <a:r>
              <a:rPr lang="es-MX" sz="2000" dirty="0">
                <a:solidFill>
                  <a:schemeClr val="tx1"/>
                </a:solidFill>
              </a:rPr>
              <a:t>Se Inicia la variable </a:t>
            </a:r>
            <a:r>
              <a:rPr lang="es-MX" sz="2000" b="1" dirty="0" err="1">
                <a:solidFill>
                  <a:schemeClr val="tx1"/>
                </a:solidFill>
              </a:rPr>
              <a:t>pos</a:t>
            </a:r>
            <a:r>
              <a:rPr lang="es-MX" sz="2000" b="1" dirty="0">
                <a:solidFill>
                  <a:schemeClr val="tx1"/>
                </a:solidFill>
              </a:rPr>
              <a:t> </a:t>
            </a:r>
            <a:r>
              <a:rPr lang="es-MX" sz="2000" dirty="0">
                <a:solidFill>
                  <a:schemeClr val="tx1"/>
                </a:solidFill>
              </a:rPr>
              <a:t>en el valor de </a:t>
            </a:r>
            <a:r>
              <a:rPr lang="es-MX" sz="2400" b="1" dirty="0">
                <a:solidFill>
                  <a:schemeClr val="tx1"/>
                </a:solidFill>
                <a:effectLst>
                  <a:outerShdw blurRad="38100" dist="38100" dir="2700000" algn="tl">
                    <a:srgbClr val="000000">
                      <a:alpha val="43137"/>
                    </a:srgbClr>
                  </a:outerShdw>
                </a:effectLst>
              </a:rPr>
              <a:t>-1</a:t>
            </a:r>
            <a:r>
              <a:rPr lang="es-MX" sz="2000" b="1" dirty="0">
                <a:solidFill>
                  <a:schemeClr val="tx1"/>
                </a:solidFill>
              </a:rPr>
              <a:t>.</a:t>
            </a:r>
            <a:endParaRPr lang="es-ES" sz="2000" dirty="0">
              <a:solidFill>
                <a:schemeClr val="tx1"/>
              </a:solidFill>
            </a:endParaRPr>
          </a:p>
        </p:txBody>
      </p:sp>
      <p:sp>
        <p:nvSpPr>
          <p:cNvPr id="6" name="AutoShape 4">
            <a:extLst>
              <a:ext uri="{FF2B5EF4-FFF2-40B4-BE49-F238E27FC236}">
                <a16:creationId xmlns:a16="http://schemas.microsoft.com/office/drawing/2014/main" id="{8F6B1DA9-2FA2-42F5-AC5B-96D2BF92CEFA}"/>
              </a:ext>
            </a:extLst>
          </p:cNvPr>
          <p:cNvSpPr>
            <a:spLocks noChangeArrowheads="1"/>
          </p:cNvSpPr>
          <p:nvPr/>
        </p:nvSpPr>
        <p:spPr bwMode="auto">
          <a:xfrm>
            <a:off x="4982155" y="2127091"/>
            <a:ext cx="3384718" cy="481106"/>
          </a:xfrm>
          <a:prstGeom prst="wedgeRectCallout">
            <a:avLst>
              <a:gd name="adj1" fmla="val -59469"/>
              <a:gd name="adj2" fmla="val -17924"/>
            </a:avLst>
          </a:prstGeom>
          <a:solidFill>
            <a:schemeClr val="bg1">
              <a:lumMod val="85000"/>
            </a:schemeClr>
          </a:solidFill>
          <a:scene3d>
            <a:camera prst="orthographicFront"/>
            <a:lightRig rig="threePt" dir="t"/>
          </a:scene3d>
          <a:sp3d>
            <a:bevelT w="165100" prst="coolSlant"/>
          </a:sp3d>
        </p:spPr>
        <p:style>
          <a:lnRef idx="1">
            <a:schemeClr val="dk1"/>
          </a:lnRef>
          <a:fillRef idx="1003">
            <a:schemeClr val="dk1"/>
          </a:fillRef>
          <a:effectRef idx="1">
            <a:schemeClr val="dk1"/>
          </a:effectRef>
          <a:fontRef idx="minor">
            <a:schemeClr val="dk1"/>
          </a:fontRef>
        </p:style>
        <p:txBody>
          <a:bodyPr rtlCol="0" anchor="ctr"/>
          <a:lstStyle/>
          <a:p>
            <a:pPr algn="ctr"/>
            <a:r>
              <a:rPr lang="es-MX" sz="2000" dirty="0">
                <a:solidFill>
                  <a:schemeClr val="tx1"/>
                </a:solidFill>
              </a:rPr>
              <a:t>Se lee el dato a buscar (</a:t>
            </a:r>
            <a:r>
              <a:rPr lang="es-MX" sz="2000" b="1" dirty="0">
                <a:solidFill>
                  <a:schemeClr val="tx1"/>
                </a:solidFill>
                <a:effectLst>
                  <a:outerShdw blurRad="38100" dist="38100" dir="2700000" algn="tl">
                    <a:srgbClr val="000000">
                      <a:alpha val="43137"/>
                    </a:srgbClr>
                  </a:outerShdw>
                </a:effectLst>
              </a:rPr>
              <a:t>clave</a:t>
            </a:r>
            <a:r>
              <a:rPr lang="es-MX" sz="2000" dirty="0">
                <a:solidFill>
                  <a:schemeClr val="tx1"/>
                </a:solidFill>
              </a:rPr>
              <a:t>)</a:t>
            </a:r>
            <a:r>
              <a:rPr lang="es-MX" sz="2000" b="1" dirty="0">
                <a:solidFill>
                  <a:schemeClr val="tx1"/>
                </a:solidFill>
              </a:rPr>
              <a:t>.</a:t>
            </a:r>
            <a:endParaRPr lang="es-ES" sz="2000" dirty="0">
              <a:solidFill>
                <a:schemeClr val="tx1"/>
              </a:solidFill>
            </a:endParaRPr>
          </a:p>
        </p:txBody>
      </p:sp>
      <p:sp>
        <p:nvSpPr>
          <p:cNvPr id="8" name="AutoShape 4">
            <a:extLst>
              <a:ext uri="{FF2B5EF4-FFF2-40B4-BE49-F238E27FC236}">
                <a16:creationId xmlns:a16="http://schemas.microsoft.com/office/drawing/2014/main" id="{987B0667-13CD-491F-8DD1-6A77D42C81AB}"/>
              </a:ext>
            </a:extLst>
          </p:cNvPr>
          <p:cNvSpPr>
            <a:spLocks noChangeArrowheads="1"/>
          </p:cNvSpPr>
          <p:nvPr/>
        </p:nvSpPr>
        <p:spPr bwMode="auto">
          <a:xfrm>
            <a:off x="7011726" y="2655665"/>
            <a:ext cx="3867019" cy="671158"/>
          </a:xfrm>
          <a:prstGeom prst="wedgeRectCallout">
            <a:avLst>
              <a:gd name="adj1" fmla="val -59566"/>
              <a:gd name="adj2" fmla="val -23744"/>
            </a:avLst>
          </a:prstGeom>
          <a:solidFill>
            <a:schemeClr val="bg1">
              <a:lumMod val="85000"/>
            </a:schemeClr>
          </a:solidFill>
          <a:scene3d>
            <a:camera prst="orthographicFront"/>
            <a:lightRig rig="threePt" dir="t"/>
          </a:scene3d>
          <a:sp3d>
            <a:bevelT w="165100" prst="coolSlant"/>
          </a:sp3d>
        </p:spPr>
        <p:style>
          <a:lnRef idx="1">
            <a:schemeClr val="dk1"/>
          </a:lnRef>
          <a:fillRef idx="1003">
            <a:schemeClr val="dk1"/>
          </a:fillRef>
          <a:effectRef idx="1">
            <a:schemeClr val="dk1"/>
          </a:effectRef>
          <a:fontRef idx="minor">
            <a:schemeClr val="dk1"/>
          </a:fontRef>
        </p:style>
        <p:txBody>
          <a:bodyPr rtlCol="0" anchor="ctr"/>
          <a:lstStyle/>
          <a:p>
            <a:pPr algn="ctr"/>
            <a:r>
              <a:rPr lang="es-MX" sz="2000" dirty="0">
                <a:solidFill>
                  <a:schemeClr val="tx1"/>
                </a:solidFill>
              </a:rPr>
              <a:t>Se hace un ciclo mientras hayan elementos y no encuentre la clave</a:t>
            </a:r>
            <a:r>
              <a:rPr lang="es-MX" sz="2000" b="1" dirty="0">
                <a:solidFill>
                  <a:schemeClr val="tx1"/>
                </a:solidFill>
              </a:rPr>
              <a:t>.</a:t>
            </a:r>
            <a:endParaRPr lang="es-ES" sz="2000" dirty="0">
              <a:solidFill>
                <a:schemeClr val="tx1"/>
              </a:solidFill>
            </a:endParaRPr>
          </a:p>
        </p:txBody>
      </p:sp>
      <p:sp>
        <p:nvSpPr>
          <p:cNvPr id="9" name="AutoShape 4">
            <a:extLst>
              <a:ext uri="{FF2B5EF4-FFF2-40B4-BE49-F238E27FC236}">
                <a16:creationId xmlns:a16="http://schemas.microsoft.com/office/drawing/2014/main" id="{D0AD2C69-5E07-42E3-8839-89F13BD74FB8}"/>
              </a:ext>
            </a:extLst>
          </p:cNvPr>
          <p:cNvSpPr>
            <a:spLocks noChangeArrowheads="1"/>
          </p:cNvSpPr>
          <p:nvPr/>
        </p:nvSpPr>
        <p:spPr bwMode="auto">
          <a:xfrm>
            <a:off x="5210946" y="3517816"/>
            <a:ext cx="4748699" cy="1006734"/>
          </a:xfrm>
          <a:prstGeom prst="wedgeRectCallout">
            <a:avLst>
              <a:gd name="adj1" fmla="val -57524"/>
              <a:gd name="adj2" fmla="val -44719"/>
            </a:avLst>
          </a:prstGeom>
          <a:solidFill>
            <a:schemeClr val="bg1">
              <a:lumMod val="85000"/>
            </a:schemeClr>
          </a:solidFill>
          <a:scene3d>
            <a:camera prst="orthographicFront"/>
            <a:lightRig rig="threePt" dir="t"/>
          </a:scene3d>
          <a:sp3d>
            <a:bevelT w="165100" prst="coolSlant"/>
          </a:sp3d>
        </p:spPr>
        <p:style>
          <a:lnRef idx="1">
            <a:schemeClr val="dk1"/>
          </a:lnRef>
          <a:fillRef idx="1003">
            <a:schemeClr val="dk1"/>
          </a:fillRef>
          <a:effectRef idx="1">
            <a:schemeClr val="dk1"/>
          </a:effectRef>
          <a:fontRef idx="minor">
            <a:schemeClr val="dk1"/>
          </a:fontRef>
        </p:style>
        <p:txBody>
          <a:bodyPr rtlCol="0" anchor="ctr"/>
          <a:lstStyle/>
          <a:p>
            <a:pPr algn="ctr"/>
            <a:r>
              <a:rPr lang="es-MX" sz="2000" dirty="0">
                <a:solidFill>
                  <a:schemeClr val="tx1"/>
                </a:solidFill>
              </a:rPr>
              <a:t>Se compara cada elemento con la clave. Si es igual, se guarda la posición y esto rompe el ciclo para que no continúe recorriendo.</a:t>
            </a:r>
            <a:endParaRPr lang="es-ES" sz="2000" dirty="0">
              <a:solidFill>
                <a:schemeClr val="tx1"/>
              </a:solidFill>
            </a:endParaRPr>
          </a:p>
        </p:txBody>
      </p:sp>
      <p:sp>
        <p:nvSpPr>
          <p:cNvPr id="10" name="AutoShape 4">
            <a:extLst>
              <a:ext uri="{FF2B5EF4-FFF2-40B4-BE49-F238E27FC236}">
                <a16:creationId xmlns:a16="http://schemas.microsoft.com/office/drawing/2014/main" id="{8A8E4836-D928-4102-B8E5-6AAC1BDE2E66}"/>
              </a:ext>
            </a:extLst>
          </p:cNvPr>
          <p:cNvSpPr>
            <a:spLocks noChangeArrowheads="1"/>
          </p:cNvSpPr>
          <p:nvPr/>
        </p:nvSpPr>
        <p:spPr bwMode="auto">
          <a:xfrm>
            <a:off x="155257" y="3169920"/>
            <a:ext cx="2455732" cy="1878891"/>
          </a:xfrm>
          <a:prstGeom prst="wedgeRectCallout">
            <a:avLst>
              <a:gd name="adj1" fmla="val 63903"/>
              <a:gd name="adj2" fmla="val 42313"/>
            </a:avLst>
          </a:prstGeom>
          <a:solidFill>
            <a:schemeClr val="bg1">
              <a:lumMod val="85000"/>
            </a:schemeClr>
          </a:solidFill>
          <a:scene3d>
            <a:camera prst="orthographicFront"/>
            <a:lightRig rig="threePt" dir="t"/>
          </a:scene3d>
          <a:sp3d>
            <a:bevelT w="165100" prst="coolSlant"/>
          </a:sp3d>
        </p:spPr>
        <p:style>
          <a:lnRef idx="1">
            <a:schemeClr val="dk1"/>
          </a:lnRef>
          <a:fillRef idx="1003">
            <a:schemeClr val="dk1"/>
          </a:fillRef>
          <a:effectRef idx="1">
            <a:schemeClr val="dk1"/>
          </a:effectRef>
          <a:fontRef idx="minor">
            <a:schemeClr val="dk1"/>
          </a:fontRef>
        </p:style>
        <p:txBody>
          <a:bodyPr rtlCol="0" anchor="ctr"/>
          <a:lstStyle/>
          <a:p>
            <a:pPr algn="ctr"/>
            <a:r>
              <a:rPr lang="es-MX" sz="2000" dirty="0">
                <a:solidFill>
                  <a:schemeClr val="tx1"/>
                </a:solidFill>
              </a:rPr>
              <a:t>Si la posición es diferente de -1, se imprime que existe la clave y su posición; sino, se imprime que no existe.</a:t>
            </a:r>
            <a:endParaRPr lang="es-ES" sz="2000" dirty="0">
              <a:solidFill>
                <a:schemeClr val="tx1"/>
              </a:solidFill>
            </a:endParaRPr>
          </a:p>
        </p:txBody>
      </p:sp>
      <p:pic>
        <p:nvPicPr>
          <p:cNvPr id="4" name="Imagen 3">
            <a:extLst>
              <a:ext uri="{FF2B5EF4-FFF2-40B4-BE49-F238E27FC236}">
                <a16:creationId xmlns:a16="http://schemas.microsoft.com/office/drawing/2014/main" id="{7D23AD31-BE68-49D2-9057-DDB55794D4F8}"/>
              </a:ext>
            </a:extLst>
          </p:cNvPr>
          <p:cNvPicPr>
            <a:picLocks noChangeAspect="1"/>
          </p:cNvPicPr>
          <p:nvPr/>
        </p:nvPicPr>
        <p:blipFill>
          <a:blip r:embed="rId4"/>
          <a:stretch>
            <a:fillRect/>
          </a:stretch>
        </p:blipFill>
        <p:spPr>
          <a:xfrm>
            <a:off x="5245092" y="4680816"/>
            <a:ext cx="4680405" cy="1506706"/>
          </a:xfrm>
          <a:prstGeom prst="rect">
            <a:avLst/>
          </a:prstGeom>
          <a:ln w="88900" cap="sq" cmpd="thickThin">
            <a:solidFill>
              <a:srgbClr val="000000"/>
            </a:solidFill>
            <a:prstDash val="solid"/>
            <a:miter lim="800000"/>
          </a:ln>
          <a:effectLst>
            <a:innerShdw blurRad="76200">
              <a:srgbClr val="000000"/>
            </a:innerShdw>
          </a:effectLst>
        </p:spPr>
      </p:pic>
    </p:spTree>
    <p:extLst>
      <p:ext uri="{BB962C8B-B14F-4D97-AF65-F5344CB8AC3E}">
        <p14:creationId xmlns:p14="http://schemas.microsoft.com/office/powerpoint/2010/main" val="3053915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dissolv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dissolve">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dissolve">
                                      <p:cBhvr>
                                        <p:cTn id="17" dur="500"/>
                                        <p:tgtEl>
                                          <p:spTgt spid="8"/>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dissolve">
                                      <p:cBhvr>
                                        <p:cTn id="22" dur="500"/>
                                        <p:tgtEl>
                                          <p:spTgt spid="9"/>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dissolve">
                                      <p:cBhvr>
                                        <p:cTn id="27" dur="500"/>
                                        <p:tgtEl>
                                          <p:spTgt spid="10"/>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nodeType="clickEffect">
                                  <p:stCondLst>
                                    <p:cond delay="0"/>
                                  </p:stCondLst>
                                  <p:childTnLst>
                                    <p:set>
                                      <p:cBhvr>
                                        <p:cTn id="31" dur="1" fill="hold">
                                          <p:stCondLst>
                                            <p:cond delay="0"/>
                                          </p:stCondLst>
                                        </p:cTn>
                                        <p:tgtEl>
                                          <p:spTgt spid="4"/>
                                        </p:tgtEl>
                                        <p:attrNameLst>
                                          <p:attrName>style.visibility</p:attrName>
                                        </p:attrNameLst>
                                      </p:cBhvr>
                                      <p:to>
                                        <p:strVal val="visible"/>
                                      </p:to>
                                    </p:set>
                                    <p:animEffect transition="in" filter="wipe(down)">
                                      <p:cBhvr>
                                        <p:cTn id="3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autoUpdateAnimBg="0"/>
      <p:bldP spid="6" grpId="0" animBg="1" autoUpdateAnimBg="0"/>
      <p:bldP spid="8" grpId="0" animBg="1" autoUpdateAnimBg="0"/>
      <p:bldP spid="9" grpId="0" animBg="1" autoUpdateAnimBg="0"/>
      <p:bldP spid="10" grpId="0" animBg="1" autoUpdateAnimBg="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989994" y="0"/>
            <a:ext cx="11369040" cy="914400"/>
          </a:xfrm>
        </p:spPr>
        <p:txBody>
          <a:bodyPr>
            <a:noAutofit/>
          </a:bodyPr>
          <a:lstStyle/>
          <a:p>
            <a:pPr algn="ctr"/>
            <a:r>
              <a:rPr lang="es-CO" sz="3800" b="1" dirty="0">
                <a:latin typeface="Bahnschrift Light SemiCondensed" panose="020B0502040204020203" pitchFamily="34" charset="0"/>
              </a:rPr>
              <a:t>“MÉTODO DE BÚSQUEDA BINARIA EN C++”</a:t>
            </a:r>
          </a:p>
        </p:txBody>
      </p:sp>
      <p:sp>
        <p:nvSpPr>
          <p:cNvPr id="7" name="CuadroTexto 6">
            <a:extLst>
              <a:ext uri="{FF2B5EF4-FFF2-40B4-BE49-F238E27FC236}">
                <a16:creationId xmlns:a16="http://schemas.microsoft.com/office/drawing/2014/main" id="{B3245438-2EFA-4DBF-85CF-60E0A78BBF68}"/>
              </a:ext>
            </a:extLst>
          </p:cNvPr>
          <p:cNvSpPr txBox="1"/>
          <p:nvPr/>
        </p:nvSpPr>
        <p:spPr>
          <a:xfrm>
            <a:off x="989994" y="1269414"/>
            <a:ext cx="10785446" cy="5303520"/>
          </a:xfrm>
          <a:prstGeom prst="rect">
            <a:avLst/>
          </a:prstGeom>
          <a:solidFill>
            <a:schemeClr val="accent5">
              <a:lumMod val="20000"/>
              <a:lumOff val="80000"/>
            </a:schemeClr>
          </a:solidFill>
          <a:scene3d>
            <a:camera prst="orthographicFront"/>
            <a:lightRig rig="flat" dir="t"/>
          </a:scene3d>
          <a:sp3d/>
        </p:spPr>
        <p:style>
          <a:lnRef idx="0">
            <a:scrgbClr r="0" g="0" b="0"/>
          </a:lnRef>
          <a:fillRef idx="0">
            <a:scrgbClr r="0" g="0" b="0"/>
          </a:fillRef>
          <a:effectRef idx="0">
            <a:scrgbClr r="0" g="0" b="0"/>
          </a:effectRef>
          <a:fontRef idx="minor">
            <a:schemeClr val="dk1"/>
          </a:fontRef>
        </p:style>
        <p:txBody>
          <a:bodyPr spcFirstLastPara="0" vert="horz" wrap="square" lIns="121920" tIns="121920" rIns="121920" bIns="121920" numCol="1" spcCol="1270" anchor="ctr" anchorCtr="0">
            <a:noAutofit/>
          </a:bodyPr>
          <a:lstStyle/>
          <a:p>
            <a:pPr algn="just"/>
            <a:r>
              <a:rPr lang="es-ES" sz="2800" dirty="0">
                <a:latin typeface="Arial Narrow" panose="020B0606020202030204" pitchFamily="34" charset="0"/>
              </a:rPr>
              <a:t>Es el mejor método de búsqueda para arreglos de gran tamaño. Es un poco complicada su prueba de escritorio; pero es óptimo y eficaz al momento de encontrar un dato.  El principal requisitos para aplicar búsqueda binaria es que el vector tiene que estar ordenado. Para hacer búsqueda binaria tener en cuenta el siguiente procedimiento:</a:t>
            </a:r>
          </a:p>
          <a:p>
            <a:pPr lvl="0" algn="just" fontAlgn="base">
              <a:spcBef>
                <a:spcPct val="50000"/>
              </a:spcBef>
              <a:spcAft>
                <a:spcPct val="0"/>
              </a:spcAft>
            </a:pPr>
            <a:r>
              <a:rPr lang="es-CO" sz="2800" dirty="0">
                <a:solidFill>
                  <a:prstClr val="black"/>
                </a:solidFill>
                <a:latin typeface="Arial Narrow" pitchFamily="34" charset="0"/>
              </a:rPr>
              <a:t>1-Se debe leer el dato a buscar (clave): </a:t>
            </a:r>
            <a:r>
              <a:rPr lang="es-CO" sz="2800" b="1" spc="50" dirty="0">
                <a:ln w="11430">
                  <a:solidFill>
                    <a:schemeClr val="bg1"/>
                  </a:solidFill>
                </a:ln>
                <a:effectLst>
                  <a:outerShdw blurRad="76200" dist="50800" dir="5400000" algn="tl" rotWithShape="0">
                    <a:srgbClr val="000000">
                      <a:alpha val="65000"/>
                    </a:srgbClr>
                  </a:outerShdw>
                </a:effectLst>
                <a:latin typeface="Arial Narrow" pitchFamily="34" charset="0"/>
              </a:rPr>
              <a:t>cin&gt;&gt;clave;</a:t>
            </a:r>
          </a:p>
          <a:p>
            <a:pPr lvl="0" algn="just" fontAlgn="base">
              <a:spcBef>
                <a:spcPct val="50000"/>
              </a:spcBef>
              <a:spcAft>
                <a:spcPct val="0"/>
              </a:spcAft>
            </a:pPr>
            <a:r>
              <a:rPr lang="es-CO" sz="2800" dirty="0">
                <a:solidFill>
                  <a:prstClr val="black"/>
                </a:solidFill>
                <a:latin typeface="Arial Narrow" pitchFamily="34" charset="0"/>
              </a:rPr>
              <a:t>2-Se inicializan 3 variables importantes para el método: izquierda, derecha y mitad:</a:t>
            </a:r>
            <a:r>
              <a:rPr lang="es-CO" sz="2800" b="1" spc="50" dirty="0">
                <a:ln w="11430">
                  <a:solidFill>
                    <a:schemeClr val="bg1"/>
                  </a:solidFill>
                </a:ln>
                <a:effectLst>
                  <a:outerShdw blurRad="76200" dist="50800" dir="5400000" algn="tl" rotWithShape="0">
                    <a:srgbClr val="000000">
                      <a:alpha val="65000"/>
                    </a:srgbClr>
                  </a:outerShdw>
                </a:effectLst>
                <a:latin typeface="Arial Narrow" pitchFamily="34" charset="0"/>
              </a:rPr>
              <a:t> int izquierda = 0, </a:t>
            </a:r>
            <a:r>
              <a:rPr lang="es-CO" sz="2800" b="1" spc="50" dirty="0" err="1">
                <a:ln w="11430">
                  <a:solidFill>
                    <a:schemeClr val="bg1"/>
                  </a:solidFill>
                </a:ln>
                <a:effectLst>
                  <a:outerShdw blurRad="76200" dist="50800" dir="5400000" algn="tl" rotWithShape="0">
                    <a:srgbClr val="000000">
                      <a:alpha val="65000"/>
                    </a:srgbClr>
                  </a:outerShdw>
                </a:effectLst>
                <a:latin typeface="Arial Narrow" pitchFamily="34" charset="0"/>
              </a:rPr>
              <a:t>dererecha</a:t>
            </a:r>
            <a:r>
              <a:rPr lang="es-CO" sz="2800" b="1" spc="50" dirty="0">
                <a:ln w="11430">
                  <a:solidFill>
                    <a:schemeClr val="bg1"/>
                  </a:solidFill>
                </a:ln>
                <a:effectLst>
                  <a:outerShdw blurRad="76200" dist="50800" dir="5400000" algn="tl" rotWithShape="0">
                    <a:srgbClr val="000000">
                      <a:alpha val="65000"/>
                    </a:srgbClr>
                  </a:outerShdw>
                </a:effectLst>
                <a:latin typeface="Arial Narrow" pitchFamily="34" charset="0"/>
              </a:rPr>
              <a:t> = N-1, mitad = (izquierda + derecha)/2; </a:t>
            </a:r>
            <a:r>
              <a:rPr lang="es-CO" sz="2800" dirty="0">
                <a:solidFill>
                  <a:prstClr val="black"/>
                </a:solidFill>
                <a:latin typeface="Arial Narrow" pitchFamily="34" charset="0"/>
              </a:rPr>
              <a:t>Gracias a esas 3 variables y especialmente por la mitad, l</a:t>
            </a:r>
            <a:r>
              <a:rPr lang="es-ES" sz="2800" dirty="0">
                <a:latin typeface="Arial Narrow" panose="020B0606020202030204" pitchFamily="34" charset="0"/>
              </a:rPr>
              <a:t>a búsqueda binaria </a:t>
            </a:r>
            <a:r>
              <a:rPr lang="es-ES" sz="2800" dirty="0">
                <a:effectLst>
                  <a:outerShdw blurRad="38100" dist="38100" dir="2700000" algn="tl">
                    <a:srgbClr val="000000">
                      <a:alpha val="43137"/>
                    </a:srgbClr>
                  </a:outerShdw>
                </a:effectLst>
                <a:latin typeface="Arial Narrow" panose="020B0606020202030204" pitchFamily="34" charset="0"/>
              </a:rPr>
              <a:t>“parte” </a:t>
            </a:r>
            <a:r>
              <a:rPr lang="es-ES" sz="2800" dirty="0">
                <a:latin typeface="Arial Narrow" panose="020B0606020202030204" pitchFamily="34" charset="0"/>
              </a:rPr>
              <a:t>el vector en dos para realizar la búsqueda, sólo busca en alguna de las dos mitades, de acuerdo a una condición, hacia el lado derecho o el izquierdo</a:t>
            </a:r>
            <a:r>
              <a:rPr lang="es-ES" sz="2800" b="1" dirty="0">
                <a:latin typeface="Arial Narrow" panose="020B0606020202030204" pitchFamily="34" charset="0"/>
              </a:rPr>
              <a:t>.</a:t>
            </a:r>
            <a:endParaRPr lang="es-ES" sz="2800" dirty="0">
              <a:latin typeface="Arial Narrow" panose="020B0606020202030204" pitchFamily="34" charset="0"/>
            </a:endParaRPr>
          </a:p>
        </p:txBody>
      </p:sp>
    </p:spTree>
    <p:extLst>
      <p:ext uri="{BB962C8B-B14F-4D97-AF65-F5344CB8AC3E}">
        <p14:creationId xmlns:p14="http://schemas.microsoft.com/office/powerpoint/2010/main" val="42025693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up)">
                                      <p:cBhvr>
                                        <p:cTn id="7" dur="1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989994" y="0"/>
            <a:ext cx="11369040" cy="914400"/>
          </a:xfrm>
        </p:spPr>
        <p:txBody>
          <a:bodyPr>
            <a:noAutofit/>
          </a:bodyPr>
          <a:lstStyle/>
          <a:p>
            <a:pPr algn="ctr"/>
            <a:r>
              <a:rPr lang="es-CO" sz="3800" b="1" dirty="0">
                <a:latin typeface="Bahnschrift Light SemiCondensed" panose="020B0502040204020203" pitchFamily="34" charset="0"/>
              </a:rPr>
              <a:t>“MÉTODO DE BÚSQUEDA BINARIA EN C++”</a:t>
            </a:r>
          </a:p>
        </p:txBody>
      </p:sp>
      <p:sp>
        <p:nvSpPr>
          <p:cNvPr id="7" name="CuadroTexto 6">
            <a:extLst>
              <a:ext uri="{FF2B5EF4-FFF2-40B4-BE49-F238E27FC236}">
                <a16:creationId xmlns:a16="http://schemas.microsoft.com/office/drawing/2014/main" id="{B3245438-2EFA-4DBF-85CF-60E0A78BBF68}"/>
              </a:ext>
            </a:extLst>
          </p:cNvPr>
          <p:cNvSpPr txBox="1"/>
          <p:nvPr/>
        </p:nvSpPr>
        <p:spPr>
          <a:xfrm>
            <a:off x="989994" y="727788"/>
            <a:ext cx="10785446" cy="5845146"/>
          </a:xfrm>
          <a:prstGeom prst="rect">
            <a:avLst/>
          </a:prstGeom>
          <a:solidFill>
            <a:schemeClr val="accent5">
              <a:lumMod val="20000"/>
              <a:lumOff val="80000"/>
            </a:schemeClr>
          </a:solidFill>
          <a:scene3d>
            <a:camera prst="orthographicFront"/>
            <a:lightRig rig="flat" dir="t"/>
          </a:scene3d>
          <a:sp3d/>
        </p:spPr>
        <p:style>
          <a:lnRef idx="0">
            <a:scrgbClr r="0" g="0" b="0"/>
          </a:lnRef>
          <a:fillRef idx="0">
            <a:scrgbClr r="0" g="0" b="0"/>
          </a:fillRef>
          <a:effectRef idx="0">
            <a:scrgbClr r="0" g="0" b="0"/>
          </a:effectRef>
          <a:fontRef idx="minor">
            <a:schemeClr val="dk1"/>
          </a:fontRef>
        </p:style>
        <p:txBody>
          <a:bodyPr spcFirstLastPara="0" vert="horz" wrap="square" lIns="121920" tIns="121920" rIns="121920" bIns="121920" numCol="1" spcCol="1270" anchor="ctr" anchorCtr="0">
            <a:noAutofit/>
          </a:bodyPr>
          <a:lstStyle/>
          <a:p>
            <a:pPr algn="just"/>
            <a:r>
              <a:rPr lang="es-CO" sz="2800" dirty="0">
                <a:solidFill>
                  <a:prstClr val="black"/>
                </a:solidFill>
                <a:latin typeface="Arial Narrow" pitchFamily="34" charset="0"/>
              </a:rPr>
              <a:t>3-Realizar un ciclo mientras que no encuentre la clave y existan elementos: 	</a:t>
            </a:r>
            <a:r>
              <a:rPr lang="es-CO" sz="2800" b="1" spc="50" dirty="0">
                <a:ln w="11430">
                  <a:solidFill>
                    <a:schemeClr val="bg1"/>
                  </a:solidFill>
                </a:ln>
                <a:effectLst>
                  <a:outerShdw blurRad="76200" dist="50800" dir="5400000" algn="tl" rotWithShape="0">
                    <a:srgbClr val="000000">
                      <a:alpha val="65000"/>
                    </a:srgbClr>
                  </a:outerShdw>
                </a:effectLst>
                <a:latin typeface="Arial Narrow" pitchFamily="34" charset="0"/>
              </a:rPr>
              <a:t>while (clave != vector[</a:t>
            </a:r>
            <a:r>
              <a:rPr lang="es-CO" sz="2800" b="1" spc="50" dirty="0" err="1">
                <a:ln w="11430">
                  <a:solidFill>
                    <a:schemeClr val="bg1"/>
                  </a:solidFill>
                </a:ln>
                <a:effectLst>
                  <a:outerShdw blurRad="76200" dist="50800" dir="5400000" algn="tl" rotWithShape="0">
                    <a:srgbClr val="000000">
                      <a:alpha val="65000"/>
                    </a:srgbClr>
                  </a:outerShdw>
                </a:effectLst>
                <a:latin typeface="Arial Narrow" pitchFamily="34" charset="0"/>
              </a:rPr>
              <a:t>mit</a:t>
            </a:r>
            <a:r>
              <a:rPr lang="es-CO" sz="2800" b="1" spc="50" dirty="0">
                <a:ln w="11430">
                  <a:solidFill>
                    <a:schemeClr val="bg1"/>
                  </a:solidFill>
                </a:ln>
                <a:effectLst>
                  <a:outerShdw blurRad="76200" dist="50800" dir="5400000" algn="tl" rotWithShape="0">
                    <a:srgbClr val="000000">
                      <a:alpha val="65000"/>
                    </a:srgbClr>
                  </a:outerShdw>
                </a:effectLst>
                <a:latin typeface="Arial Narrow" pitchFamily="34" charset="0"/>
              </a:rPr>
              <a:t>] &amp;&amp; </a:t>
            </a:r>
            <a:r>
              <a:rPr lang="es-CO" sz="2800" b="1" spc="50" dirty="0" err="1">
                <a:ln w="11430">
                  <a:solidFill>
                    <a:schemeClr val="bg1"/>
                  </a:solidFill>
                </a:ln>
                <a:effectLst>
                  <a:outerShdw blurRad="76200" dist="50800" dir="5400000" algn="tl" rotWithShape="0">
                    <a:srgbClr val="000000">
                      <a:alpha val="65000"/>
                    </a:srgbClr>
                  </a:outerShdw>
                </a:effectLst>
                <a:latin typeface="Arial Narrow" pitchFamily="34" charset="0"/>
              </a:rPr>
              <a:t>izq</a:t>
            </a:r>
            <a:r>
              <a:rPr lang="es-CO" sz="2800" b="1" spc="50" dirty="0">
                <a:ln w="11430">
                  <a:solidFill>
                    <a:schemeClr val="bg1"/>
                  </a:solidFill>
                </a:ln>
                <a:effectLst>
                  <a:outerShdw blurRad="76200" dist="50800" dir="5400000" algn="tl" rotWithShape="0">
                    <a:srgbClr val="000000">
                      <a:alpha val="65000"/>
                    </a:srgbClr>
                  </a:outerShdw>
                </a:effectLst>
                <a:latin typeface="Arial Narrow" pitchFamily="34" charset="0"/>
              </a:rPr>
              <a:t> &lt; </a:t>
            </a:r>
            <a:r>
              <a:rPr lang="es-CO" sz="2800" b="1" spc="50" dirty="0" err="1">
                <a:ln w="11430">
                  <a:solidFill>
                    <a:schemeClr val="bg1"/>
                  </a:solidFill>
                </a:ln>
                <a:effectLst>
                  <a:outerShdw blurRad="76200" dist="50800" dir="5400000" algn="tl" rotWithShape="0">
                    <a:srgbClr val="000000">
                      <a:alpha val="65000"/>
                    </a:srgbClr>
                  </a:outerShdw>
                </a:effectLst>
                <a:latin typeface="Arial Narrow" pitchFamily="34" charset="0"/>
              </a:rPr>
              <a:t>der</a:t>
            </a:r>
            <a:r>
              <a:rPr lang="es-CO" sz="2800" b="1" spc="50" dirty="0">
                <a:ln w="11430">
                  <a:solidFill>
                    <a:schemeClr val="bg1"/>
                  </a:solidFill>
                </a:ln>
                <a:effectLst>
                  <a:outerShdw blurRad="76200" dist="50800" dir="5400000" algn="tl" rotWithShape="0">
                    <a:srgbClr val="000000">
                      <a:alpha val="65000"/>
                    </a:srgbClr>
                  </a:outerShdw>
                </a:effectLst>
                <a:latin typeface="Arial Narrow" pitchFamily="34" charset="0"/>
              </a:rPr>
              <a:t>) {}</a:t>
            </a:r>
          </a:p>
          <a:p>
            <a:pPr algn="just"/>
            <a:endParaRPr lang="es-CO" sz="2800" b="1" spc="50" dirty="0">
              <a:ln w="11430">
                <a:solidFill>
                  <a:schemeClr val="bg1"/>
                </a:solidFill>
              </a:ln>
              <a:effectLst>
                <a:outerShdw blurRad="76200" dist="50800" dir="5400000" algn="tl" rotWithShape="0">
                  <a:srgbClr val="000000">
                    <a:alpha val="65000"/>
                  </a:srgbClr>
                </a:outerShdw>
              </a:effectLst>
              <a:latin typeface="Arial Narrow" pitchFamily="34" charset="0"/>
            </a:endParaRPr>
          </a:p>
          <a:p>
            <a:pPr algn="just"/>
            <a:r>
              <a:rPr lang="es-CO" sz="2800" dirty="0">
                <a:solidFill>
                  <a:prstClr val="black"/>
                </a:solidFill>
                <a:latin typeface="Arial Narrow" pitchFamily="34" charset="0"/>
              </a:rPr>
              <a:t>4-S</a:t>
            </a:r>
            <a:r>
              <a:rPr lang="es-ES" sz="2800" dirty="0">
                <a:solidFill>
                  <a:prstClr val="black"/>
                </a:solidFill>
                <a:latin typeface="Arial Narrow" pitchFamily="34" charset="0"/>
              </a:rPr>
              <a:t>i el elemento es igual a la clave buscada, el ciclo se rompe; sino s</a:t>
            </a:r>
            <a:r>
              <a:rPr lang="es-CO" sz="2800" dirty="0">
                <a:solidFill>
                  <a:prstClr val="black"/>
                </a:solidFill>
                <a:latin typeface="Arial Narrow" pitchFamily="34" charset="0"/>
              </a:rPr>
              <a:t>e compara la clave con el elemento central, si la clave es menor </a:t>
            </a:r>
            <a:r>
              <a:rPr lang="es-ES" sz="2800" dirty="0">
                <a:solidFill>
                  <a:prstClr val="black"/>
                </a:solidFill>
                <a:latin typeface="Arial Narrow" pitchFamily="34" charset="0"/>
              </a:rPr>
              <a:t>significa que se debe continuar el proceso pero sólo en la primera mitad del vector, para lo que se cambia la variable </a:t>
            </a:r>
            <a:r>
              <a:rPr lang="es-ES" sz="2800" dirty="0">
                <a:solidFill>
                  <a:prstClr val="black"/>
                </a:solidFill>
                <a:effectLst>
                  <a:outerShdw blurRad="38100" dist="38100" dir="2700000" algn="tl">
                    <a:srgbClr val="000000">
                      <a:alpha val="43137"/>
                    </a:srgbClr>
                  </a:outerShdw>
                </a:effectLst>
                <a:latin typeface="Arial Narrow" pitchFamily="34" charset="0"/>
              </a:rPr>
              <a:t>derecha por mitad -1</a:t>
            </a:r>
            <a:r>
              <a:rPr lang="es-ES" sz="2800" dirty="0">
                <a:solidFill>
                  <a:prstClr val="black"/>
                </a:solidFill>
                <a:latin typeface="Arial Narrow" pitchFamily="34" charset="0"/>
              </a:rPr>
              <a:t>; en caso contrario, se cambia la </a:t>
            </a:r>
            <a:r>
              <a:rPr lang="es-ES" sz="2800" dirty="0">
                <a:solidFill>
                  <a:prstClr val="black"/>
                </a:solidFill>
                <a:effectLst>
                  <a:outerShdw blurRad="38100" dist="38100" dir="2700000" algn="tl">
                    <a:srgbClr val="000000">
                      <a:alpha val="43137"/>
                    </a:srgbClr>
                  </a:outerShdw>
                </a:effectLst>
                <a:latin typeface="Arial Narrow" pitchFamily="34" charset="0"/>
              </a:rPr>
              <a:t>izquierda por mitad+1</a:t>
            </a:r>
            <a:r>
              <a:rPr lang="es-ES" sz="2800" dirty="0">
                <a:solidFill>
                  <a:prstClr val="black"/>
                </a:solidFill>
                <a:latin typeface="Arial Narrow" pitchFamily="34" charset="0"/>
              </a:rPr>
              <a:t> para buscar en la segunda mitad del vector. Por eso su eficiencia y rapidez</a:t>
            </a:r>
            <a:r>
              <a:rPr lang="es-CO" sz="2800" dirty="0">
                <a:solidFill>
                  <a:prstClr val="black"/>
                </a:solidFill>
                <a:latin typeface="Arial Narrow" pitchFamily="34" charset="0"/>
              </a:rPr>
              <a:t>: descarta la mitad de los elementos en cada comparación. </a:t>
            </a:r>
          </a:p>
          <a:p>
            <a:pPr algn="just"/>
            <a:r>
              <a:rPr lang="es-CO" sz="2800" b="1" spc="50" dirty="0">
                <a:ln w="11430">
                  <a:solidFill>
                    <a:schemeClr val="bg1"/>
                  </a:solidFill>
                </a:ln>
                <a:solidFill>
                  <a:prstClr val="black"/>
                </a:solidFill>
                <a:effectLst>
                  <a:outerShdw blurRad="76200" dist="50800" dir="5400000" algn="tl" rotWithShape="0">
                    <a:srgbClr val="000000">
                      <a:alpha val="65000"/>
                    </a:srgbClr>
                  </a:outerShdw>
                </a:effectLst>
                <a:latin typeface="Arial Narrow" pitchFamily="34" charset="0"/>
              </a:rPr>
              <a:t>	if (</a:t>
            </a:r>
            <a:r>
              <a:rPr lang="es-CO" sz="2800" b="1" spc="50" dirty="0">
                <a:ln w="11430">
                  <a:solidFill>
                    <a:schemeClr val="bg1"/>
                  </a:solidFill>
                </a:ln>
                <a:effectLst>
                  <a:outerShdw blurRad="76200" dist="50800" dir="5400000" algn="tl" rotWithShape="0">
                    <a:srgbClr val="000000">
                      <a:alpha val="65000"/>
                    </a:srgbClr>
                  </a:outerShdw>
                </a:effectLst>
                <a:latin typeface="Arial Narrow" pitchFamily="34" charset="0"/>
              </a:rPr>
              <a:t>clave &lt; vector[mitad])</a:t>
            </a:r>
          </a:p>
          <a:p>
            <a:pPr algn="just"/>
            <a:r>
              <a:rPr lang="es-CO" sz="2800" b="1" spc="50" dirty="0">
                <a:ln w="11430">
                  <a:solidFill>
                    <a:schemeClr val="bg1"/>
                  </a:solidFill>
                </a:ln>
                <a:effectLst>
                  <a:outerShdw blurRad="76200" dist="50800" dir="5400000" algn="tl" rotWithShape="0">
                    <a:srgbClr val="000000">
                      <a:alpha val="65000"/>
                    </a:srgbClr>
                  </a:outerShdw>
                </a:effectLst>
                <a:latin typeface="Arial Narrow" pitchFamily="34" charset="0"/>
              </a:rPr>
              <a:t>		derecha = mitad-1;</a:t>
            </a:r>
          </a:p>
          <a:p>
            <a:pPr algn="just"/>
            <a:r>
              <a:rPr lang="es-CO" sz="2800" b="1" spc="50" dirty="0">
                <a:ln w="11430">
                  <a:solidFill>
                    <a:schemeClr val="bg1"/>
                  </a:solidFill>
                </a:ln>
                <a:effectLst>
                  <a:outerShdw blurRad="76200" dist="50800" dir="5400000" algn="tl" rotWithShape="0">
                    <a:srgbClr val="000000">
                      <a:alpha val="65000"/>
                    </a:srgbClr>
                  </a:outerShdw>
                </a:effectLst>
                <a:latin typeface="Arial Narrow" pitchFamily="34" charset="0"/>
              </a:rPr>
              <a:t>	else</a:t>
            </a:r>
          </a:p>
          <a:p>
            <a:pPr algn="just"/>
            <a:r>
              <a:rPr lang="es-CO" sz="2800" b="1" spc="50" dirty="0">
                <a:ln w="11430">
                  <a:solidFill>
                    <a:schemeClr val="bg1"/>
                  </a:solidFill>
                </a:ln>
                <a:effectLst>
                  <a:outerShdw blurRad="76200" dist="50800" dir="5400000" algn="tl" rotWithShape="0">
                    <a:srgbClr val="000000">
                      <a:alpha val="65000"/>
                    </a:srgbClr>
                  </a:outerShdw>
                </a:effectLst>
                <a:latin typeface="Arial Narrow" pitchFamily="34" charset="0"/>
              </a:rPr>
              <a:t>		izquierda = mitad+1;</a:t>
            </a:r>
          </a:p>
        </p:txBody>
      </p:sp>
    </p:spTree>
    <p:extLst>
      <p:ext uri="{BB962C8B-B14F-4D97-AF65-F5344CB8AC3E}">
        <p14:creationId xmlns:p14="http://schemas.microsoft.com/office/powerpoint/2010/main" val="36611947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up)">
                                      <p:cBhvr>
                                        <p:cTn id="7" dur="1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989994" y="0"/>
            <a:ext cx="11369040" cy="914400"/>
          </a:xfrm>
        </p:spPr>
        <p:txBody>
          <a:bodyPr>
            <a:noAutofit/>
          </a:bodyPr>
          <a:lstStyle/>
          <a:p>
            <a:pPr algn="ctr"/>
            <a:r>
              <a:rPr lang="es-CO" sz="3800" b="1" dirty="0">
                <a:latin typeface="Bahnschrift Light SemiCondensed" panose="020B0502040204020203" pitchFamily="34" charset="0"/>
              </a:rPr>
              <a:t>“MÉTODO DE BÚSQUEDA BINARIA EN C++”</a:t>
            </a:r>
          </a:p>
        </p:txBody>
      </p:sp>
      <p:sp>
        <p:nvSpPr>
          <p:cNvPr id="4" name="AutoShape 9">
            <a:extLst>
              <a:ext uri="{FF2B5EF4-FFF2-40B4-BE49-F238E27FC236}">
                <a16:creationId xmlns:a16="http://schemas.microsoft.com/office/drawing/2014/main" id="{CBFEF9D3-E31C-4FC8-AFB0-C9A306783D42}"/>
              </a:ext>
            </a:extLst>
          </p:cNvPr>
          <p:cNvSpPr>
            <a:spLocks noChangeArrowheads="1"/>
          </p:cNvSpPr>
          <p:nvPr/>
        </p:nvSpPr>
        <p:spPr bwMode="auto">
          <a:xfrm>
            <a:off x="1118794" y="2197704"/>
            <a:ext cx="10331735" cy="1200329"/>
          </a:xfrm>
          <a:prstGeom prst="wedgeRectCallout">
            <a:avLst>
              <a:gd name="adj1" fmla="val -24481"/>
              <a:gd name="adj2" fmla="val 988"/>
            </a:avLst>
          </a:prstGeom>
          <a:ln>
            <a:headEnd/>
            <a:tailEnd/>
          </a:ln>
        </p:spPr>
        <p:style>
          <a:lnRef idx="1">
            <a:schemeClr val="accent5"/>
          </a:lnRef>
          <a:fillRef idx="2">
            <a:schemeClr val="accent5"/>
          </a:fillRef>
          <a:effectRef idx="1">
            <a:schemeClr val="accent5"/>
          </a:effectRef>
          <a:fontRef idx="minor">
            <a:schemeClr val="dk1"/>
          </a:fontRef>
        </p:style>
        <p:txBody>
          <a:bodyPr wrap="square">
            <a:spAutoFit/>
          </a:bodyPr>
          <a:lstStyle/>
          <a:p>
            <a:pPr algn="ctr" fontAlgn="base">
              <a:spcBef>
                <a:spcPct val="50000"/>
              </a:spcBef>
              <a:spcAft>
                <a:spcPct val="0"/>
              </a:spcAft>
            </a:pPr>
            <a:r>
              <a:rPr lang="es-MX" sz="2400" dirty="0">
                <a:solidFill>
                  <a:prstClr val="black"/>
                </a:solidFill>
                <a:latin typeface="Arial Narrow" pitchFamily="34" charset="0"/>
              </a:rPr>
              <a:t>Al cumplir la condición significa que la clave buscada no está en la posición central del vector, por tal motivo pasa a evaluarse en cuál mitad se encuentra el elemento (si es mayor la clave está al lado derecho, si es menor está al lado izquierdo).</a:t>
            </a:r>
            <a:endParaRPr lang="es-ES" sz="2400" dirty="0">
              <a:solidFill>
                <a:prstClr val="black"/>
              </a:solidFill>
              <a:latin typeface="Arial Narrow" pitchFamily="34" charset="0"/>
            </a:endParaRPr>
          </a:p>
        </p:txBody>
      </p:sp>
      <p:grpSp>
        <p:nvGrpSpPr>
          <p:cNvPr id="5" name="Grupo 4">
            <a:extLst>
              <a:ext uri="{FF2B5EF4-FFF2-40B4-BE49-F238E27FC236}">
                <a16:creationId xmlns:a16="http://schemas.microsoft.com/office/drawing/2014/main" id="{4D174060-B391-40B9-8182-EAADF3400E38}"/>
              </a:ext>
            </a:extLst>
          </p:cNvPr>
          <p:cNvGrpSpPr/>
          <p:nvPr/>
        </p:nvGrpSpPr>
        <p:grpSpPr>
          <a:xfrm>
            <a:off x="1996683" y="4568841"/>
            <a:ext cx="7993064" cy="1162053"/>
            <a:chOff x="-36512" y="4719984"/>
            <a:chExt cx="7993064" cy="1162053"/>
          </a:xfrm>
        </p:grpSpPr>
        <p:grpSp>
          <p:nvGrpSpPr>
            <p:cNvPr id="6" name="Group 37">
              <a:extLst>
                <a:ext uri="{FF2B5EF4-FFF2-40B4-BE49-F238E27FC236}">
                  <a16:creationId xmlns:a16="http://schemas.microsoft.com/office/drawing/2014/main" id="{9BA1B961-0DDC-4172-96FB-BF4E395E8B28}"/>
                </a:ext>
              </a:extLst>
            </p:cNvPr>
            <p:cNvGrpSpPr>
              <a:grpSpLocks/>
            </p:cNvGrpSpPr>
            <p:nvPr/>
          </p:nvGrpSpPr>
          <p:grpSpPr bwMode="auto">
            <a:xfrm>
              <a:off x="-36512" y="4719986"/>
              <a:ext cx="7993064" cy="1162051"/>
              <a:chOff x="2875" y="1623"/>
              <a:chExt cx="5035" cy="732"/>
            </a:xfrm>
            <a:solidFill>
              <a:schemeClr val="bg1">
                <a:lumMod val="85000"/>
              </a:schemeClr>
            </a:solidFill>
          </p:grpSpPr>
          <p:sp>
            <p:nvSpPr>
              <p:cNvPr id="18" name="Rectangle 38">
                <a:extLst>
                  <a:ext uri="{FF2B5EF4-FFF2-40B4-BE49-F238E27FC236}">
                    <a16:creationId xmlns:a16="http://schemas.microsoft.com/office/drawing/2014/main" id="{BE9944EB-5C53-45E2-B2F6-A2C3FA3923C1}"/>
                  </a:ext>
                </a:extLst>
              </p:cNvPr>
              <p:cNvSpPr>
                <a:spLocks noChangeArrowheads="1"/>
              </p:cNvSpPr>
              <p:nvPr/>
            </p:nvSpPr>
            <p:spPr bwMode="auto">
              <a:xfrm>
                <a:off x="3415" y="1623"/>
                <a:ext cx="431" cy="432"/>
              </a:xfrm>
              <a:prstGeom prst="rect">
                <a:avLst/>
              </a:prstGeom>
              <a:grpFill/>
              <a:ln w="38100">
                <a:solidFill>
                  <a:schemeClr val="tx1"/>
                </a:solidFill>
                <a:miter lim="800000"/>
                <a:headEnd/>
                <a:tailEnd/>
              </a:ln>
            </p:spPr>
            <p:txBody>
              <a:bodyPr wrap="none" anchor="ctr"/>
              <a:lstStyle/>
              <a:p>
                <a:endParaRPr lang="es-ES" sz="3200">
                  <a:latin typeface="Arial Narrow" pitchFamily="34" charset="0"/>
                </a:endParaRPr>
              </a:p>
            </p:txBody>
          </p:sp>
          <p:sp>
            <p:nvSpPr>
              <p:cNvPr id="19" name="Rectangle 39">
                <a:extLst>
                  <a:ext uri="{FF2B5EF4-FFF2-40B4-BE49-F238E27FC236}">
                    <a16:creationId xmlns:a16="http://schemas.microsoft.com/office/drawing/2014/main" id="{B485BCC6-7EB9-4FBD-9480-8FCB95519E1D}"/>
                  </a:ext>
                </a:extLst>
              </p:cNvPr>
              <p:cNvSpPr>
                <a:spLocks noChangeArrowheads="1"/>
              </p:cNvSpPr>
              <p:nvPr/>
            </p:nvSpPr>
            <p:spPr bwMode="auto">
              <a:xfrm>
                <a:off x="3846" y="1623"/>
                <a:ext cx="430" cy="432"/>
              </a:xfrm>
              <a:prstGeom prst="rect">
                <a:avLst/>
              </a:prstGeom>
              <a:grpFill/>
              <a:ln w="38100">
                <a:solidFill>
                  <a:schemeClr val="tx1"/>
                </a:solidFill>
                <a:miter lim="800000"/>
                <a:headEnd/>
                <a:tailEnd/>
              </a:ln>
            </p:spPr>
            <p:txBody>
              <a:bodyPr wrap="none" anchor="ctr"/>
              <a:lstStyle/>
              <a:p>
                <a:endParaRPr lang="es-ES" sz="3200">
                  <a:latin typeface="Arial Narrow" pitchFamily="34" charset="0"/>
                </a:endParaRPr>
              </a:p>
            </p:txBody>
          </p:sp>
          <p:sp>
            <p:nvSpPr>
              <p:cNvPr id="20" name="Rectangle 40">
                <a:extLst>
                  <a:ext uri="{FF2B5EF4-FFF2-40B4-BE49-F238E27FC236}">
                    <a16:creationId xmlns:a16="http://schemas.microsoft.com/office/drawing/2014/main" id="{2DAB51A5-26F1-452D-ADCA-64F005B3B980}"/>
                  </a:ext>
                </a:extLst>
              </p:cNvPr>
              <p:cNvSpPr>
                <a:spLocks noChangeArrowheads="1"/>
              </p:cNvSpPr>
              <p:nvPr/>
            </p:nvSpPr>
            <p:spPr bwMode="auto">
              <a:xfrm>
                <a:off x="4276" y="1623"/>
                <a:ext cx="431" cy="432"/>
              </a:xfrm>
              <a:prstGeom prst="rect">
                <a:avLst/>
              </a:prstGeom>
              <a:grpFill/>
              <a:ln w="38100">
                <a:solidFill>
                  <a:schemeClr val="tx1"/>
                </a:solidFill>
                <a:miter lim="800000"/>
                <a:headEnd/>
                <a:tailEnd/>
              </a:ln>
            </p:spPr>
            <p:txBody>
              <a:bodyPr wrap="none" anchor="ctr"/>
              <a:lstStyle/>
              <a:p>
                <a:endParaRPr lang="es-ES" sz="3200">
                  <a:latin typeface="Arial Narrow" pitchFamily="34" charset="0"/>
                </a:endParaRPr>
              </a:p>
            </p:txBody>
          </p:sp>
          <p:sp>
            <p:nvSpPr>
              <p:cNvPr id="21" name="Rectangle 41">
                <a:extLst>
                  <a:ext uri="{FF2B5EF4-FFF2-40B4-BE49-F238E27FC236}">
                    <a16:creationId xmlns:a16="http://schemas.microsoft.com/office/drawing/2014/main" id="{B5FB4A78-ECAE-414F-97F4-DE336846D177}"/>
                  </a:ext>
                </a:extLst>
              </p:cNvPr>
              <p:cNvSpPr>
                <a:spLocks noChangeArrowheads="1"/>
              </p:cNvSpPr>
              <p:nvPr/>
            </p:nvSpPr>
            <p:spPr bwMode="auto">
              <a:xfrm>
                <a:off x="4707" y="1623"/>
                <a:ext cx="430" cy="432"/>
              </a:xfrm>
              <a:prstGeom prst="rect">
                <a:avLst/>
              </a:prstGeom>
              <a:grpFill/>
              <a:ln w="38100">
                <a:solidFill>
                  <a:schemeClr val="tx1"/>
                </a:solidFill>
                <a:miter lim="800000"/>
                <a:headEnd/>
                <a:tailEnd/>
              </a:ln>
            </p:spPr>
            <p:txBody>
              <a:bodyPr wrap="none" anchor="ctr"/>
              <a:lstStyle/>
              <a:p>
                <a:endParaRPr lang="es-ES" sz="3200">
                  <a:latin typeface="Arial Narrow" pitchFamily="34" charset="0"/>
                </a:endParaRPr>
              </a:p>
            </p:txBody>
          </p:sp>
          <p:sp>
            <p:nvSpPr>
              <p:cNvPr id="22" name="Rectangle 42">
                <a:extLst>
                  <a:ext uri="{FF2B5EF4-FFF2-40B4-BE49-F238E27FC236}">
                    <a16:creationId xmlns:a16="http://schemas.microsoft.com/office/drawing/2014/main" id="{FFC93261-8BC5-46A2-9D6B-F2A759B6422D}"/>
                  </a:ext>
                </a:extLst>
              </p:cNvPr>
              <p:cNvSpPr>
                <a:spLocks noChangeArrowheads="1"/>
              </p:cNvSpPr>
              <p:nvPr/>
            </p:nvSpPr>
            <p:spPr bwMode="auto">
              <a:xfrm>
                <a:off x="5137" y="1623"/>
                <a:ext cx="431" cy="432"/>
              </a:xfrm>
              <a:prstGeom prst="rect">
                <a:avLst/>
              </a:prstGeom>
              <a:grpFill/>
              <a:ln w="38100">
                <a:solidFill>
                  <a:schemeClr val="tx1"/>
                </a:solidFill>
                <a:miter lim="800000"/>
                <a:headEnd/>
                <a:tailEnd/>
              </a:ln>
            </p:spPr>
            <p:txBody>
              <a:bodyPr wrap="none" anchor="ctr"/>
              <a:lstStyle/>
              <a:p>
                <a:endParaRPr lang="es-ES" sz="3200">
                  <a:latin typeface="Arial Narrow" pitchFamily="34" charset="0"/>
                </a:endParaRPr>
              </a:p>
            </p:txBody>
          </p:sp>
          <p:sp>
            <p:nvSpPr>
              <p:cNvPr id="23" name="Text Box 43">
                <a:extLst>
                  <a:ext uri="{FF2B5EF4-FFF2-40B4-BE49-F238E27FC236}">
                    <a16:creationId xmlns:a16="http://schemas.microsoft.com/office/drawing/2014/main" id="{F656415D-F94C-46FC-B75D-9FED3A8F7FA6}"/>
                  </a:ext>
                </a:extLst>
              </p:cNvPr>
              <p:cNvSpPr txBox="1">
                <a:spLocks noChangeArrowheads="1"/>
              </p:cNvSpPr>
              <p:nvPr/>
            </p:nvSpPr>
            <p:spPr bwMode="auto">
              <a:xfrm>
                <a:off x="2875" y="1654"/>
                <a:ext cx="715" cy="365"/>
              </a:xfrm>
              <a:prstGeom prst="rect">
                <a:avLst/>
              </a:prstGeom>
              <a:noFill/>
              <a:ln w="9525">
                <a:noFill/>
                <a:miter lim="800000"/>
                <a:headEnd/>
                <a:tailEnd/>
              </a:ln>
            </p:spPr>
            <p:txBody>
              <a:bodyPr>
                <a:spAutoFit/>
              </a:bodyPr>
              <a:lstStyle/>
              <a:p>
                <a:pPr algn="l">
                  <a:spcBef>
                    <a:spcPct val="50000"/>
                  </a:spcBef>
                </a:pPr>
                <a:r>
                  <a:rPr lang="es-MX" sz="3200" b="1" dirty="0">
                    <a:latin typeface="Arial Narrow" pitchFamily="34" charset="0"/>
                  </a:rPr>
                  <a:t>VEC</a:t>
                </a:r>
                <a:endParaRPr lang="es-ES" sz="3200" b="1" dirty="0">
                  <a:latin typeface="Arial Narrow" pitchFamily="34" charset="0"/>
                </a:endParaRPr>
              </a:p>
            </p:txBody>
          </p:sp>
          <p:sp>
            <p:nvSpPr>
              <p:cNvPr id="24" name="Text Box 44">
                <a:extLst>
                  <a:ext uri="{FF2B5EF4-FFF2-40B4-BE49-F238E27FC236}">
                    <a16:creationId xmlns:a16="http://schemas.microsoft.com/office/drawing/2014/main" id="{7A1AAF8E-845E-4F66-86FA-E59B5202B6D3}"/>
                  </a:ext>
                </a:extLst>
              </p:cNvPr>
              <p:cNvSpPr txBox="1">
                <a:spLocks noChangeArrowheads="1"/>
              </p:cNvSpPr>
              <p:nvPr/>
            </p:nvSpPr>
            <p:spPr bwMode="auto">
              <a:xfrm>
                <a:off x="3451" y="2064"/>
                <a:ext cx="4459" cy="291"/>
              </a:xfrm>
              <a:prstGeom prst="rect">
                <a:avLst/>
              </a:prstGeom>
              <a:noFill/>
              <a:ln w="9525">
                <a:noFill/>
                <a:miter lim="800000"/>
                <a:headEnd/>
                <a:tailEnd/>
              </a:ln>
            </p:spPr>
            <p:txBody>
              <a:bodyPr wrap="square">
                <a:spAutoFit/>
              </a:bodyPr>
              <a:lstStyle/>
              <a:p>
                <a:pPr algn="l">
                  <a:spcBef>
                    <a:spcPct val="50000"/>
                  </a:spcBef>
                </a:pPr>
                <a:r>
                  <a:rPr lang="es-MX" sz="2400" dirty="0">
                    <a:latin typeface="Arial Narrow" pitchFamily="34" charset="0"/>
                  </a:rPr>
                  <a:t>  0        1        2        3        4       5        6        7        8        9</a:t>
                </a:r>
                <a:endParaRPr lang="es-ES" sz="2400" dirty="0">
                  <a:latin typeface="Arial Narrow" pitchFamily="34" charset="0"/>
                </a:endParaRPr>
              </a:p>
            </p:txBody>
          </p:sp>
          <p:sp>
            <p:nvSpPr>
              <p:cNvPr id="25" name="Rectangle 45">
                <a:extLst>
                  <a:ext uri="{FF2B5EF4-FFF2-40B4-BE49-F238E27FC236}">
                    <a16:creationId xmlns:a16="http://schemas.microsoft.com/office/drawing/2014/main" id="{5A6C63E6-B5CC-4998-8E74-39B0BEF80F78}"/>
                  </a:ext>
                </a:extLst>
              </p:cNvPr>
              <p:cNvSpPr>
                <a:spLocks noChangeArrowheads="1"/>
              </p:cNvSpPr>
              <p:nvPr/>
            </p:nvSpPr>
            <p:spPr bwMode="auto">
              <a:xfrm>
                <a:off x="5166" y="1644"/>
                <a:ext cx="361" cy="384"/>
              </a:xfrm>
              <a:prstGeom prst="rect">
                <a:avLst/>
              </a:prstGeom>
              <a:grpFill/>
              <a:ln w="9525" cap="flat" cmpd="sng" algn="ctr">
                <a:solidFill>
                  <a:schemeClr val="tx1"/>
                </a:solidFill>
                <a:prstDash val="solid"/>
                <a:headEnd/>
                <a:tailEnd/>
              </a:ln>
              <a:effectLst>
                <a:outerShdw blurRad="63500" dist="25400" dir="5400000" rotWithShape="0">
                  <a:srgbClr val="000000">
                    <a:alpha val="43137"/>
                  </a:srgbClr>
                </a:outerShdw>
              </a:effectLst>
            </p:spPr>
            <p:txBody>
              <a:bodyPr wrap="none" anchor="ct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fontAlgn="base">
                  <a:spcBef>
                    <a:spcPct val="0"/>
                  </a:spcBef>
                  <a:spcAft>
                    <a:spcPct val="0"/>
                  </a:spcAft>
                </a:pPr>
                <a:r>
                  <a:rPr lang="es-MX" sz="3600" b="1" kern="0" spc="50" dirty="0">
                    <a:ln w="11430"/>
                    <a:effectLst>
                      <a:outerShdw blurRad="76200" dist="50800" dir="5400000" algn="tl" rotWithShape="0">
                        <a:srgbClr val="000000">
                          <a:alpha val="65000"/>
                        </a:srgbClr>
                      </a:outerShdw>
                    </a:effectLst>
                    <a:latin typeface="Arial Narrow" pitchFamily="34" charset="0"/>
                  </a:rPr>
                  <a:t>43</a:t>
                </a:r>
                <a:endParaRPr lang="es-ES" sz="3600" b="1" kern="0" spc="50" dirty="0">
                  <a:ln w="11430"/>
                  <a:effectLst>
                    <a:outerShdw blurRad="76200" dist="50800" dir="5400000" algn="tl" rotWithShape="0">
                      <a:srgbClr val="000000">
                        <a:alpha val="65000"/>
                      </a:srgbClr>
                    </a:outerShdw>
                  </a:effectLst>
                  <a:latin typeface="Arial Narrow" pitchFamily="34" charset="0"/>
                </a:endParaRPr>
              </a:p>
            </p:txBody>
          </p:sp>
          <p:sp>
            <p:nvSpPr>
              <p:cNvPr id="26" name="Rectangle 46">
                <a:extLst>
                  <a:ext uri="{FF2B5EF4-FFF2-40B4-BE49-F238E27FC236}">
                    <a16:creationId xmlns:a16="http://schemas.microsoft.com/office/drawing/2014/main" id="{D9214B34-513B-4E52-857F-6B7482213AC1}"/>
                  </a:ext>
                </a:extLst>
              </p:cNvPr>
              <p:cNvSpPr>
                <a:spLocks noChangeArrowheads="1"/>
              </p:cNvSpPr>
              <p:nvPr/>
            </p:nvSpPr>
            <p:spPr bwMode="auto">
              <a:xfrm>
                <a:off x="4740" y="1644"/>
                <a:ext cx="361" cy="384"/>
              </a:xfrm>
              <a:prstGeom prst="rect">
                <a:avLst/>
              </a:prstGeom>
              <a:grpFill/>
              <a:ln w="9525" cap="flat" cmpd="sng" algn="ctr">
                <a:solidFill>
                  <a:schemeClr val="tx1"/>
                </a:solidFill>
                <a:prstDash val="solid"/>
                <a:headEnd/>
                <a:tailEnd/>
              </a:ln>
              <a:effectLst>
                <a:outerShdw blurRad="63500" dist="25400" dir="5400000" rotWithShape="0">
                  <a:srgbClr val="000000">
                    <a:alpha val="43137"/>
                  </a:srgbClr>
                </a:outerShdw>
              </a:effectLst>
            </p:spPr>
            <p:txBody>
              <a:bodyPr wrap="none" anchor="ct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fontAlgn="base">
                  <a:spcBef>
                    <a:spcPct val="0"/>
                  </a:spcBef>
                  <a:spcAft>
                    <a:spcPct val="0"/>
                  </a:spcAft>
                </a:pPr>
                <a:r>
                  <a:rPr lang="es-MX" sz="3600" b="1" kern="0" spc="50" dirty="0">
                    <a:ln w="11430"/>
                    <a:effectLst>
                      <a:outerShdw blurRad="76200" dist="50800" dir="5400000" algn="tl" rotWithShape="0">
                        <a:srgbClr val="000000">
                          <a:alpha val="65000"/>
                        </a:srgbClr>
                      </a:outerShdw>
                    </a:effectLst>
                    <a:latin typeface="Arial Narrow" pitchFamily="34" charset="0"/>
                  </a:rPr>
                  <a:t>17</a:t>
                </a:r>
                <a:endParaRPr lang="es-ES" sz="3600" b="1" kern="0" spc="50" dirty="0">
                  <a:ln w="11430"/>
                  <a:effectLst>
                    <a:outerShdw blurRad="76200" dist="50800" dir="5400000" algn="tl" rotWithShape="0">
                      <a:srgbClr val="000000">
                        <a:alpha val="65000"/>
                      </a:srgbClr>
                    </a:outerShdw>
                  </a:effectLst>
                  <a:latin typeface="Arial Narrow" pitchFamily="34" charset="0"/>
                </a:endParaRPr>
              </a:p>
            </p:txBody>
          </p:sp>
          <p:sp>
            <p:nvSpPr>
              <p:cNvPr id="27" name="Rectangle 47">
                <a:extLst>
                  <a:ext uri="{FF2B5EF4-FFF2-40B4-BE49-F238E27FC236}">
                    <a16:creationId xmlns:a16="http://schemas.microsoft.com/office/drawing/2014/main" id="{612A421B-7207-4CCD-85D4-40C70B73C6C1}"/>
                  </a:ext>
                </a:extLst>
              </p:cNvPr>
              <p:cNvSpPr>
                <a:spLocks noChangeArrowheads="1"/>
              </p:cNvSpPr>
              <p:nvPr/>
            </p:nvSpPr>
            <p:spPr bwMode="auto">
              <a:xfrm>
                <a:off x="4308" y="1644"/>
                <a:ext cx="361" cy="384"/>
              </a:xfrm>
              <a:prstGeom prst="rect">
                <a:avLst/>
              </a:prstGeom>
              <a:grpFill/>
              <a:ln w="9525" cap="flat" cmpd="sng" algn="ctr">
                <a:solidFill>
                  <a:schemeClr val="tx1"/>
                </a:solidFill>
                <a:prstDash val="solid"/>
                <a:headEnd/>
                <a:tailEnd/>
              </a:ln>
              <a:effectLst>
                <a:outerShdw blurRad="63500" dist="25400" dir="5400000" rotWithShape="0">
                  <a:srgbClr val="000000">
                    <a:alpha val="43137"/>
                  </a:srgbClr>
                </a:outerShdw>
              </a:effectLst>
            </p:spPr>
            <p:txBody>
              <a:bodyPr wrap="none" anchor="ct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fontAlgn="base">
                  <a:spcBef>
                    <a:spcPct val="0"/>
                  </a:spcBef>
                  <a:spcAft>
                    <a:spcPct val="0"/>
                  </a:spcAft>
                </a:pPr>
                <a:r>
                  <a:rPr lang="es-MX" sz="3600" b="1" kern="0" spc="50" dirty="0">
                    <a:ln w="11430"/>
                    <a:effectLst>
                      <a:outerShdw blurRad="76200" dist="50800" dir="5400000" algn="tl" rotWithShape="0">
                        <a:srgbClr val="000000">
                          <a:alpha val="65000"/>
                        </a:srgbClr>
                      </a:outerShdw>
                    </a:effectLst>
                    <a:latin typeface="Arial Narrow" pitchFamily="34" charset="0"/>
                  </a:rPr>
                  <a:t>10</a:t>
                </a:r>
                <a:endParaRPr lang="es-ES" sz="3600" b="1" kern="0" spc="50" dirty="0">
                  <a:ln w="11430"/>
                  <a:effectLst>
                    <a:outerShdw blurRad="76200" dist="50800" dir="5400000" algn="tl" rotWithShape="0">
                      <a:srgbClr val="000000">
                        <a:alpha val="65000"/>
                      </a:srgbClr>
                    </a:outerShdw>
                  </a:effectLst>
                  <a:latin typeface="Arial Narrow" pitchFamily="34" charset="0"/>
                </a:endParaRPr>
              </a:p>
            </p:txBody>
          </p:sp>
          <p:sp>
            <p:nvSpPr>
              <p:cNvPr id="28" name="Rectangle 48">
                <a:extLst>
                  <a:ext uri="{FF2B5EF4-FFF2-40B4-BE49-F238E27FC236}">
                    <a16:creationId xmlns:a16="http://schemas.microsoft.com/office/drawing/2014/main" id="{BA7B0C8D-B37E-42C5-A6DB-86F784B49845}"/>
                  </a:ext>
                </a:extLst>
              </p:cNvPr>
              <p:cNvSpPr>
                <a:spLocks noChangeArrowheads="1"/>
              </p:cNvSpPr>
              <p:nvPr/>
            </p:nvSpPr>
            <p:spPr bwMode="auto">
              <a:xfrm>
                <a:off x="3876" y="1644"/>
                <a:ext cx="361" cy="384"/>
              </a:xfrm>
              <a:prstGeom prst="rect">
                <a:avLst/>
              </a:prstGeom>
              <a:grpFill/>
              <a:ln w="9525" cap="flat" cmpd="sng" algn="ctr">
                <a:solidFill>
                  <a:schemeClr val="tx1"/>
                </a:solidFill>
                <a:prstDash val="solid"/>
                <a:headEnd/>
                <a:tailEnd/>
              </a:ln>
              <a:effectLst>
                <a:outerShdw blurRad="63500" dist="25400" dir="5400000" rotWithShape="0">
                  <a:srgbClr val="000000">
                    <a:alpha val="43137"/>
                  </a:srgbClr>
                </a:outerShdw>
              </a:effectLst>
            </p:spPr>
            <p:txBody>
              <a:bodyPr wrap="none" anchor="ct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fontAlgn="base">
                  <a:spcBef>
                    <a:spcPct val="0"/>
                  </a:spcBef>
                  <a:spcAft>
                    <a:spcPct val="0"/>
                  </a:spcAft>
                </a:pPr>
                <a:r>
                  <a:rPr lang="es-MX" sz="3600" b="1" kern="0" spc="50" dirty="0">
                    <a:ln w="11430"/>
                    <a:effectLst>
                      <a:outerShdw blurRad="76200" dist="50800" dir="5400000" algn="tl" rotWithShape="0">
                        <a:srgbClr val="000000">
                          <a:alpha val="65000"/>
                        </a:srgbClr>
                      </a:outerShdw>
                    </a:effectLst>
                    <a:latin typeface="Arial Narrow" pitchFamily="34" charset="0"/>
                  </a:rPr>
                  <a:t>8</a:t>
                </a:r>
                <a:endParaRPr lang="es-ES" sz="3600" b="1" kern="0" spc="50" dirty="0">
                  <a:ln w="11430"/>
                  <a:effectLst>
                    <a:outerShdw blurRad="76200" dist="50800" dir="5400000" algn="tl" rotWithShape="0">
                      <a:srgbClr val="000000">
                        <a:alpha val="65000"/>
                      </a:srgbClr>
                    </a:outerShdw>
                  </a:effectLst>
                  <a:latin typeface="Arial Narrow" pitchFamily="34" charset="0"/>
                </a:endParaRPr>
              </a:p>
            </p:txBody>
          </p:sp>
          <p:sp>
            <p:nvSpPr>
              <p:cNvPr id="29" name="Rectangle 49">
                <a:extLst>
                  <a:ext uri="{FF2B5EF4-FFF2-40B4-BE49-F238E27FC236}">
                    <a16:creationId xmlns:a16="http://schemas.microsoft.com/office/drawing/2014/main" id="{FB661D73-2DF1-487A-80B8-979A3D61905B}"/>
                  </a:ext>
                </a:extLst>
              </p:cNvPr>
              <p:cNvSpPr>
                <a:spLocks noChangeArrowheads="1"/>
              </p:cNvSpPr>
              <p:nvPr/>
            </p:nvSpPr>
            <p:spPr bwMode="auto">
              <a:xfrm>
                <a:off x="3448" y="1644"/>
                <a:ext cx="361" cy="384"/>
              </a:xfrm>
              <a:prstGeom prst="rect">
                <a:avLst/>
              </a:prstGeom>
              <a:grpFill/>
              <a:ln w="9525" cap="flat" cmpd="sng" algn="ctr">
                <a:solidFill>
                  <a:schemeClr val="tx1"/>
                </a:solidFill>
                <a:prstDash val="solid"/>
                <a:headEnd/>
                <a:tailEnd/>
              </a:ln>
              <a:effectLst>
                <a:outerShdw blurRad="63500" dist="25400" dir="5400000" rotWithShape="0">
                  <a:srgbClr val="000000">
                    <a:alpha val="43137"/>
                  </a:srgbClr>
                </a:outerShdw>
              </a:effectLst>
            </p:spPr>
            <p:txBody>
              <a:bodyPr wrap="none" anchor="ct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fontAlgn="base">
                  <a:spcBef>
                    <a:spcPct val="0"/>
                  </a:spcBef>
                  <a:spcAft>
                    <a:spcPct val="0"/>
                  </a:spcAft>
                </a:pPr>
                <a:r>
                  <a:rPr lang="es-MX" sz="3600" b="1" kern="0" spc="50" dirty="0">
                    <a:ln w="11430"/>
                    <a:effectLst>
                      <a:outerShdw blurRad="76200" dist="50800" dir="5400000" algn="tl" rotWithShape="0">
                        <a:srgbClr val="000000">
                          <a:alpha val="65000"/>
                        </a:srgbClr>
                      </a:outerShdw>
                    </a:effectLst>
                    <a:latin typeface="Arial Narrow" pitchFamily="34" charset="0"/>
                  </a:rPr>
                  <a:t>6</a:t>
                </a:r>
                <a:endParaRPr lang="es-ES" sz="3600" b="1" kern="0" spc="50" dirty="0">
                  <a:ln w="11430"/>
                  <a:effectLst>
                    <a:outerShdw blurRad="76200" dist="50800" dir="5400000" algn="tl" rotWithShape="0">
                      <a:srgbClr val="000000">
                        <a:alpha val="65000"/>
                      </a:srgbClr>
                    </a:outerShdw>
                  </a:effectLst>
                  <a:latin typeface="Arial Narrow" pitchFamily="34" charset="0"/>
                </a:endParaRPr>
              </a:p>
            </p:txBody>
          </p:sp>
        </p:grpSp>
        <p:sp>
          <p:nvSpPr>
            <p:cNvPr id="8" name="Rectangle 42">
              <a:extLst>
                <a:ext uri="{FF2B5EF4-FFF2-40B4-BE49-F238E27FC236}">
                  <a16:creationId xmlns:a16="http://schemas.microsoft.com/office/drawing/2014/main" id="{EFD394FF-9D16-4879-92B5-890811C40327}"/>
                </a:ext>
              </a:extLst>
            </p:cNvPr>
            <p:cNvSpPr>
              <a:spLocks noChangeArrowheads="1"/>
            </p:cNvSpPr>
            <p:nvPr/>
          </p:nvSpPr>
          <p:spPr bwMode="auto">
            <a:xfrm>
              <a:off x="4249737" y="4719984"/>
              <a:ext cx="684213" cy="685800"/>
            </a:xfrm>
            <a:prstGeom prst="rect">
              <a:avLst/>
            </a:prstGeom>
            <a:solidFill>
              <a:schemeClr val="bg1">
                <a:lumMod val="85000"/>
              </a:schemeClr>
            </a:solidFill>
            <a:ln w="38100">
              <a:solidFill>
                <a:schemeClr val="tx1"/>
              </a:solidFill>
              <a:miter lim="800000"/>
              <a:headEnd/>
              <a:tailEnd/>
            </a:ln>
          </p:spPr>
          <p:txBody>
            <a:bodyPr wrap="none" anchor="ctr"/>
            <a:lstStyle/>
            <a:p>
              <a:endParaRPr lang="es-ES" sz="3200">
                <a:latin typeface="Arial Narrow" pitchFamily="34" charset="0"/>
              </a:endParaRPr>
            </a:p>
          </p:txBody>
        </p:sp>
        <p:sp>
          <p:nvSpPr>
            <p:cNvPr id="9" name="Rectangle 45">
              <a:extLst>
                <a:ext uri="{FF2B5EF4-FFF2-40B4-BE49-F238E27FC236}">
                  <a16:creationId xmlns:a16="http://schemas.microsoft.com/office/drawing/2014/main" id="{6647B752-0377-4D3E-80A4-5516EB925E31}"/>
                </a:ext>
              </a:extLst>
            </p:cNvPr>
            <p:cNvSpPr>
              <a:spLocks noChangeArrowheads="1"/>
            </p:cNvSpPr>
            <p:nvPr/>
          </p:nvSpPr>
          <p:spPr bwMode="auto">
            <a:xfrm>
              <a:off x="4295775" y="4753322"/>
              <a:ext cx="573088" cy="609600"/>
            </a:xfrm>
            <a:prstGeom prst="rect">
              <a:avLst/>
            </a:prstGeom>
            <a:solidFill>
              <a:schemeClr val="bg1">
                <a:lumMod val="85000"/>
              </a:schemeClr>
            </a:solidFill>
            <a:ln w="9525" cap="flat" cmpd="sng" algn="ctr">
              <a:solidFill>
                <a:schemeClr val="tx1"/>
              </a:solidFill>
              <a:prstDash val="solid"/>
              <a:headEnd/>
              <a:tailEnd/>
            </a:ln>
            <a:effectLst>
              <a:outerShdw blurRad="63500" dist="25400" dir="5400000" rotWithShape="0">
                <a:srgbClr val="000000">
                  <a:alpha val="43137"/>
                </a:srgbClr>
              </a:outerShdw>
            </a:effectLst>
          </p:spPr>
          <p:txBody>
            <a:bodyPr wrap="none" anchor="ct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fontAlgn="base">
                <a:spcBef>
                  <a:spcPct val="0"/>
                </a:spcBef>
                <a:spcAft>
                  <a:spcPct val="0"/>
                </a:spcAft>
              </a:pPr>
              <a:r>
                <a:rPr lang="es-MX" sz="3600" b="1" kern="0" spc="50" dirty="0">
                  <a:ln w="11430"/>
                  <a:effectLst>
                    <a:outerShdw blurRad="76200" dist="50800" dir="5400000" algn="tl" rotWithShape="0">
                      <a:srgbClr val="000000">
                        <a:alpha val="65000"/>
                      </a:srgbClr>
                    </a:outerShdw>
                  </a:effectLst>
                  <a:latin typeface="Arial Narrow" pitchFamily="34" charset="0"/>
                </a:rPr>
                <a:t>55</a:t>
              </a:r>
              <a:endParaRPr lang="es-ES" sz="3600" b="1" kern="0" spc="50" dirty="0">
                <a:ln w="11430"/>
                <a:effectLst>
                  <a:outerShdw blurRad="76200" dist="50800" dir="5400000" algn="tl" rotWithShape="0">
                    <a:srgbClr val="000000">
                      <a:alpha val="65000"/>
                    </a:srgbClr>
                  </a:outerShdw>
                </a:effectLst>
                <a:latin typeface="Arial Narrow" pitchFamily="34" charset="0"/>
              </a:endParaRPr>
            </a:p>
          </p:txBody>
        </p:sp>
        <p:sp>
          <p:nvSpPr>
            <p:cNvPr id="10" name="Rectangle 42">
              <a:extLst>
                <a:ext uri="{FF2B5EF4-FFF2-40B4-BE49-F238E27FC236}">
                  <a16:creationId xmlns:a16="http://schemas.microsoft.com/office/drawing/2014/main" id="{8BF4C24D-2831-4AB7-8C85-B29043FA739A}"/>
                </a:ext>
              </a:extLst>
            </p:cNvPr>
            <p:cNvSpPr>
              <a:spLocks noChangeArrowheads="1"/>
            </p:cNvSpPr>
            <p:nvPr/>
          </p:nvSpPr>
          <p:spPr bwMode="auto">
            <a:xfrm>
              <a:off x="4932040" y="4719984"/>
              <a:ext cx="684213" cy="685800"/>
            </a:xfrm>
            <a:prstGeom prst="rect">
              <a:avLst/>
            </a:prstGeom>
            <a:solidFill>
              <a:schemeClr val="bg1">
                <a:lumMod val="85000"/>
              </a:schemeClr>
            </a:solidFill>
            <a:ln w="38100">
              <a:solidFill>
                <a:schemeClr val="tx1"/>
              </a:solidFill>
              <a:miter lim="800000"/>
              <a:headEnd/>
              <a:tailEnd/>
            </a:ln>
          </p:spPr>
          <p:txBody>
            <a:bodyPr wrap="none" anchor="ctr"/>
            <a:lstStyle/>
            <a:p>
              <a:endParaRPr lang="es-ES" sz="3200">
                <a:latin typeface="Arial Narrow" pitchFamily="34" charset="0"/>
              </a:endParaRPr>
            </a:p>
          </p:txBody>
        </p:sp>
        <p:sp>
          <p:nvSpPr>
            <p:cNvPr id="11" name="Rectangle 45">
              <a:extLst>
                <a:ext uri="{FF2B5EF4-FFF2-40B4-BE49-F238E27FC236}">
                  <a16:creationId xmlns:a16="http://schemas.microsoft.com/office/drawing/2014/main" id="{7D02EDE5-6895-469D-9921-712D98B780E8}"/>
                </a:ext>
              </a:extLst>
            </p:cNvPr>
            <p:cNvSpPr>
              <a:spLocks noChangeArrowheads="1"/>
            </p:cNvSpPr>
            <p:nvPr/>
          </p:nvSpPr>
          <p:spPr bwMode="auto">
            <a:xfrm>
              <a:off x="4978078" y="4753322"/>
              <a:ext cx="573088" cy="609600"/>
            </a:xfrm>
            <a:prstGeom prst="rect">
              <a:avLst/>
            </a:prstGeom>
            <a:solidFill>
              <a:schemeClr val="bg1">
                <a:lumMod val="85000"/>
              </a:schemeClr>
            </a:solidFill>
            <a:ln w="9525" cap="flat" cmpd="sng" algn="ctr">
              <a:solidFill>
                <a:schemeClr val="tx1"/>
              </a:solidFill>
              <a:prstDash val="solid"/>
              <a:headEnd/>
              <a:tailEnd/>
            </a:ln>
            <a:effectLst>
              <a:outerShdw blurRad="63500" dist="25400" dir="5400000" rotWithShape="0">
                <a:srgbClr val="000000">
                  <a:alpha val="43137"/>
                </a:srgbClr>
              </a:outerShdw>
            </a:effectLst>
          </p:spPr>
          <p:txBody>
            <a:bodyPr wrap="none" anchor="ct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fontAlgn="base">
                <a:spcBef>
                  <a:spcPct val="0"/>
                </a:spcBef>
                <a:spcAft>
                  <a:spcPct val="0"/>
                </a:spcAft>
              </a:pPr>
              <a:r>
                <a:rPr lang="es-MX" sz="3600" b="1" kern="0" spc="50" dirty="0">
                  <a:ln w="11430"/>
                  <a:effectLst>
                    <a:outerShdw blurRad="76200" dist="50800" dir="5400000" algn="tl" rotWithShape="0">
                      <a:srgbClr val="000000">
                        <a:alpha val="65000"/>
                      </a:srgbClr>
                    </a:outerShdw>
                  </a:effectLst>
                  <a:latin typeface="Arial Narrow" pitchFamily="34" charset="0"/>
                </a:rPr>
                <a:t>62</a:t>
              </a:r>
              <a:endParaRPr lang="es-ES" sz="3600" b="1" kern="0" spc="50" dirty="0">
                <a:ln w="11430"/>
                <a:effectLst>
                  <a:outerShdw blurRad="76200" dist="50800" dir="5400000" algn="tl" rotWithShape="0">
                    <a:srgbClr val="000000">
                      <a:alpha val="65000"/>
                    </a:srgbClr>
                  </a:outerShdw>
                </a:effectLst>
                <a:latin typeface="Arial Narrow" pitchFamily="34" charset="0"/>
              </a:endParaRPr>
            </a:p>
          </p:txBody>
        </p:sp>
        <p:sp>
          <p:nvSpPr>
            <p:cNvPr id="12" name="Rectangle 42">
              <a:extLst>
                <a:ext uri="{FF2B5EF4-FFF2-40B4-BE49-F238E27FC236}">
                  <a16:creationId xmlns:a16="http://schemas.microsoft.com/office/drawing/2014/main" id="{9AFFB472-F9F5-48B3-B6FD-292B397E68A5}"/>
                </a:ext>
              </a:extLst>
            </p:cNvPr>
            <p:cNvSpPr>
              <a:spLocks noChangeArrowheads="1"/>
            </p:cNvSpPr>
            <p:nvPr/>
          </p:nvSpPr>
          <p:spPr bwMode="auto">
            <a:xfrm>
              <a:off x="5612908" y="4719984"/>
              <a:ext cx="684213" cy="685800"/>
            </a:xfrm>
            <a:prstGeom prst="rect">
              <a:avLst/>
            </a:prstGeom>
            <a:solidFill>
              <a:schemeClr val="bg1">
                <a:lumMod val="85000"/>
              </a:schemeClr>
            </a:solidFill>
            <a:ln w="38100">
              <a:solidFill>
                <a:schemeClr val="tx1"/>
              </a:solidFill>
              <a:miter lim="800000"/>
              <a:headEnd/>
              <a:tailEnd/>
            </a:ln>
          </p:spPr>
          <p:txBody>
            <a:bodyPr wrap="none" anchor="ctr"/>
            <a:lstStyle/>
            <a:p>
              <a:endParaRPr lang="es-ES" sz="3200">
                <a:latin typeface="Arial Narrow" pitchFamily="34" charset="0"/>
              </a:endParaRPr>
            </a:p>
          </p:txBody>
        </p:sp>
        <p:sp>
          <p:nvSpPr>
            <p:cNvPr id="13" name="Rectangle 45">
              <a:extLst>
                <a:ext uri="{FF2B5EF4-FFF2-40B4-BE49-F238E27FC236}">
                  <a16:creationId xmlns:a16="http://schemas.microsoft.com/office/drawing/2014/main" id="{A747530C-FE8D-49D0-8B67-F07BC11EEA6A}"/>
                </a:ext>
              </a:extLst>
            </p:cNvPr>
            <p:cNvSpPr>
              <a:spLocks noChangeArrowheads="1"/>
            </p:cNvSpPr>
            <p:nvPr/>
          </p:nvSpPr>
          <p:spPr bwMode="auto">
            <a:xfrm>
              <a:off x="5658946" y="4753322"/>
              <a:ext cx="573088" cy="609600"/>
            </a:xfrm>
            <a:prstGeom prst="rect">
              <a:avLst/>
            </a:prstGeom>
            <a:solidFill>
              <a:schemeClr val="bg1">
                <a:lumMod val="85000"/>
              </a:schemeClr>
            </a:solidFill>
            <a:ln w="9525" cap="flat" cmpd="sng" algn="ctr">
              <a:solidFill>
                <a:schemeClr val="tx1"/>
              </a:solidFill>
              <a:prstDash val="solid"/>
              <a:headEnd/>
              <a:tailEnd/>
            </a:ln>
            <a:effectLst>
              <a:outerShdw blurRad="63500" dist="25400" dir="5400000" rotWithShape="0">
                <a:srgbClr val="000000">
                  <a:alpha val="43137"/>
                </a:srgbClr>
              </a:outerShdw>
            </a:effectLst>
          </p:spPr>
          <p:txBody>
            <a:bodyPr wrap="none" anchor="ct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fontAlgn="base">
                <a:spcBef>
                  <a:spcPct val="0"/>
                </a:spcBef>
                <a:spcAft>
                  <a:spcPct val="0"/>
                </a:spcAft>
              </a:pPr>
              <a:r>
                <a:rPr lang="es-MX" sz="3600" b="1" kern="0" spc="50" dirty="0">
                  <a:ln w="11430"/>
                  <a:effectLst>
                    <a:outerShdw blurRad="76200" dist="50800" dir="5400000" algn="tl" rotWithShape="0">
                      <a:srgbClr val="000000">
                        <a:alpha val="65000"/>
                      </a:srgbClr>
                    </a:outerShdw>
                  </a:effectLst>
                  <a:latin typeface="Arial Narrow" pitchFamily="34" charset="0"/>
                </a:rPr>
                <a:t>71</a:t>
              </a:r>
              <a:endParaRPr lang="es-ES" sz="3600" b="1" kern="0" spc="50" dirty="0">
                <a:ln w="11430"/>
                <a:effectLst>
                  <a:outerShdw blurRad="76200" dist="50800" dir="5400000" algn="tl" rotWithShape="0">
                    <a:srgbClr val="000000">
                      <a:alpha val="65000"/>
                    </a:srgbClr>
                  </a:outerShdw>
                </a:effectLst>
                <a:latin typeface="Arial Narrow" pitchFamily="34" charset="0"/>
              </a:endParaRPr>
            </a:p>
          </p:txBody>
        </p:sp>
        <p:sp>
          <p:nvSpPr>
            <p:cNvPr id="14" name="Rectangle 42">
              <a:extLst>
                <a:ext uri="{FF2B5EF4-FFF2-40B4-BE49-F238E27FC236}">
                  <a16:creationId xmlns:a16="http://schemas.microsoft.com/office/drawing/2014/main" id="{B50460A7-A996-4D5B-9038-72313396C51D}"/>
                </a:ext>
              </a:extLst>
            </p:cNvPr>
            <p:cNvSpPr>
              <a:spLocks noChangeArrowheads="1"/>
            </p:cNvSpPr>
            <p:nvPr/>
          </p:nvSpPr>
          <p:spPr bwMode="auto">
            <a:xfrm>
              <a:off x="6298406" y="4719984"/>
              <a:ext cx="684213" cy="685800"/>
            </a:xfrm>
            <a:prstGeom prst="rect">
              <a:avLst/>
            </a:prstGeom>
            <a:solidFill>
              <a:schemeClr val="bg1">
                <a:lumMod val="85000"/>
              </a:schemeClr>
            </a:solidFill>
            <a:ln w="38100">
              <a:solidFill>
                <a:schemeClr val="tx1"/>
              </a:solidFill>
              <a:miter lim="800000"/>
              <a:headEnd/>
              <a:tailEnd/>
            </a:ln>
          </p:spPr>
          <p:txBody>
            <a:bodyPr wrap="none" anchor="ctr"/>
            <a:lstStyle/>
            <a:p>
              <a:endParaRPr lang="es-ES" sz="3200">
                <a:latin typeface="Arial Narrow" pitchFamily="34" charset="0"/>
              </a:endParaRPr>
            </a:p>
          </p:txBody>
        </p:sp>
        <p:sp>
          <p:nvSpPr>
            <p:cNvPr id="15" name="Rectangle 45">
              <a:extLst>
                <a:ext uri="{FF2B5EF4-FFF2-40B4-BE49-F238E27FC236}">
                  <a16:creationId xmlns:a16="http://schemas.microsoft.com/office/drawing/2014/main" id="{196A3504-1B4D-4347-85DB-70FBB3D6B530}"/>
                </a:ext>
              </a:extLst>
            </p:cNvPr>
            <p:cNvSpPr>
              <a:spLocks noChangeArrowheads="1"/>
            </p:cNvSpPr>
            <p:nvPr/>
          </p:nvSpPr>
          <p:spPr bwMode="auto">
            <a:xfrm>
              <a:off x="6344444" y="4753322"/>
              <a:ext cx="573088" cy="609600"/>
            </a:xfrm>
            <a:prstGeom prst="rect">
              <a:avLst/>
            </a:prstGeom>
            <a:solidFill>
              <a:schemeClr val="bg1">
                <a:lumMod val="85000"/>
              </a:schemeClr>
            </a:solidFill>
            <a:ln w="9525" cap="flat" cmpd="sng" algn="ctr">
              <a:solidFill>
                <a:schemeClr val="tx1"/>
              </a:solidFill>
              <a:prstDash val="solid"/>
              <a:headEnd/>
              <a:tailEnd/>
            </a:ln>
            <a:effectLst>
              <a:outerShdw blurRad="63500" dist="25400" dir="5400000" rotWithShape="0">
                <a:srgbClr val="000000">
                  <a:alpha val="43137"/>
                </a:srgbClr>
              </a:outerShdw>
            </a:effectLst>
          </p:spPr>
          <p:txBody>
            <a:bodyPr wrap="none" anchor="ct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fontAlgn="base">
                <a:spcBef>
                  <a:spcPct val="0"/>
                </a:spcBef>
                <a:spcAft>
                  <a:spcPct val="0"/>
                </a:spcAft>
              </a:pPr>
              <a:r>
                <a:rPr lang="es-MX" sz="3600" b="1" kern="0" spc="50" dirty="0">
                  <a:ln w="11430"/>
                  <a:effectLst>
                    <a:outerShdw blurRad="76200" dist="50800" dir="5400000" algn="tl" rotWithShape="0">
                      <a:srgbClr val="000000">
                        <a:alpha val="65000"/>
                      </a:srgbClr>
                    </a:outerShdw>
                  </a:effectLst>
                  <a:latin typeface="Arial Narrow" pitchFamily="34" charset="0"/>
                </a:rPr>
                <a:t>82</a:t>
              </a:r>
              <a:endParaRPr lang="es-ES" sz="3600" b="1" kern="0" spc="50" dirty="0">
                <a:ln w="11430"/>
                <a:effectLst>
                  <a:outerShdw blurRad="76200" dist="50800" dir="5400000" algn="tl" rotWithShape="0">
                    <a:srgbClr val="000000">
                      <a:alpha val="65000"/>
                    </a:srgbClr>
                  </a:outerShdw>
                </a:effectLst>
                <a:latin typeface="Arial Narrow" pitchFamily="34" charset="0"/>
              </a:endParaRPr>
            </a:p>
          </p:txBody>
        </p:sp>
        <p:sp>
          <p:nvSpPr>
            <p:cNvPr id="16" name="Rectangle 42">
              <a:extLst>
                <a:ext uri="{FF2B5EF4-FFF2-40B4-BE49-F238E27FC236}">
                  <a16:creationId xmlns:a16="http://schemas.microsoft.com/office/drawing/2014/main" id="{93ED56B6-78BC-41AE-8A36-5A325AE3C8CE}"/>
                </a:ext>
              </a:extLst>
            </p:cNvPr>
            <p:cNvSpPr>
              <a:spLocks noChangeArrowheads="1"/>
            </p:cNvSpPr>
            <p:nvPr/>
          </p:nvSpPr>
          <p:spPr bwMode="auto">
            <a:xfrm>
              <a:off x="6993431" y="4719984"/>
              <a:ext cx="684213" cy="685800"/>
            </a:xfrm>
            <a:prstGeom prst="rect">
              <a:avLst/>
            </a:prstGeom>
            <a:solidFill>
              <a:schemeClr val="bg1">
                <a:lumMod val="85000"/>
              </a:schemeClr>
            </a:solidFill>
            <a:ln w="38100">
              <a:solidFill>
                <a:schemeClr val="tx1"/>
              </a:solidFill>
              <a:miter lim="800000"/>
              <a:headEnd/>
              <a:tailEnd/>
            </a:ln>
          </p:spPr>
          <p:txBody>
            <a:bodyPr wrap="none" anchor="ctr"/>
            <a:lstStyle/>
            <a:p>
              <a:endParaRPr lang="es-ES" sz="3200">
                <a:latin typeface="Arial Narrow" pitchFamily="34" charset="0"/>
              </a:endParaRPr>
            </a:p>
          </p:txBody>
        </p:sp>
        <p:sp>
          <p:nvSpPr>
            <p:cNvPr id="17" name="Rectangle 45">
              <a:extLst>
                <a:ext uri="{FF2B5EF4-FFF2-40B4-BE49-F238E27FC236}">
                  <a16:creationId xmlns:a16="http://schemas.microsoft.com/office/drawing/2014/main" id="{9498AD8B-301B-457A-B33D-24D473C39BAC}"/>
                </a:ext>
              </a:extLst>
            </p:cNvPr>
            <p:cNvSpPr>
              <a:spLocks noChangeArrowheads="1"/>
            </p:cNvSpPr>
            <p:nvPr/>
          </p:nvSpPr>
          <p:spPr bwMode="auto">
            <a:xfrm>
              <a:off x="7039469" y="4753322"/>
              <a:ext cx="573088" cy="609600"/>
            </a:xfrm>
            <a:prstGeom prst="rect">
              <a:avLst/>
            </a:prstGeom>
            <a:solidFill>
              <a:schemeClr val="bg1">
                <a:lumMod val="85000"/>
              </a:schemeClr>
            </a:solidFill>
            <a:ln w="9525" cap="flat" cmpd="sng" algn="ctr">
              <a:solidFill>
                <a:schemeClr val="tx1"/>
              </a:solidFill>
              <a:prstDash val="solid"/>
              <a:headEnd/>
              <a:tailEnd/>
            </a:ln>
            <a:effectLst>
              <a:outerShdw blurRad="63500" dist="25400" dir="5400000" rotWithShape="0">
                <a:srgbClr val="000000">
                  <a:alpha val="43137"/>
                </a:srgbClr>
              </a:outerShdw>
            </a:effectLst>
          </p:spPr>
          <p:txBody>
            <a:bodyPr wrap="none" anchor="ct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fontAlgn="base">
                <a:spcBef>
                  <a:spcPct val="0"/>
                </a:spcBef>
                <a:spcAft>
                  <a:spcPct val="0"/>
                </a:spcAft>
              </a:pPr>
              <a:r>
                <a:rPr lang="es-MX" sz="3600" b="1" kern="0" spc="50" dirty="0">
                  <a:ln w="11430"/>
                  <a:effectLst>
                    <a:outerShdw blurRad="76200" dist="50800" dir="5400000" algn="tl" rotWithShape="0">
                      <a:srgbClr val="000000">
                        <a:alpha val="65000"/>
                      </a:srgbClr>
                    </a:outerShdw>
                  </a:effectLst>
                  <a:latin typeface="Arial Narrow" pitchFamily="34" charset="0"/>
                </a:rPr>
                <a:t>91</a:t>
              </a:r>
              <a:endParaRPr lang="es-ES" sz="3600" b="1" kern="0" spc="50" dirty="0">
                <a:ln w="11430"/>
                <a:effectLst>
                  <a:outerShdw blurRad="76200" dist="50800" dir="5400000" algn="tl" rotWithShape="0">
                    <a:srgbClr val="000000">
                      <a:alpha val="65000"/>
                    </a:srgbClr>
                  </a:outerShdw>
                </a:effectLst>
                <a:latin typeface="Arial Narrow" pitchFamily="34" charset="0"/>
              </a:endParaRPr>
            </a:p>
          </p:txBody>
        </p:sp>
      </p:grpSp>
      <p:sp>
        <p:nvSpPr>
          <p:cNvPr id="30" name="Text Box 36">
            <a:extLst>
              <a:ext uri="{FF2B5EF4-FFF2-40B4-BE49-F238E27FC236}">
                <a16:creationId xmlns:a16="http://schemas.microsoft.com/office/drawing/2014/main" id="{66B892D9-B1DA-48D6-93EC-1547229489D2}"/>
              </a:ext>
            </a:extLst>
          </p:cNvPr>
          <p:cNvSpPr txBox="1">
            <a:spLocks noChangeArrowheads="1"/>
          </p:cNvSpPr>
          <p:nvPr/>
        </p:nvSpPr>
        <p:spPr bwMode="auto">
          <a:xfrm>
            <a:off x="1118795" y="914400"/>
            <a:ext cx="10381129" cy="1200329"/>
          </a:xfrm>
          <a:prstGeom prst="rect">
            <a:avLst/>
          </a:prstGeom>
          <a:ln>
            <a:headEnd/>
            <a:tailEnd/>
          </a:ln>
        </p:spPr>
        <p:style>
          <a:lnRef idx="1">
            <a:schemeClr val="accent5"/>
          </a:lnRef>
          <a:fillRef idx="2">
            <a:schemeClr val="accent5"/>
          </a:fillRef>
          <a:effectRef idx="1">
            <a:schemeClr val="accent5"/>
          </a:effectRef>
          <a:fontRef idx="minor">
            <a:schemeClr val="dk1"/>
          </a:fontRef>
        </p:style>
        <p:txBody>
          <a:bodyPr wrap="square">
            <a:spAutoFit/>
          </a:bodyPr>
          <a:lstStyle>
            <a:defPPr>
              <a:defRPr lang="es-CO"/>
            </a:defPPr>
            <a:lvl1pPr algn="ctr" fontAlgn="base">
              <a:spcBef>
                <a:spcPct val="50000"/>
              </a:spcBef>
              <a:spcAft>
                <a:spcPct val="0"/>
              </a:spcAft>
              <a:defRPr sz="2400">
                <a:solidFill>
                  <a:prstClr val="black"/>
                </a:solidFill>
                <a:latin typeface="Arial Narrow" pitchFamily="34" charset="0"/>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r>
              <a:rPr lang="es-MX" sz="2000" dirty="0"/>
              <a:t>La búsqueda binaria maneja 3 variables IZQUIERDA, DERECHA y MITAD. Y permite leer una </a:t>
            </a:r>
            <a:r>
              <a:rPr lang="es-MX" b="1" spc="50" dirty="0">
                <a:ln w="11430">
                  <a:solidFill>
                    <a:schemeClr val="bg1"/>
                  </a:solidFill>
                </a:ln>
                <a:solidFill>
                  <a:schemeClr val="tx1"/>
                </a:solidFill>
                <a:effectLst>
                  <a:outerShdw blurRad="76200" dist="50800" dir="5400000" algn="tl" rotWithShape="0">
                    <a:srgbClr val="000000">
                      <a:alpha val="65000"/>
                    </a:srgbClr>
                  </a:outerShdw>
                </a:effectLst>
                <a:ea typeface="+mj-ea"/>
                <a:cs typeface="+mj-cs"/>
              </a:rPr>
              <a:t>CLAVE</a:t>
            </a:r>
            <a:r>
              <a:rPr lang="es-MX" sz="2000" dirty="0"/>
              <a:t> (en este caso vamos a leer el </a:t>
            </a:r>
            <a:r>
              <a:rPr lang="es-MX" b="1" spc="50" dirty="0">
                <a:ln w="11430">
                  <a:solidFill>
                    <a:schemeClr val="bg1"/>
                  </a:solidFill>
                </a:ln>
                <a:solidFill>
                  <a:schemeClr val="tx1"/>
                </a:solidFill>
                <a:effectLst>
                  <a:outerShdw blurRad="76200" dist="50800" dir="5400000" algn="tl" rotWithShape="0">
                    <a:srgbClr val="000000">
                      <a:alpha val="65000"/>
                    </a:srgbClr>
                  </a:outerShdw>
                </a:effectLst>
                <a:ea typeface="+mj-ea"/>
                <a:cs typeface="+mj-cs"/>
              </a:rPr>
              <a:t>#8</a:t>
            </a:r>
            <a:r>
              <a:rPr lang="es-MX" sz="2000" dirty="0"/>
              <a:t>) y buscarlo en la mitad del vector, realizando particiones sucesivas hasta encontrar el dato o terminar de recorrer el vector </a:t>
            </a:r>
            <a:r>
              <a:rPr lang="es-MX" b="1" spc="50" dirty="0">
                <a:ln w="11430">
                  <a:solidFill>
                    <a:schemeClr val="bg1"/>
                  </a:solidFill>
                </a:ln>
                <a:solidFill>
                  <a:schemeClr val="tx1"/>
                </a:solidFill>
                <a:effectLst>
                  <a:outerShdw blurRad="76200" dist="50800" dir="5400000" algn="tl" rotWithShape="0">
                    <a:srgbClr val="000000">
                      <a:alpha val="65000"/>
                    </a:srgbClr>
                  </a:outerShdw>
                </a:effectLst>
                <a:ea typeface="+mj-ea"/>
                <a:cs typeface="+mj-cs"/>
              </a:rPr>
              <a:t>(TIENE QUE ESTAR ORDENADO).</a:t>
            </a:r>
            <a:endParaRPr lang="es-ES" b="1" spc="50" dirty="0">
              <a:ln w="11430">
                <a:solidFill>
                  <a:schemeClr val="bg1"/>
                </a:solidFill>
              </a:ln>
              <a:solidFill>
                <a:schemeClr val="tx1"/>
              </a:solidFill>
              <a:effectLst>
                <a:outerShdw blurRad="76200" dist="50800" dir="5400000" algn="tl" rotWithShape="0">
                  <a:srgbClr val="000000">
                    <a:alpha val="65000"/>
                  </a:srgbClr>
                </a:outerShdw>
              </a:effectLst>
              <a:ea typeface="+mj-ea"/>
              <a:cs typeface="+mj-cs"/>
            </a:endParaRPr>
          </a:p>
        </p:txBody>
      </p:sp>
      <p:sp>
        <p:nvSpPr>
          <p:cNvPr id="31" name="Llamada de flecha hacia abajo 1">
            <a:extLst>
              <a:ext uri="{FF2B5EF4-FFF2-40B4-BE49-F238E27FC236}">
                <a16:creationId xmlns:a16="http://schemas.microsoft.com/office/drawing/2014/main" id="{F7B690C9-A648-46DB-B676-07E180C15DC2}"/>
              </a:ext>
            </a:extLst>
          </p:cNvPr>
          <p:cNvSpPr/>
          <p:nvPr/>
        </p:nvSpPr>
        <p:spPr>
          <a:xfrm>
            <a:off x="3921905" y="3417545"/>
            <a:ext cx="3979434" cy="612934"/>
          </a:xfrm>
          <a:prstGeom prst="downArrowCallout">
            <a:avLst/>
          </a:prstGeom>
          <a:ln>
            <a:headEnd/>
            <a:tailEnd/>
          </a:ln>
        </p:spPr>
        <p:style>
          <a:lnRef idx="1">
            <a:schemeClr val="accent3"/>
          </a:lnRef>
          <a:fillRef idx="2">
            <a:schemeClr val="accent3"/>
          </a:fillRef>
          <a:effectRef idx="1">
            <a:schemeClr val="accent3"/>
          </a:effectRef>
          <a:fontRef idx="minor">
            <a:schemeClr val="dk1"/>
          </a:fontRef>
        </p:style>
        <p:txBody>
          <a:bodyPr wrap="square">
            <a:spAutoFit/>
          </a:bodyPr>
          <a:lstStyle/>
          <a:p>
            <a:pPr algn="ctr" fontAlgn="base">
              <a:spcBef>
                <a:spcPct val="50000"/>
              </a:spcBef>
              <a:spcAft>
                <a:spcPct val="0"/>
              </a:spcAft>
            </a:pPr>
            <a:r>
              <a:rPr lang="es-MX" sz="2000" b="1" spc="50" dirty="0">
                <a:ln w="11430">
                  <a:solidFill>
                    <a:schemeClr val="bg1"/>
                  </a:solidFill>
                </a:ln>
                <a:solidFill>
                  <a:schemeClr val="tx1"/>
                </a:solidFill>
                <a:effectLst>
                  <a:outerShdw blurRad="76200" dist="50800" dir="5400000" algn="tl" rotWithShape="0">
                    <a:srgbClr val="000000">
                      <a:alpha val="65000"/>
                    </a:srgbClr>
                  </a:outerShdw>
                </a:effectLst>
                <a:latin typeface="Arial Narrow" panose="020B0606020202030204" pitchFamily="34" charset="0"/>
              </a:rPr>
              <a:t>¿CLAVE (8) &lt;&gt; VEC[MIT=4] (43)? </a:t>
            </a:r>
            <a:r>
              <a:rPr lang="es-MX" sz="2000" b="1" spc="50" dirty="0">
                <a:ln w="11430">
                  <a:solidFill>
                    <a:schemeClr val="bg1"/>
                  </a:solidFill>
                </a:ln>
                <a:solidFill>
                  <a:srgbClr val="00B050"/>
                </a:solidFill>
                <a:effectLst>
                  <a:outerShdw blurRad="76200" dist="50800" dir="5400000" algn="tl" rotWithShape="0">
                    <a:srgbClr val="000000">
                      <a:alpha val="65000"/>
                    </a:srgbClr>
                  </a:outerShdw>
                </a:effectLst>
                <a:latin typeface="Arial Narrow" panose="020B0606020202030204" pitchFamily="34" charset="0"/>
              </a:rPr>
              <a:t>SÍ</a:t>
            </a:r>
            <a:endParaRPr lang="es-CO" sz="2000" b="1" spc="50" dirty="0">
              <a:ln w="11430">
                <a:solidFill>
                  <a:schemeClr val="bg1"/>
                </a:solidFill>
              </a:ln>
              <a:solidFill>
                <a:srgbClr val="00B050"/>
              </a:solidFill>
              <a:effectLst>
                <a:outerShdw blurRad="76200" dist="50800" dir="5400000" algn="tl" rotWithShape="0">
                  <a:srgbClr val="000000">
                    <a:alpha val="65000"/>
                  </a:srgbClr>
                </a:outerShdw>
              </a:effectLst>
              <a:latin typeface="Arial Narrow" panose="020B0606020202030204" pitchFamily="34" charset="0"/>
            </a:endParaRPr>
          </a:p>
        </p:txBody>
      </p:sp>
      <p:sp>
        <p:nvSpPr>
          <p:cNvPr id="32" name="Llamada de flecha hacia arriba 7">
            <a:extLst>
              <a:ext uri="{FF2B5EF4-FFF2-40B4-BE49-F238E27FC236}">
                <a16:creationId xmlns:a16="http://schemas.microsoft.com/office/drawing/2014/main" id="{6B9B03E6-5CBD-42CD-B7CB-1A0DBED85BD0}"/>
              </a:ext>
            </a:extLst>
          </p:cNvPr>
          <p:cNvSpPr/>
          <p:nvPr/>
        </p:nvSpPr>
        <p:spPr>
          <a:xfrm>
            <a:off x="2596801" y="5689045"/>
            <a:ext cx="1296144" cy="612934"/>
          </a:xfrm>
          <a:prstGeom prst="upArrowCallout">
            <a:avLst/>
          </a:prstGeom>
          <a:ln>
            <a:headEnd/>
            <a:tailEnd/>
          </a:ln>
        </p:spPr>
        <p:style>
          <a:lnRef idx="1">
            <a:schemeClr val="accent3"/>
          </a:lnRef>
          <a:fillRef idx="2">
            <a:schemeClr val="accent3"/>
          </a:fillRef>
          <a:effectRef idx="1">
            <a:schemeClr val="accent3"/>
          </a:effectRef>
          <a:fontRef idx="minor">
            <a:schemeClr val="dk1"/>
          </a:fontRef>
        </p:style>
        <p:txBody>
          <a:bodyPr wrap="square">
            <a:spAutoFit/>
          </a:bodyPr>
          <a:lstStyle/>
          <a:p>
            <a:pPr algn="ctr" fontAlgn="base">
              <a:spcBef>
                <a:spcPct val="50000"/>
              </a:spcBef>
              <a:spcAft>
                <a:spcPct val="0"/>
              </a:spcAft>
            </a:pPr>
            <a:r>
              <a:rPr lang="es-CO" sz="2000" b="1" spc="50" dirty="0">
                <a:ln w="11430">
                  <a:solidFill>
                    <a:schemeClr val="bg1"/>
                  </a:solidFill>
                </a:ln>
                <a:solidFill>
                  <a:schemeClr val="tx1"/>
                </a:solidFill>
                <a:effectLst>
                  <a:outerShdw blurRad="76200" dist="50800" dir="5400000" algn="tl" rotWithShape="0">
                    <a:srgbClr val="000000">
                      <a:alpha val="65000"/>
                    </a:srgbClr>
                  </a:outerShdw>
                </a:effectLst>
                <a:latin typeface="Arial Narrow" panose="020B0606020202030204" pitchFamily="34" charset="0"/>
                <a:ea typeface="+mj-ea"/>
                <a:cs typeface="+mj-cs"/>
              </a:rPr>
              <a:t>IZQ</a:t>
            </a:r>
          </a:p>
        </p:txBody>
      </p:sp>
      <p:sp>
        <p:nvSpPr>
          <p:cNvPr id="33" name="Llamada de flecha hacia arriba 61">
            <a:extLst>
              <a:ext uri="{FF2B5EF4-FFF2-40B4-BE49-F238E27FC236}">
                <a16:creationId xmlns:a16="http://schemas.microsoft.com/office/drawing/2014/main" id="{503225D7-F96D-4D17-87C3-B259B30F5780}"/>
              </a:ext>
            </a:extLst>
          </p:cNvPr>
          <p:cNvSpPr/>
          <p:nvPr/>
        </p:nvSpPr>
        <p:spPr>
          <a:xfrm>
            <a:off x="5250645" y="5690448"/>
            <a:ext cx="1296144" cy="612934"/>
          </a:xfrm>
          <a:prstGeom prst="upArrowCallout">
            <a:avLst/>
          </a:prstGeom>
          <a:ln>
            <a:headEnd/>
            <a:tailEnd/>
          </a:ln>
        </p:spPr>
        <p:style>
          <a:lnRef idx="1">
            <a:schemeClr val="accent3"/>
          </a:lnRef>
          <a:fillRef idx="2">
            <a:schemeClr val="accent3"/>
          </a:fillRef>
          <a:effectRef idx="1">
            <a:schemeClr val="accent3"/>
          </a:effectRef>
          <a:fontRef idx="minor">
            <a:schemeClr val="dk1"/>
          </a:fontRef>
        </p:style>
        <p:txBody>
          <a:bodyPr wrap="square">
            <a:spAutoFit/>
          </a:bodyPr>
          <a:lstStyle/>
          <a:p>
            <a:pPr algn="ctr" fontAlgn="base">
              <a:spcBef>
                <a:spcPct val="50000"/>
              </a:spcBef>
              <a:spcAft>
                <a:spcPct val="0"/>
              </a:spcAft>
            </a:pPr>
            <a:r>
              <a:rPr lang="es-CO" sz="2000" b="1" spc="50" dirty="0">
                <a:ln w="11430">
                  <a:solidFill>
                    <a:schemeClr val="bg1"/>
                  </a:solidFill>
                </a:ln>
                <a:solidFill>
                  <a:schemeClr val="tx1"/>
                </a:solidFill>
                <a:effectLst>
                  <a:outerShdw blurRad="76200" dist="50800" dir="5400000" algn="tl" rotWithShape="0">
                    <a:srgbClr val="000000">
                      <a:alpha val="65000"/>
                    </a:srgbClr>
                  </a:outerShdw>
                </a:effectLst>
                <a:latin typeface="Arial Narrow" panose="020B0606020202030204" pitchFamily="34" charset="0"/>
                <a:ea typeface="+mj-ea"/>
                <a:cs typeface="+mj-cs"/>
              </a:rPr>
              <a:t>MIT</a:t>
            </a:r>
          </a:p>
        </p:txBody>
      </p:sp>
      <p:sp>
        <p:nvSpPr>
          <p:cNvPr id="34" name="Llamada de flecha hacia arriba 62">
            <a:extLst>
              <a:ext uri="{FF2B5EF4-FFF2-40B4-BE49-F238E27FC236}">
                <a16:creationId xmlns:a16="http://schemas.microsoft.com/office/drawing/2014/main" id="{2F678A1E-0DE7-4E06-A360-822E551E3837}"/>
              </a:ext>
            </a:extLst>
          </p:cNvPr>
          <p:cNvSpPr/>
          <p:nvPr/>
        </p:nvSpPr>
        <p:spPr>
          <a:xfrm>
            <a:off x="8709409" y="5689045"/>
            <a:ext cx="1296144" cy="612934"/>
          </a:xfrm>
          <a:prstGeom prst="upArrowCallout">
            <a:avLst/>
          </a:prstGeom>
          <a:ln>
            <a:headEnd/>
            <a:tailEnd/>
          </a:ln>
        </p:spPr>
        <p:style>
          <a:lnRef idx="1">
            <a:schemeClr val="accent3"/>
          </a:lnRef>
          <a:fillRef idx="2">
            <a:schemeClr val="accent3"/>
          </a:fillRef>
          <a:effectRef idx="1">
            <a:schemeClr val="accent3"/>
          </a:effectRef>
          <a:fontRef idx="minor">
            <a:schemeClr val="dk1"/>
          </a:fontRef>
        </p:style>
        <p:txBody>
          <a:bodyPr wrap="square">
            <a:spAutoFit/>
          </a:bodyPr>
          <a:lstStyle/>
          <a:p>
            <a:pPr algn="ctr" fontAlgn="base">
              <a:spcBef>
                <a:spcPct val="50000"/>
              </a:spcBef>
              <a:spcAft>
                <a:spcPct val="0"/>
              </a:spcAft>
            </a:pPr>
            <a:r>
              <a:rPr lang="es-CO" sz="2000" b="1" spc="50" dirty="0">
                <a:ln w="11430">
                  <a:solidFill>
                    <a:schemeClr val="bg1"/>
                  </a:solidFill>
                </a:ln>
                <a:solidFill>
                  <a:schemeClr val="tx1"/>
                </a:solidFill>
                <a:effectLst>
                  <a:outerShdw blurRad="76200" dist="50800" dir="5400000" algn="tl" rotWithShape="0">
                    <a:srgbClr val="000000">
                      <a:alpha val="65000"/>
                    </a:srgbClr>
                  </a:outerShdw>
                </a:effectLst>
                <a:latin typeface="Arial Narrow" panose="020B0606020202030204" pitchFamily="34" charset="0"/>
                <a:ea typeface="+mj-ea"/>
                <a:cs typeface="+mj-cs"/>
              </a:rPr>
              <a:t>DER</a:t>
            </a:r>
          </a:p>
        </p:txBody>
      </p:sp>
      <p:sp>
        <p:nvSpPr>
          <p:cNvPr id="35" name="Llamada de flecha hacia abajo 63">
            <a:extLst>
              <a:ext uri="{FF2B5EF4-FFF2-40B4-BE49-F238E27FC236}">
                <a16:creationId xmlns:a16="http://schemas.microsoft.com/office/drawing/2014/main" id="{6293C661-51C7-49BE-8224-F0E1F740C588}"/>
              </a:ext>
            </a:extLst>
          </p:cNvPr>
          <p:cNvSpPr/>
          <p:nvPr/>
        </p:nvSpPr>
        <p:spPr>
          <a:xfrm>
            <a:off x="3930473" y="4061359"/>
            <a:ext cx="3979434" cy="612934"/>
          </a:xfrm>
          <a:prstGeom prst="downArrowCallout">
            <a:avLst/>
          </a:prstGeom>
          <a:ln>
            <a:headEnd/>
            <a:tailEnd/>
          </a:ln>
        </p:spPr>
        <p:style>
          <a:lnRef idx="1">
            <a:schemeClr val="accent3"/>
          </a:lnRef>
          <a:fillRef idx="2">
            <a:schemeClr val="accent3"/>
          </a:fillRef>
          <a:effectRef idx="1">
            <a:schemeClr val="accent3"/>
          </a:effectRef>
          <a:fontRef idx="minor">
            <a:schemeClr val="dk1"/>
          </a:fontRef>
        </p:style>
        <p:txBody>
          <a:bodyPr wrap="square">
            <a:spAutoFit/>
          </a:bodyPr>
          <a:lstStyle/>
          <a:p>
            <a:pPr algn="ctr" fontAlgn="base">
              <a:spcBef>
                <a:spcPct val="50000"/>
              </a:spcBef>
              <a:spcAft>
                <a:spcPct val="0"/>
              </a:spcAft>
            </a:pPr>
            <a:r>
              <a:rPr lang="es-MX" sz="2000" b="1" spc="50" dirty="0">
                <a:ln w="11430">
                  <a:solidFill>
                    <a:schemeClr val="bg1"/>
                  </a:solidFill>
                </a:ln>
                <a:solidFill>
                  <a:schemeClr val="tx1"/>
                </a:solidFill>
                <a:effectLst>
                  <a:outerShdw blurRad="76200" dist="50800" dir="5400000" algn="tl" rotWithShape="0">
                    <a:srgbClr val="000000">
                      <a:alpha val="65000"/>
                    </a:srgbClr>
                  </a:outerShdw>
                </a:effectLst>
                <a:latin typeface="Arial Narrow" panose="020B0606020202030204" pitchFamily="34" charset="0"/>
              </a:rPr>
              <a:t>¿CLAVE (8) &gt; VEC[MIT=4] (43)? </a:t>
            </a:r>
            <a:r>
              <a:rPr lang="es-MX" sz="2000" b="1" spc="50" dirty="0">
                <a:ln w="11430">
                  <a:solidFill>
                    <a:schemeClr val="bg1"/>
                  </a:solidFill>
                </a:ln>
                <a:solidFill>
                  <a:srgbClr val="FF0000"/>
                </a:solidFill>
                <a:effectLst>
                  <a:outerShdw blurRad="76200" dist="50800" dir="5400000" algn="tl" rotWithShape="0">
                    <a:srgbClr val="000000">
                      <a:alpha val="65000"/>
                    </a:srgbClr>
                  </a:outerShdw>
                </a:effectLst>
                <a:latin typeface="Arial Narrow" panose="020B0606020202030204" pitchFamily="34" charset="0"/>
              </a:rPr>
              <a:t>NO</a:t>
            </a:r>
            <a:endParaRPr lang="es-CO" sz="2000" b="1" spc="50" dirty="0">
              <a:ln w="11430">
                <a:solidFill>
                  <a:schemeClr val="bg1"/>
                </a:solidFill>
              </a:ln>
              <a:solidFill>
                <a:srgbClr val="FF0000"/>
              </a:solidFill>
              <a:effectLst>
                <a:outerShdw blurRad="76200" dist="50800" dir="5400000" algn="tl" rotWithShape="0">
                  <a:srgbClr val="000000">
                    <a:alpha val="65000"/>
                  </a:srgbClr>
                </a:outerShdw>
              </a:effectLst>
              <a:latin typeface="Arial Narrow" panose="020B0606020202030204" pitchFamily="34" charset="0"/>
            </a:endParaRPr>
          </a:p>
        </p:txBody>
      </p:sp>
      <p:sp>
        <p:nvSpPr>
          <p:cNvPr id="36" name="AutoShape 9">
            <a:extLst>
              <a:ext uri="{FF2B5EF4-FFF2-40B4-BE49-F238E27FC236}">
                <a16:creationId xmlns:a16="http://schemas.microsoft.com/office/drawing/2014/main" id="{F5E28D79-7716-4DA4-9721-71FF03D994BE}"/>
              </a:ext>
            </a:extLst>
          </p:cNvPr>
          <p:cNvSpPr>
            <a:spLocks noChangeArrowheads="1"/>
          </p:cNvSpPr>
          <p:nvPr/>
        </p:nvSpPr>
        <p:spPr bwMode="auto">
          <a:xfrm>
            <a:off x="1069399" y="2162864"/>
            <a:ext cx="10381130" cy="1200329"/>
          </a:xfrm>
          <a:prstGeom prst="wedgeRectCallout">
            <a:avLst>
              <a:gd name="adj1" fmla="val -24481"/>
              <a:gd name="adj2" fmla="val 988"/>
            </a:avLst>
          </a:prstGeom>
          <a:ln>
            <a:headEnd/>
            <a:tailEnd/>
          </a:ln>
        </p:spPr>
        <p:style>
          <a:lnRef idx="1">
            <a:schemeClr val="accent5"/>
          </a:lnRef>
          <a:fillRef idx="2">
            <a:schemeClr val="accent5"/>
          </a:fillRef>
          <a:effectRef idx="1">
            <a:schemeClr val="accent5"/>
          </a:effectRef>
          <a:fontRef idx="minor">
            <a:schemeClr val="dk1"/>
          </a:fontRef>
        </p:style>
        <p:txBody>
          <a:bodyPr wrap="square">
            <a:spAutoFit/>
          </a:bodyPr>
          <a:lstStyle/>
          <a:p>
            <a:pPr algn="ctr" fontAlgn="base">
              <a:spcBef>
                <a:spcPct val="50000"/>
              </a:spcBef>
              <a:spcAft>
                <a:spcPct val="0"/>
              </a:spcAft>
            </a:pPr>
            <a:r>
              <a:rPr lang="es-MX" sz="2400" dirty="0">
                <a:solidFill>
                  <a:prstClr val="black"/>
                </a:solidFill>
                <a:latin typeface="Arial Narrow" pitchFamily="34" charset="0"/>
              </a:rPr>
              <a:t>Al no cumplir la condición significa que la clave está al lado izquierdo del vector, por lo tanto se “corre” la </a:t>
            </a:r>
            <a:r>
              <a:rPr lang="es-MX" sz="2400" b="1" spc="50" dirty="0">
                <a:ln w="11430">
                  <a:solidFill>
                    <a:schemeClr val="bg1"/>
                  </a:solidFill>
                </a:ln>
                <a:solidFill>
                  <a:schemeClr val="tx1"/>
                </a:solidFill>
                <a:effectLst>
                  <a:outerShdw blurRad="76200" dist="50800" dir="5400000" algn="tl" rotWithShape="0">
                    <a:srgbClr val="000000">
                      <a:alpha val="65000"/>
                    </a:srgbClr>
                  </a:outerShdw>
                </a:effectLst>
                <a:latin typeface="Arial Narrow" panose="020B0606020202030204" pitchFamily="34" charset="0"/>
              </a:rPr>
              <a:t>DERECHA HASTA LA MITAD – 1</a:t>
            </a:r>
            <a:r>
              <a:rPr lang="es-MX" sz="2400" dirty="0">
                <a:solidFill>
                  <a:prstClr val="black"/>
                </a:solidFill>
                <a:latin typeface="Arial Narrow" pitchFamily="34" charset="0"/>
              </a:rPr>
              <a:t>. Los demás datos no son tomados en cuenta para la búsqueda.</a:t>
            </a:r>
            <a:endParaRPr lang="es-ES" sz="2400" dirty="0">
              <a:solidFill>
                <a:prstClr val="black"/>
              </a:solidFill>
              <a:latin typeface="Arial Narrow" pitchFamily="34" charset="0"/>
            </a:endParaRPr>
          </a:p>
        </p:txBody>
      </p:sp>
      <p:sp>
        <p:nvSpPr>
          <p:cNvPr id="37" name="Rectangle 45">
            <a:extLst>
              <a:ext uri="{FF2B5EF4-FFF2-40B4-BE49-F238E27FC236}">
                <a16:creationId xmlns:a16="http://schemas.microsoft.com/office/drawing/2014/main" id="{EB615C7C-967C-4F22-BD98-AD9872005EC3}"/>
              </a:ext>
            </a:extLst>
          </p:cNvPr>
          <p:cNvSpPr>
            <a:spLocks noChangeArrowheads="1"/>
          </p:cNvSpPr>
          <p:nvPr/>
        </p:nvSpPr>
        <p:spPr bwMode="auto">
          <a:xfrm>
            <a:off x="6328970" y="4594575"/>
            <a:ext cx="573088" cy="609600"/>
          </a:xfrm>
          <a:prstGeom prst="rect">
            <a:avLst/>
          </a:prstGeom>
          <a:solidFill>
            <a:schemeClr val="bg1">
              <a:lumMod val="85000"/>
            </a:schemeClr>
          </a:solidFill>
          <a:ln w="9525" cap="flat" cmpd="sng" algn="ctr">
            <a:solidFill>
              <a:schemeClr val="tx1"/>
            </a:solidFill>
            <a:prstDash val="solid"/>
            <a:headEnd/>
            <a:tailEnd/>
          </a:ln>
          <a:effectLst>
            <a:outerShdw blurRad="63500" dist="25400" dir="5400000" rotWithShape="0">
              <a:srgbClr val="000000">
                <a:alpha val="43137"/>
              </a:srgbClr>
            </a:outerShdw>
          </a:effectLst>
        </p:spPr>
        <p:txBody>
          <a:bodyPr wrap="none" anchor="ct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fontAlgn="base">
              <a:spcBef>
                <a:spcPct val="0"/>
              </a:spcBef>
              <a:spcAft>
                <a:spcPct val="0"/>
              </a:spcAft>
            </a:pPr>
            <a:r>
              <a:rPr lang="es-MX" sz="3600" b="1" kern="0" spc="50" dirty="0">
                <a:ln w="11430"/>
                <a:solidFill>
                  <a:schemeClr val="tx2">
                    <a:lumMod val="25000"/>
                    <a:lumOff val="75000"/>
                  </a:schemeClr>
                </a:solidFill>
                <a:effectLst>
                  <a:outerShdw blurRad="76200" dist="50800" dir="5400000" algn="tl" rotWithShape="0">
                    <a:srgbClr val="000000">
                      <a:alpha val="65000"/>
                    </a:srgbClr>
                  </a:outerShdw>
                </a:effectLst>
                <a:latin typeface="Arial Narrow" pitchFamily="34" charset="0"/>
              </a:rPr>
              <a:t>55</a:t>
            </a:r>
            <a:endParaRPr lang="es-ES" sz="3600" b="1" kern="0" spc="50" dirty="0">
              <a:ln w="11430"/>
              <a:solidFill>
                <a:schemeClr val="tx2">
                  <a:lumMod val="25000"/>
                  <a:lumOff val="75000"/>
                </a:schemeClr>
              </a:solidFill>
              <a:effectLst>
                <a:outerShdw blurRad="76200" dist="50800" dir="5400000" algn="tl" rotWithShape="0">
                  <a:srgbClr val="000000">
                    <a:alpha val="65000"/>
                  </a:srgbClr>
                </a:outerShdw>
              </a:effectLst>
              <a:latin typeface="Arial Narrow" pitchFamily="34" charset="0"/>
            </a:endParaRPr>
          </a:p>
        </p:txBody>
      </p:sp>
      <p:sp>
        <p:nvSpPr>
          <p:cNvPr id="38" name="Rectangle 45">
            <a:extLst>
              <a:ext uri="{FF2B5EF4-FFF2-40B4-BE49-F238E27FC236}">
                <a16:creationId xmlns:a16="http://schemas.microsoft.com/office/drawing/2014/main" id="{EAAD56DE-A8B0-4FD0-8010-FD42629670F3}"/>
              </a:ext>
            </a:extLst>
          </p:cNvPr>
          <p:cNvSpPr>
            <a:spLocks noChangeArrowheads="1"/>
          </p:cNvSpPr>
          <p:nvPr/>
        </p:nvSpPr>
        <p:spPr bwMode="auto">
          <a:xfrm>
            <a:off x="7011273" y="4594575"/>
            <a:ext cx="573088" cy="609600"/>
          </a:xfrm>
          <a:prstGeom prst="rect">
            <a:avLst/>
          </a:prstGeom>
          <a:solidFill>
            <a:schemeClr val="bg1">
              <a:lumMod val="85000"/>
            </a:schemeClr>
          </a:solidFill>
          <a:ln w="9525" cap="flat" cmpd="sng" algn="ctr">
            <a:solidFill>
              <a:schemeClr val="tx1"/>
            </a:solidFill>
            <a:prstDash val="solid"/>
            <a:headEnd/>
            <a:tailEnd/>
          </a:ln>
          <a:effectLst>
            <a:outerShdw blurRad="63500" dist="25400" dir="5400000" rotWithShape="0">
              <a:srgbClr val="000000">
                <a:alpha val="43137"/>
              </a:srgbClr>
            </a:outerShdw>
          </a:effectLst>
        </p:spPr>
        <p:txBody>
          <a:bodyPr wrap="none" anchor="ct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fontAlgn="base">
              <a:spcBef>
                <a:spcPct val="0"/>
              </a:spcBef>
              <a:spcAft>
                <a:spcPct val="0"/>
              </a:spcAft>
            </a:pPr>
            <a:r>
              <a:rPr lang="es-MX" sz="3600" b="1" kern="0" spc="50" dirty="0">
                <a:ln w="11430"/>
                <a:solidFill>
                  <a:schemeClr val="tx2">
                    <a:lumMod val="25000"/>
                    <a:lumOff val="75000"/>
                  </a:schemeClr>
                </a:solidFill>
                <a:effectLst>
                  <a:outerShdw blurRad="76200" dist="50800" dir="5400000" algn="tl" rotWithShape="0">
                    <a:srgbClr val="000000">
                      <a:alpha val="65000"/>
                    </a:srgbClr>
                  </a:outerShdw>
                </a:effectLst>
                <a:latin typeface="Arial Narrow" pitchFamily="34" charset="0"/>
              </a:rPr>
              <a:t>62</a:t>
            </a:r>
            <a:endParaRPr lang="es-ES" sz="3600" b="1" kern="0" spc="50" dirty="0">
              <a:ln w="11430"/>
              <a:solidFill>
                <a:schemeClr val="tx2">
                  <a:lumMod val="25000"/>
                  <a:lumOff val="75000"/>
                </a:schemeClr>
              </a:solidFill>
              <a:effectLst>
                <a:outerShdw blurRad="76200" dist="50800" dir="5400000" algn="tl" rotWithShape="0">
                  <a:srgbClr val="000000">
                    <a:alpha val="65000"/>
                  </a:srgbClr>
                </a:outerShdw>
              </a:effectLst>
              <a:latin typeface="Arial Narrow" pitchFamily="34" charset="0"/>
            </a:endParaRPr>
          </a:p>
        </p:txBody>
      </p:sp>
      <p:sp>
        <p:nvSpPr>
          <p:cNvPr id="39" name="Rectangle 45">
            <a:extLst>
              <a:ext uri="{FF2B5EF4-FFF2-40B4-BE49-F238E27FC236}">
                <a16:creationId xmlns:a16="http://schemas.microsoft.com/office/drawing/2014/main" id="{0FAD7822-4D09-44D9-A852-93C296701250}"/>
              </a:ext>
            </a:extLst>
          </p:cNvPr>
          <p:cNvSpPr>
            <a:spLocks noChangeArrowheads="1"/>
          </p:cNvSpPr>
          <p:nvPr/>
        </p:nvSpPr>
        <p:spPr bwMode="auto">
          <a:xfrm>
            <a:off x="7692141" y="4594575"/>
            <a:ext cx="573088" cy="609600"/>
          </a:xfrm>
          <a:prstGeom prst="rect">
            <a:avLst/>
          </a:prstGeom>
          <a:solidFill>
            <a:schemeClr val="bg1">
              <a:lumMod val="85000"/>
            </a:schemeClr>
          </a:solidFill>
          <a:ln w="9525" cap="flat" cmpd="sng" algn="ctr">
            <a:solidFill>
              <a:schemeClr val="tx1"/>
            </a:solidFill>
            <a:prstDash val="solid"/>
            <a:headEnd/>
            <a:tailEnd/>
          </a:ln>
          <a:effectLst>
            <a:outerShdw blurRad="63500" dist="25400" dir="5400000" rotWithShape="0">
              <a:srgbClr val="000000">
                <a:alpha val="43137"/>
              </a:srgbClr>
            </a:outerShdw>
          </a:effectLst>
        </p:spPr>
        <p:txBody>
          <a:bodyPr wrap="none" anchor="ct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fontAlgn="base">
              <a:spcBef>
                <a:spcPct val="0"/>
              </a:spcBef>
              <a:spcAft>
                <a:spcPct val="0"/>
              </a:spcAft>
            </a:pPr>
            <a:r>
              <a:rPr lang="es-MX" sz="3600" b="1" kern="0" spc="50" dirty="0">
                <a:ln w="11430"/>
                <a:solidFill>
                  <a:schemeClr val="tx2">
                    <a:lumMod val="25000"/>
                    <a:lumOff val="75000"/>
                  </a:schemeClr>
                </a:solidFill>
                <a:effectLst>
                  <a:outerShdw blurRad="76200" dist="50800" dir="5400000" algn="tl" rotWithShape="0">
                    <a:srgbClr val="000000">
                      <a:alpha val="65000"/>
                    </a:srgbClr>
                  </a:outerShdw>
                </a:effectLst>
                <a:latin typeface="Arial Narrow" pitchFamily="34" charset="0"/>
              </a:rPr>
              <a:t>71</a:t>
            </a:r>
            <a:endParaRPr lang="es-ES" sz="3600" b="1" kern="0" spc="50" dirty="0">
              <a:ln w="11430"/>
              <a:solidFill>
                <a:schemeClr val="tx2">
                  <a:lumMod val="25000"/>
                  <a:lumOff val="75000"/>
                </a:schemeClr>
              </a:solidFill>
              <a:effectLst>
                <a:outerShdw blurRad="76200" dist="50800" dir="5400000" algn="tl" rotWithShape="0">
                  <a:srgbClr val="000000">
                    <a:alpha val="65000"/>
                  </a:srgbClr>
                </a:outerShdw>
              </a:effectLst>
              <a:latin typeface="Arial Narrow" pitchFamily="34" charset="0"/>
            </a:endParaRPr>
          </a:p>
        </p:txBody>
      </p:sp>
      <p:sp>
        <p:nvSpPr>
          <p:cNvPr id="40" name="Rectangle 45">
            <a:extLst>
              <a:ext uri="{FF2B5EF4-FFF2-40B4-BE49-F238E27FC236}">
                <a16:creationId xmlns:a16="http://schemas.microsoft.com/office/drawing/2014/main" id="{34DA4966-8034-46E1-8AB7-B5582C89B71C}"/>
              </a:ext>
            </a:extLst>
          </p:cNvPr>
          <p:cNvSpPr>
            <a:spLocks noChangeArrowheads="1"/>
          </p:cNvSpPr>
          <p:nvPr/>
        </p:nvSpPr>
        <p:spPr bwMode="auto">
          <a:xfrm>
            <a:off x="8377639" y="4594575"/>
            <a:ext cx="573088" cy="609600"/>
          </a:xfrm>
          <a:prstGeom prst="rect">
            <a:avLst/>
          </a:prstGeom>
          <a:solidFill>
            <a:schemeClr val="bg1">
              <a:lumMod val="85000"/>
            </a:schemeClr>
          </a:solidFill>
          <a:ln w="9525" cap="flat" cmpd="sng" algn="ctr">
            <a:solidFill>
              <a:schemeClr val="tx1"/>
            </a:solidFill>
            <a:prstDash val="solid"/>
            <a:headEnd/>
            <a:tailEnd/>
          </a:ln>
          <a:effectLst>
            <a:outerShdw blurRad="63500" dist="25400" dir="5400000" rotWithShape="0">
              <a:srgbClr val="000000">
                <a:alpha val="43137"/>
              </a:srgbClr>
            </a:outerShdw>
          </a:effectLst>
        </p:spPr>
        <p:txBody>
          <a:bodyPr wrap="none" anchor="ct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fontAlgn="base">
              <a:spcBef>
                <a:spcPct val="0"/>
              </a:spcBef>
              <a:spcAft>
                <a:spcPct val="0"/>
              </a:spcAft>
            </a:pPr>
            <a:r>
              <a:rPr lang="es-MX" sz="3600" b="1" kern="0" spc="50" dirty="0">
                <a:ln w="11430"/>
                <a:solidFill>
                  <a:schemeClr val="tx2">
                    <a:lumMod val="25000"/>
                    <a:lumOff val="75000"/>
                  </a:schemeClr>
                </a:solidFill>
                <a:effectLst>
                  <a:outerShdw blurRad="76200" dist="50800" dir="5400000" algn="tl" rotWithShape="0">
                    <a:srgbClr val="000000">
                      <a:alpha val="65000"/>
                    </a:srgbClr>
                  </a:outerShdw>
                </a:effectLst>
                <a:latin typeface="Arial Narrow" pitchFamily="34" charset="0"/>
              </a:rPr>
              <a:t>82</a:t>
            </a:r>
            <a:endParaRPr lang="es-ES" sz="3600" b="1" kern="0" spc="50" dirty="0">
              <a:ln w="11430"/>
              <a:solidFill>
                <a:schemeClr val="tx2">
                  <a:lumMod val="25000"/>
                  <a:lumOff val="75000"/>
                </a:schemeClr>
              </a:solidFill>
              <a:effectLst>
                <a:outerShdw blurRad="76200" dist="50800" dir="5400000" algn="tl" rotWithShape="0">
                  <a:srgbClr val="000000">
                    <a:alpha val="65000"/>
                  </a:srgbClr>
                </a:outerShdw>
              </a:effectLst>
              <a:latin typeface="Arial Narrow" pitchFamily="34" charset="0"/>
            </a:endParaRPr>
          </a:p>
        </p:txBody>
      </p:sp>
      <p:sp>
        <p:nvSpPr>
          <p:cNvPr id="41" name="Rectangle 45">
            <a:extLst>
              <a:ext uri="{FF2B5EF4-FFF2-40B4-BE49-F238E27FC236}">
                <a16:creationId xmlns:a16="http://schemas.microsoft.com/office/drawing/2014/main" id="{B2333EC9-2E13-4393-BF86-D1F5D9F22994}"/>
              </a:ext>
            </a:extLst>
          </p:cNvPr>
          <p:cNvSpPr>
            <a:spLocks noChangeArrowheads="1"/>
          </p:cNvSpPr>
          <p:nvPr/>
        </p:nvSpPr>
        <p:spPr bwMode="auto">
          <a:xfrm>
            <a:off x="9072664" y="4594575"/>
            <a:ext cx="573088" cy="609600"/>
          </a:xfrm>
          <a:prstGeom prst="rect">
            <a:avLst/>
          </a:prstGeom>
          <a:solidFill>
            <a:schemeClr val="bg1">
              <a:lumMod val="85000"/>
            </a:schemeClr>
          </a:solidFill>
          <a:ln w="9525" cap="flat" cmpd="sng" algn="ctr">
            <a:solidFill>
              <a:schemeClr val="tx1"/>
            </a:solidFill>
            <a:prstDash val="solid"/>
            <a:headEnd/>
            <a:tailEnd/>
          </a:ln>
          <a:effectLst>
            <a:outerShdw blurRad="63500" dist="25400" dir="5400000" rotWithShape="0">
              <a:srgbClr val="000000">
                <a:alpha val="43137"/>
              </a:srgbClr>
            </a:outerShdw>
          </a:effectLst>
        </p:spPr>
        <p:txBody>
          <a:bodyPr wrap="none" anchor="ct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fontAlgn="base">
              <a:spcBef>
                <a:spcPct val="0"/>
              </a:spcBef>
              <a:spcAft>
                <a:spcPct val="0"/>
              </a:spcAft>
            </a:pPr>
            <a:r>
              <a:rPr lang="es-MX" sz="3600" b="1" kern="0" spc="50" dirty="0">
                <a:ln w="11430"/>
                <a:solidFill>
                  <a:schemeClr val="tx2">
                    <a:lumMod val="25000"/>
                    <a:lumOff val="75000"/>
                  </a:schemeClr>
                </a:solidFill>
                <a:effectLst>
                  <a:outerShdw blurRad="76200" dist="50800" dir="5400000" algn="tl" rotWithShape="0">
                    <a:srgbClr val="000000">
                      <a:alpha val="65000"/>
                    </a:srgbClr>
                  </a:outerShdw>
                </a:effectLst>
                <a:latin typeface="Arial Narrow" pitchFamily="34" charset="0"/>
              </a:rPr>
              <a:t>91</a:t>
            </a:r>
            <a:endParaRPr lang="es-ES" sz="3600" b="1" kern="0" spc="50" dirty="0">
              <a:ln w="11430"/>
              <a:solidFill>
                <a:schemeClr val="tx2">
                  <a:lumMod val="25000"/>
                  <a:lumOff val="75000"/>
                </a:schemeClr>
              </a:solidFill>
              <a:effectLst>
                <a:outerShdw blurRad="76200" dist="50800" dir="5400000" algn="tl" rotWithShape="0">
                  <a:srgbClr val="000000">
                    <a:alpha val="65000"/>
                  </a:srgbClr>
                </a:outerShdw>
              </a:effectLst>
              <a:latin typeface="Arial Narrow" pitchFamily="34" charset="0"/>
            </a:endParaRPr>
          </a:p>
        </p:txBody>
      </p:sp>
      <p:sp>
        <p:nvSpPr>
          <p:cNvPr id="42" name="Rectangle 45">
            <a:extLst>
              <a:ext uri="{FF2B5EF4-FFF2-40B4-BE49-F238E27FC236}">
                <a16:creationId xmlns:a16="http://schemas.microsoft.com/office/drawing/2014/main" id="{B711D197-31FF-4A02-B236-BBA8260491D2}"/>
              </a:ext>
            </a:extLst>
          </p:cNvPr>
          <p:cNvSpPr>
            <a:spLocks noChangeArrowheads="1"/>
          </p:cNvSpPr>
          <p:nvPr/>
        </p:nvSpPr>
        <p:spPr bwMode="auto">
          <a:xfrm>
            <a:off x="5639996" y="4602179"/>
            <a:ext cx="573088" cy="609600"/>
          </a:xfrm>
          <a:prstGeom prst="rect">
            <a:avLst/>
          </a:prstGeom>
          <a:solidFill>
            <a:schemeClr val="bg1">
              <a:lumMod val="85000"/>
            </a:schemeClr>
          </a:solidFill>
          <a:ln w="9525" cap="flat" cmpd="sng" algn="ctr">
            <a:solidFill>
              <a:schemeClr val="tx1"/>
            </a:solidFill>
            <a:prstDash val="solid"/>
            <a:headEnd/>
            <a:tailEnd/>
          </a:ln>
          <a:effectLst>
            <a:outerShdw blurRad="63500" dist="25400" dir="5400000" rotWithShape="0">
              <a:srgbClr val="000000">
                <a:alpha val="43137"/>
              </a:srgbClr>
            </a:outerShdw>
          </a:effectLst>
        </p:spPr>
        <p:txBody>
          <a:bodyPr wrap="none" anchor="ct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fontAlgn="base">
              <a:spcBef>
                <a:spcPct val="0"/>
              </a:spcBef>
              <a:spcAft>
                <a:spcPct val="0"/>
              </a:spcAft>
            </a:pPr>
            <a:r>
              <a:rPr lang="es-MX" sz="3600" b="1" kern="0" spc="50" dirty="0">
                <a:ln w="11430"/>
                <a:solidFill>
                  <a:schemeClr val="tx2">
                    <a:lumMod val="25000"/>
                    <a:lumOff val="75000"/>
                  </a:schemeClr>
                </a:solidFill>
                <a:effectLst>
                  <a:outerShdw blurRad="76200" dist="50800" dir="5400000" algn="tl" rotWithShape="0">
                    <a:srgbClr val="000000">
                      <a:alpha val="65000"/>
                    </a:srgbClr>
                  </a:outerShdw>
                </a:effectLst>
                <a:latin typeface="Arial Narrow" pitchFamily="34" charset="0"/>
              </a:rPr>
              <a:t>43</a:t>
            </a:r>
            <a:endParaRPr lang="es-ES" sz="3600" b="1" kern="0" spc="50" dirty="0">
              <a:ln w="11430"/>
              <a:solidFill>
                <a:schemeClr val="tx2">
                  <a:lumMod val="25000"/>
                  <a:lumOff val="75000"/>
                </a:schemeClr>
              </a:solidFill>
              <a:effectLst>
                <a:outerShdw blurRad="76200" dist="50800" dir="5400000" algn="tl" rotWithShape="0">
                  <a:srgbClr val="000000">
                    <a:alpha val="65000"/>
                  </a:srgbClr>
                </a:outerShdw>
              </a:effectLst>
              <a:latin typeface="Arial Narrow" pitchFamily="34" charset="0"/>
            </a:endParaRPr>
          </a:p>
        </p:txBody>
      </p:sp>
    </p:spTree>
    <p:extLst>
      <p:ext uri="{BB962C8B-B14F-4D97-AF65-F5344CB8AC3E}">
        <p14:creationId xmlns:p14="http://schemas.microsoft.com/office/powerpoint/2010/main" val="27435125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42" fill="hold" grpId="0" nodeType="afterEffect">
                                  <p:stCondLst>
                                    <p:cond delay="500"/>
                                  </p:stCondLst>
                                  <p:childTnLst>
                                    <p:set>
                                      <p:cBhvr>
                                        <p:cTn id="6" dur="1" fill="hold">
                                          <p:stCondLst>
                                            <p:cond delay="0"/>
                                          </p:stCondLst>
                                        </p:cTn>
                                        <p:tgtEl>
                                          <p:spTgt spid="30"/>
                                        </p:tgtEl>
                                        <p:attrNameLst>
                                          <p:attrName>style.visibility</p:attrName>
                                        </p:attrNameLst>
                                      </p:cBhvr>
                                      <p:to>
                                        <p:strVal val="visible"/>
                                      </p:to>
                                    </p:set>
                                    <p:animEffect transition="in" filter="barn(outHorizontal)">
                                      <p:cBhvr>
                                        <p:cTn id="7" dur="500"/>
                                        <p:tgtEl>
                                          <p:spTgt spid="30"/>
                                        </p:tgtEl>
                                      </p:cBhvr>
                                    </p:animEffect>
                                  </p:childTnLst>
                                </p:cTn>
                              </p:par>
                            </p:childTnLst>
                          </p:cTn>
                        </p:par>
                        <p:par>
                          <p:cTn id="8" fill="hold">
                            <p:stCondLst>
                              <p:cond delay="1000"/>
                            </p:stCondLst>
                            <p:childTnLst>
                              <p:par>
                                <p:cTn id="9" presetID="22" presetClass="entr" presetSubtype="1" fill="hold" nodeType="after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wipe(up)">
                                      <p:cBhvr>
                                        <p:cTn id="11" dur="500"/>
                                        <p:tgtEl>
                                          <p:spTgt spid="5"/>
                                        </p:tgtEl>
                                      </p:cBhvr>
                                    </p:animEffect>
                                  </p:childTnLst>
                                </p:cTn>
                              </p:par>
                            </p:childTnLst>
                          </p:cTn>
                        </p:par>
                        <p:par>
                          <p:cTn id="12" fill="hold">
                            <p:stCondLst>
                              <p:cond delay="1500"/>
                            </p:stCondLst>
                            <p:childTnLst>
                              <p:par>
                                <p:cTn id="13" presetID="22" presetClass="entr" presetSubtype="4" fill="hold" grpId="0" nodeType="afterEffect">
                                  <p:stCondLst>
                                    <p:cond delay="0"/>
                                  </p:stCondLst>
                                  <p:childTnLst>
                                    <p:set>
                                      <p:cBhvr>
                                        <p:cTn id="14" dur="1" fill="hold">
                                          <p:stCondLst>
                                            <p:cond delay="0"/>
                                          </p:stCondLst>
                                        </p:cTn>
                                        <p:tgtEl>
                                          <p:spTgt spid="32"/>
                                        </p:tgtEl>
                                        <p:attrNameLst>
                                          <p:attrName>style.visibility</p:attrName>
                                        </p:attrNameLst>
                                      </p:cBhvr>
                                      <p:to>
                                        <p:strVal val="visible"/>
                                      </p:to>
                                    </p:set>
                                    <p:animEffect transition="in" filter="wipe(down)">
                                      <p:cBhvr>
                                        <p:cTn id="15" dur="500"/>
                                        <p:tgtEl>
                                          <p:spTgt spid="32"/>
                                        </p:tgtEl>
                                      </p:cBhvr>
                                    </p:animEffect>
                                  </p:childTnLst>
                                </p:cTn>
                              </p:par>
                            </p:childTnLst>
                          </p:cTn>
                        </p:par>
                        <p:par>
                          <p:cTn id="16" fill="hold">
                            <p:stCondLst>
                              <p:cond delay="2000"/>
                            </p:stCondLst>
                            <p:childTnLst>
                              <p:par>
                                <p:cTn id="17" presetID="22" presetClass="entr" presetSubtype="4" fill="hold" grpId="0" nodeType="afterEffect">
                                  <p:stCondLst>
                                    <p:cond delay="0"/>
                                  </p:stCondLst>
                                  <p:childTnLst>
                                    <p:set>
                                      <p:cBhvr>
                                        <p:cTn id="18" dur="1" fill="hold">
                                          <p:stCondLst>
                                            <p:cond delay="0"/>
                                          </p:stCondLst>
                                        </p:cTn>
                                        <p:tgtEl>
                                          <p:spTgt spid="33"/>
                                        </p:tgtEl>
                                        <p:attrNameLst>
                                          <p:attrName>style.visibility</p:attrName>
                                        </p:attrNameLst>
                                      </p:cBhvr>
                                      <p:to>
                                        <p:strVal val="visible"/>
                                      </p:to>
                                    </p:set>
                                    <p:animEffect transition="in" filter="wipe(down)">
                                      <p:cBhvr>
                                        <p:cTn id="19" dur="500"/>
                                        <p:tgtEl>
                                          <p:spTgt spid="33"/>
                                        </p:tgtEl>
                                      </p:cBhvr>
                                    </p:animEffect>
                                  </p:childTnLst>
                                </p:cTn>
                              </p:par>
                            </p:childTnLst>
                          </p:cTn>
                        </p:par>
                        <p:par>
                          <p:cTn id="20" fill="hold">
                            <p:stCondLst>
                              <p:cond delay="2500"/>
                            </p:stCondLst>
                            <p:childTnLst>
                              <p:par>
                                <p:cTn id="21" presetID="22" presetClass="entr" presetSubtype="4" fill="hold" grpId="0" nodeType="afterEffect">
                                  <p:stCondLst>
                                    <p:cond delay="0"/>
                                  </p:stCondLst>
                                  <p:childTnLst>
                                    <p:set>
                                      <p:cBhvr>
                                        <p:cTn id="22" dur="1" fill="hold">
                                          <p:stCondLst>
                                            <p:cond delay="0"/>
                                          </p:stCondLst>
                                        </p:cTn>
                                        <p:tgtEl>
                                          <p:spTgt spid="34"/>
                                        </p:tgtEl>
                                        <p:attrNameLst>
                                          <p:attrName>style.visibility</p:attrName>
                                        </p:attrNameLst>
                                      </p:cBhvr>
                                      <p:to>
                                        <p:strVal val="visible"/>
                                      </p:to>
                                    </p:set>
                                    <p:animEffect transition="in" filter="wipe(down)">
                                      <p:cBhvr>
                                        <p:cTn id="23" dur="500"/>
                                        <p:tgtEl>
                                          <p:spTgt spid="34"/>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1" fill="hold" grpId="0" nodeType="clickEffect">
                                  <p:stCondLst>
                                    <p:cond delay="0"/>
                                  </p:stCondLst>
                                  <p:childTnLst>
                                    <p:set>
                                      <p:cBhvr>
                                        <p:cTn id="27" dur="1" fill="hold">
                                          <p:stCondLst>
                                            <p:cond delay="0"/>
                                          </p:stCondLst>
                                        </p:cTn>
                                        <p:tgtEl>
                                          <p:spTgt spid="31"/>
                                        </p:tgtEl>
                                        <p:attrNameLst>
                                          <p:attrName>style.visibility</p:attrName>
                                        </p:attrNameLst>
                                      </p:cBhvr>
                                      <p:to>
                                        <p:strVal val="visible"/>
                                      </p:to>
                                    </p:set>
                                    <p:animEffect transition="in" filter="wipe(up)">
                                      <p:cBhvr>
                                        <p:cTn id="28" dur="500"/>
                                        <p:tgtEl>
                                          <p:spTgt spid="31"/>
                                        </p:tgtEl>
                                      </p:cBhvr>
                                    </p:animEffect>
                                  </p:childTnLst>
                                </p:cTn>
                              </p:par>
                            </p:childTnLst>
                          </p:cTn>
                        </p:par>
                        <p:par>
                          <p:cTn id="29" fill="hold">
                            <p:stCondLst>
                              <p:cond delay="500"/>
                            </p:stCondLst>
                            <p:childTnLst>
                              <p:par>
                                <p:cTn id="30" presetID="9" presetClass="entr" presetSubtype="0" fill="hold" grpId="0" nodeType="afterEffect">
                                  <p:stCondLst>
                                    <p:cond delay="0"/>
                                  </p:stCondLst>
                                  <p:childTnLst>
                                    <p:set>
                                      <p:cBhvr>
                                        <p:cTn id="31" dur="1" fill="hold">
                                          <p:stCondLst>
                                            <p:cond delay="0"/>
                                          </p:stCondLst>
                                        </p:cTn>
                                        <p:tgtEl>
                                          <p:spTgt spid="4"/>
                                        </p:tgtEl>
                                        <p:attrNameLst>
                                          <p:attrName>style.visibility</p:attrName>
                                        </p:attrNameLst>
                                      </p:cBhvr>
                                      <p:to>
                                        <p:strVal val="visible"/>
                                      </p:to>
                                    </p:set>
                                    <p:animEffect transition="in" filter="dissolve">
                                      <p:cBhvr>
                                        <p:cTn id="32" dur="500"/>
                                        <p:tgtEl>
                                          <p:spTgt spid="4"/>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1" fill="hold" grpId="0" nodeType="clickEffect">
                                  <p:stCondLst>
                                    <p:cond delay="0"/>
                                  </p:stCondLst>
                                  <p:childTnLst>
                                    <p:set>
                                      <p:cBhvr>
                                        <p:cTn id="36" dur="1" fill="hold">
                                          <p:stCondLst>
                                            <p:cond delay="0"/>
                                          </p:stCondLst>
                                        </p:cTn>
                                        <p:tgtEl>
                                          <p:spTgt spid="35"/>
                                        </p:tgtEl>
                                        <p:attrNameLst>
                                          <p:attrName>style.visibility</p:attrName>
                                        </p:attrNameLst>
                                      </p:cBhvr>
                                      <p:to>
                                        <p:strVal val="visible"/>
                                      </p:to>
                                    </p:set>
                                    <p:animEffect transition="in" filter="wipe(up)">
                                      <p:cBhvr>
                                        <p:cTn id="37" dur="500"/>
                                        <p:tgtEl>
                                          <p:spTgt spid="35"/>
                                        </p:tgtEl>
                                      </p:cBhvr>
                                    </p:animEffect>
                                  </p:childTnLst>
                                </p:cTn>
                              </p:par>
                            </p:childTnLst>
                          </p:cTn>
                        </p:par>
                        <p:par>
                          <p:cTn id="38" fill="hold">
                            <p:stCondLst>
                              <p:cond delay="500"/>
                            </p:stCondLst>
                            <p:childTnLst>
                              <p:par>
                                <p:cTn id="39" presetID="9" presetClass="entr" presetSubtype="0" fill="hold" grpId="0" nodeType="afterEffect">
                                  <p:stCondLst>
                                    <p:cond delay="0"/>
                                  </p:stCondLst>
                                  <p:childTnLst>
                                    <p:set>
                                      <p:cBhvr>
                                        <p:cTn id="40" dur="1" fill="hold">
                                          <p:stCondLst>
                                            <p:cond delay="0"/>
                                          </p:stCondLst>
                                        </p:cTn>
                                        <p:tgtEl>
                                          <p:spTgt spid="36"/>
                                        </p:tgtEl>
                                        <p:attrNameLst>
                                          <p:attrName>style.visibility</p:attrName>
                                        </p:attrNameLst>
                                      </p:cBhvr>
                                      <p:to>
                                        <p:strVal val="visible"/>
                                      </p:to>
                                    </p:set>
                                    <p:animEffect transition="in" filter="dissolve">
                                      <p:cBhvr>
                                        <p:cTn id="41" dur="500"/>
                                        <p:tgtEl>
                                          <p:spTgt spid="36"/>
                                        </p:tgtEl>
                                      </p:cBhvr>
                                    </p:animEffect>
                                  </p:childTnLst>
                                </p:cTn>
                              </p:par>
                            </p:childTnLst>
                          </p:cTn>
                        </p:par>
                      </p:childTnLst>
                    </p:cTn>
                  </p:par>
                  <p:par>
                    <p:cTn id="42" fill="hold">
                      <p:stCondLst>
                        <p:cond delay="indefinite"/>
                      </p:stCondLst>
                      <p:childTnLst>
                        <p:par>
                          <p:cTn id="43" fill="hold">
                            <p:stCondLst>
                              <p:cond delay="0"/>
                            </p:stCondLst>
                            <p:childTnLst>
                              <p:par>
                                <p:cTn id="44" presetID="10" presetClass="exit" presetSubtype="0" fill="hold" grpId="1" nodeType="clickEffect">
                                  <p:stCondLst>
                                    <p:cond delay="0"/>
                                  </p:stCondLst>
                                  <p:childTnLst>
                                    <p:animEffect transition="out" filter="fade">
                                      <p:cBhvr>
                                        <p:cTn id="45" dur="500"/>
                                        <p:tgtEl>
                                          <p:spTgt spid="33"/>
                                        </p:tgtEl>
                                      </p:cBhvr>
                                    </p:animEffect>
                                    <p:set>
                                      <p:cBhvr>
                                        <p:cTn id="46" dur="1" fill="hold">
                                          <p:stCondLst>
                                            <p:cond delay="499"/>
                                          </p:stCondLst>
                                        </p:cTn>
                                        <p:tgtEl>
                                          <p:spTgt spid="33"/>
                                        </p:tgtEl>
                                        <p:attrNameLst>
                                          <p:attrName>style.visibility</p:attrName>
                                        </p:attrNameLst>
                                      </p:cBhvr>
                                      <p:to>
                                        <p:strVal val="hidden"/>
                                      </p:to>
                                    </p:set>
                                  </p:childTnLst>
                                </p:cTn>
                              </p:par>
                            </p:childTnLst>
                          </p:cTn>
                        </p:par>
                        <p:par>
                          <p:cTn id="47" fill="hold">
                            <p:stCondLst>
                              <p:cond delay="500"/>
                            </p:stCondLst>
                            <p:childTnLst>
                              <p:par>
                                <p:cTn id="48" presetID="42" presetClass="path" presetSubtype="0" accel="50000" decel="50000" fill="hold" grpId="1" nodeType="afterEffect">
                                  <p:stCondLst>
                                    <p:cond delay="0"/>
                                  </p:stCondLst>
                                  <p:childTnLst>
                                    <p:animMotion origin="layout" path="M -0.00222 0.00254 L -0.33685 0.00254 " pathEditMode="relative" rAng="0" ptsTypes="AA">
                                      <p:cBhvr>
                                        <p:cTn id="49" dur="2000" fill="hold"/>
                                        <p:tgtEl>
                                          <p:spTgt spid="34"/>
                                        </p:tgtEl>
                                        <p:attrNameLst>
                                          <p:attrName>ppt_x</p:attrName>
                                          <p:attrName>ppt_y</p:attrName>
                                        </p:attrNameLst>
                                      </p:cBhvr>
                                      <p:rCtr x="-16732" y="0"/>
                                    </p:animMotion>
                                  </p:childTnLst>
                                </p:cTn>
                              </p:par>
                              <p:par>
                                <p:cTn id="50" presetID="1" presetClass="entr" presetSubtype="0" fill="hold" grpId="1" nodeType="withEffect">
                                  <p:stCondLst>
                                    <p:cond delay="0"/>
                                  </p:stCondLst>
                                  <p:childTnLst>
                                    <p:set>
                                      <p:cBhvr>
                                        <p:cTn id="51" dur="1" fill="hold">
                                          <p:stCondLst>
                                            <p:cond delay="0"/>
                                          </p:stCondLst>
                                        </p:cTn>
                                        <p:tgtEl>
                                          <p:spTgt spid="42"/>
                                        </p:tgtEl>
                                        <p:attrNameLst>
                                          <p:attrName>style.visibility</p:attrName>
                                        </p:attrNameLst>
                                      </p:cBhvr>
                                      <p:to>
                                        <p:strVal val="visible"/>
                                      </p:to>
                                    </p:set>
                                  </p:childTnLst>
                                </p:cTn>
                              </p:par>
                              <p:par>
                                <p:cTn id="52" presetID="9" presetClass="emph" presetSubtype="0" grpId="0" nodeType="withEffect">
                                  <p:stCondLst>
                                    <p:cond delay="0"/>
                                  </p:stCondLst>
                                  <p:childTnLst>
                                    <p:set>
                                      <p:cBhvr rctx="PPT">
                                        <p:cTn id="53" dur="indefinite"/>
                                        <p:tgtEl>
                                          <p:spTgt spid="42"/>
                                        </p:tgtEl>
                                        <p:attrNameLst>
                                          <p:attrName>style.opacity</p:attrName>
                                        </p:attrNameLst>
                                      </p:cBhvr>
                                      <p:to>
                                        <p:strVal val="0.5"/>
                                      </p:to>
                                    </p:set>
                                    <p:animEffect filter="image" prLst="opacity: 0.5">
                                      <p:cBhvr rctx="IE">
                                        <p:cTn id="54" dur="indefinite"/>
                                        <p:tgtEl>
                                          <p:spTgt spid="42"/>
                                        </p:tgtEl>
                                      </p:cBhvr>
                                    </p:animEffect>
                                  </p:childTnLst>
                                </p:cTn>
                              </p:par>
                              <p:par>
                                <p:cTn id="55" presetID="1" presetClass="entr" presetSubtype="0" fill="hold" grpId="1" nodeType="withEffect">
                                  <p:stCondLst>
                                    <p:cond delay="0"/>
                                  </p:stCondLst>
                                  <p:childTnLst>
                                    <p:set>
                                      <p:cBhvr>
                                        <p:cTn id="56" dur="1" fill="hold">
                                          <p:stCondLst>
                                            <p:cond delay="0"/>
                                          </p:stCondLst>
                                        </p:cTn>
                                        <p:tgtEl>
                                          <p:spTgt spid="37"/>
                                        </p:tgtEl>
                                        <p:attrNameLst>
                                          <p:attrName>style.visibility</p:attrName>
                                        </p:attrNameLst>
                                      </p:cBhvr>
                                      <p:to>
                                        <p:strVal val="visible"/>
                                      </p:to>
                                    </p:set>
                                  </p:childTnLst>
                                </p:cTn>
                              </p:par>
                              <p:par>
                                <p:cTn id="57" presetID="9" presetClass="emph" presetSubtype="0" grpId="0" nodeType="withEffect">
                                  <p:stCondLst>
                                    <p:cond delay="0"/>
                                  </p:stCondLst>
                                  <p:childTnLst>
                                    <p:set>
                                      <p:cBhvr rctx="PPT">
                                        <p:cTn id="58" dur="indefinite"/>
                                        <p:tgtEl>
                                          <p:spTgt spid="37"/>
                                        </p:tgtEl>
                                        <p:attrNameLst>
                                          <p:attrName>style.opacity</p:attrName>
                                        </p:attrNameLst>
                                      </p:cBhvr>
                                      <p:to>
                                        <p:strVal val="0.5"/>
                                      </p:to>
                                    </p:set>
                                    <p:animEffect filter="image" prLst="opacity: 0.5">
                                      <p:cBhvr rctx="IE">
                                        <p:cTn id="59" dur="indefinite"/>
                                        <p:tgtEl>
                                          <p:spTgt spid="37"/>
                                        </p:tgtEl>
                                      </p:cBhvr>
                                    </p:animEffect>
                                  </p:childTnLst>
                                </p:cTn>
                              </p:par>
                              <p:par>
                                <p:cTn id="60" presetID="1" presetClass="entr" presetSubtype="0" fill="hold" grpId="1" nodeType="withEffect">
                                  <p:stCondLst>
                                    <p:cond delay="0"/>
                                  </p:stCondLst>
                                  <p:childTnLst>
                                    <p:set>
                                      <p:cBhvr>
                                        <p:cTn id="61" dur="1" fill="hold">
                                          <p:stCondLst>
                                            <p:cond delay="0"/>
                                          </p:stCondLst>
                                        </p:cTn>
                                        <p:tgtEl>
                                          <p:spTgt spid="38"/>
                                        </p:tgtEl>
                                        <p:attrNameLst>
                                          <p:attrName>style.visibility</p:attrName>
                                        </p:attrNameLst>
                                      </p:cBhvr>
                                      <p:to>
                                        <p:strVal val="visible"/>
                                      </p:to>
                                    </p:set>
                                  </p:childTnLst>
                                </p:cTn>
                              </p:par>
                              <p:par>
                                <p:cTn id="62" presetID="9" presetClass="emph" presetSubtype="0" grpId="0" nodeType="withEffect">
                                  <p:stCondLst>
                                    <p:cond delay="0"/>
                                  </p:stCondLst>
                                  <p:childTnLst>
                                    <p:set>
                                      <p:cBhvr rctx="PPT">
                                        <p:cTn id="63" dur="indefinite"/>
                                        <p:tgtEl>
                                          <p:spTgt spid="38"/>
                                        </p:tgtEl>
                                        <p:attrNameLst>
                                          <p:attrName>style.opacity</p:attrName>
                                        </p:attrNameLst>
                                      </p:cBhvr>
                                      <p:to>
                                        <p:strVal val="0.5"/>
                                      </p:to>
                                    </p:set>
                                    <p:animEffect filter="image" prLst="opacity: 0.5">
                                      <p:cBhvr rctx="IE">
                                        <p:cTn id="64" dur="indefinite"/>
                                        <p:tgtEl>
                                          <p:spTgt spid="38"/>
                                        </p:tgtEl>
                                      </p:cBhvr>
                                    </p:animEffect>
                                  </p:childTnLst>
                                </p:cTn>
                              </p:par>
                              <p:par>
                                <p:cTn id="65" presetID="1" presetClass="entr" presetSubtype="0" fill="hold" grpId="1" nodeType="withEffect">
                                  <p:stCondLst>
                                    <p:cond delay="0"/>
                                  </p:stCondLst>
                                  <p:childTnLst>
                                    <p:set>
                                      <p:cBhvr>
                                        <p:cTn id="66" dur="1" fill="hold">
                                          <p:stCondLst>
                                            <p:cond delay="0"/>
                                          </p:stCondLst>
                                        </p:cTn>
                                        <p:tgtEl>
                                          <p:spTgt spid="39"/>
                                        </p:tgtEl>
                                        <p:attrNameLst>
                                          <p:attrName>style.visibility</p:attrName>
                                        </p:attrNameLst>
                                      </p:cBhvr>
                                      <p:to>
                                        <p:strVal val="visible"/>
                                      </p:to>
                                    </p:set>
                                  </p:childTnLst>
                                </p:cTn>
                              </p:par>
                              <p:par>
                                <p:cTn id="67" presetID="9" presetClass="emph" presetSubtype="0" grpId="0" nodeType="withEffect">
                                  <p:stCondLst>
                                    <p:cond delay="0"/>
                                  </p:stCondLst>
                                  <p:childTnLst>
                                    <p:set>
                                      <p:cBhvr rctx="PPT">
                                        <p:cTn id="68" dur="indefinite"/>
                                        <p:tgtEl>
                                          <p:spTgt spid="39"/>
                                        </p:tgtEl>
                                        <p:attrNameLst>
                                          <p:attrName>style.opacity</p:attrName>
                                        </p:attrNameLst>
                                      </p:cBhvr>
                                      <p:to>
                                        <p:strVal val="0.5"/>
                                      </p:to>
                                    </p:set>
                                    <p:animEffect filter="image" prLst="opacity: 0.5">
                                      <p:cBhvr rctx="IE">
                                        <p:cTn id="69" dur="indefinite"/>
                                        <p:tgtEl>
                                          <p:spTgt spid="39"/>
                                        </p:tgtEl>
                                      </p:cBhvr>
                                    </p:animEffect>
                                  </p:childTnLst>
                                </p:cTn>
                              </p:par>
                              <p:par>
                                <p:cTn id="70" presetID="1" presetClass="entr" presetSubtype="0" fill="hold" grpId="1" nodeType="withEffect">
                                  <p:stCondLst>
                                    <p:cond delay="0"/>
                                  </p:stCondLst>
                                  <p:childTnLst>
                                    <p:set>
                                      <p:cBhvr>
                                        <p:cTn id="71" dur="1" fill="hold">
                                          <p:stCondLst>
                                            <p:cond delay="0"/>
                                          </p:stCondLst>
                                        </p:cTn>
                                        <p:tgtEl>
                                          <p:spTgt spid="40"/>
                                        </p:tgtEl>
                                        <p:attrNameLst>
                                          <p:attrName>style.visibility</p:attrName>
                                        </p:attrNameLst>
                                      </p:cBhvr>
                                      <p:to>
                                        <p:strVal val="visible"/>
                                      </p:to>
                                    </p:set>
                                  </p:childTnLst>
                                </p:cTn>
                              </p:par>
                              <p:par>
                                <p:cTn id="72" presetID="9" presetClass="emph" presetSubtype="0" grpId="0" nodeType="withEffect">
                                  <p:stCondLst>
                                    <p:cond delay="0"/>
                                  </p:stCondLst>
                                  <p:childTnLst>
                                    <p:set>
                                      <p:cBhvr rctx="PPT">
                                        <p:cTn id="73" dur="indefinite"/>
                                        <p:tgtEl>
                                          <p:spTgt spid="40"/>
                                        </p:tgtEl>
                                        <p:attrNameLst>
                                          <p:attrName>style.opacity</p:attrName>
                                        </p:attrNameLst>
                                      </p:cBhvr>
                                      <p:to>
                                        <p:strVal val="0.5"/>
                                      </p:to>
                                    </p:set>
                                    <p:animEffect filter="image" prLst="opacity: 0.5">
                                      <p:cBhvr rctx="IE">
                                        <p:cTn id="74" dur="indefinite"/>
                                        <p:tgtEl>
                                          <p:spTgt spid="40"/>
                                        </p:tgtEl>
                                      </p:cBhvr>
                                    </p:animEffect>
                                  </p:childTnLst>
                                </p:cTn>
                              </p:par>
                              <p:par>
                                <p:cTn id="75" presetID="1" presetClass="entr" presetSubtype="0" fill="hold" grpId="1" nodeType="withEffect">
                                  <p:stCondLst>
                                    <p:cond delay="0"/>
                                  </p:stCondLst>
                                  <p:childTnLst>
                                    <p:set>
                                      <p:cBhvr>
                                        <p:cTn id="76" dur="1" fill="hold">
                                          <p:stCondLst>
                                            <p:cond delay="0"/>
                                          </p:stCondLst>
                                        </p:cTn>
                                        <p:tgtEl>
                                          <p:spTgt spid="41"/>
                                        </p:tgtEl>
                                        <p:attrNameLst>
                                          <p:attrName>style.visibility</p:attrName>
                                        </p:attrNameLst>
                                      </p:cBhvr>
                                      <p:to>
                                        <p:strVal val="visible"/>
                                      </p:to>
                                    </p:set>
                                  </p:childTnLst>
                                </p:cTn>
                              </p:par>
                              <p:par>
                                <p:cTn id="77" presetID="9" presetClass="emph" presetSubtype="0" grpId="0" nodeType="withEffect">
                                  <p:stCondLst>
                                    <p:cond delay="0"/>
                                  </p:stCondLst>
                                  <p:childTnLst>
                                    <p:set>
                                      <p:cBhvr rctx="PPT">
                                        <p:cTn id="78" dur="indefinite"/>
                                        <p:tgtEl>
                                          <p:spTgt spid="41"/>
                                        </p:tgtEl>
                                        <p:attrNameLst>
                                          <p:attrName>style.opacity</p:attrName>
                                        </p:attrNameLst>
                                      </p:cBhvr>
                                      <p:to>
                                        <p:strVal val="0.5"/>
                                      </p:to>
                                    </p:set>
                                    <p:animEffect filter="image" prLst="opacity: 0.5">
                                      <p:cBhvr rctx="IE">
                                        <p:cTn id="79" dur="indefinite"/>
                                        <p:tgtEl>
                                          <p:spTgt spid="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autoUpdateAnimBg="0"/>
      <p:bldP spid="30" grpId="0" animBg="1" autoUpdateAnimBg="0"/>
      <p:bldP spid="31" grpId="0" animBg="1"/>
      <p:bldP spid="32" grpId="0" animBg="1"/>
      <p:bldP spid="33" grpId="0" animBg="1"/>
      <p:bldP spid="33" grpId="1" animBg="1"/>
      <p:bldP spid="34" grpId="0" animBg="1"/>
      <p:bldP spid="34" grpId="1" animBg="1"/>
      <p:bldP spid="35" grpId="0" animBg="1"/>
      <p:bldP spid="36" grpId="0" animBg="1" autoUpdateAnimBg="0"/>
      <p:bldP spid="37" grpId="0" animBg="1"/>
      <p:bldP spid="37" grpId="1" animBg="1"/>
      <p:bldP spid="38" grpId="0" animBg="1"/>
      <p:bldP spid="38" grpId="1" animBg="1"/>
      <p:bldP spid="39" grpId="0" animBg="1"/>
      <p:bldP spid="39" grpId="1" animBg="1"/>
      <p:bldP spid="40" grpId="0" animBg="1"/>
      <p:bldP spid="40" grpId="1" animBg="1"/>
      <p:bldP spid="41" grpId="0" animBg="1"/>
      <p:bldP spid="41" grpId="1" animBg="1"/>
      <p:bldP spid="42" grpId="0" animBg="1"/>
      <p:bldP spid="42" grpId="1"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989994" y="0"/>
            <a:ext cx="11369040" cy="914400"/>
          </a:xfrm>
        </p:spPr>
        <p:txBody>
          <a:bodyPr>
            <a:noAutofit/>
          </a:bodyPr>
          <a:lstStyle/>
          <a:p>
            <a:pPr algn="ctr"/>
            <a:r>
              <a:rPr lang="es-CO" sz="3800" b="1" dirty="0">
                <a:latin typeface="Bahnschrift Light SemiCondensed" panose="020B0502040204020203" pitchFamily="34" charset="0"/>
              </a:rPr>
              <a:t>“MÉTODO DE BÚSQUEDA BINARIA EN C++”</a:t>
            </a:r>
          </a:p>
        </p:txBody>
      </p:sp>
      <p:grpSp>
        <p:nvGrpSpPr>
          <p:cNvPr id="43" name="Group 37">
            <a:extLst>
              <a:ext uri="{FF2B5EF4-FFF2-40B4-BE49-F238E27FC236}">
                <a16:creationId xmlns:a16="http://schemas.microsoft.com/office/drawing/2014/main" id="{4E9D6FB8-8173-4E4F-B8A7-E70B282AAEDB}"/>
              </a:ext>
            </a:extLst>
          </p:cNvPr>
          <p:cNvGrpSpPr>
            <a:grpSpLocks/>
          </p:cNvGrpSpPr>
          <p:nvPr/>
        </p:nvGrpSpPr>
        <p:grpSpPr bwMode="auto">
          <a:xfrm>
            <a:off x="2367481" y="3243693"/>
            <a:ext cx="6912768" cy="1162051"/>
            <a:chOff x="2875" y="1623"/>
            <a:chExt cx="2262" cy="732"/>
          </a:xfrm>
          <a:solidFill>
            <a:schemeClr val="bg1">
              <a:lumMod val="85000"/>
            </a:schemeClr>
          </a:solidFill>
        </p:grpSpPr>
        <p:sp>
          <p:nvSpPr>
            <p:cNvPr id="44" name="Rectangle 38">
              <a:extLst>
                <a:ext uri="{FF2B5EF4-FFF2-40B4-BE49-F238E27FC236}">
                  <a16:creationId xmlns:a16="http://schemas.microsoft.com/office/drawing/2014/main" id="{28B9F40B-4B10-414C-8950-AF218EDB704B}"/>
                </a:ext>
              </a:extLst>
            </p:cNvPr>
            <p:cNvSpPr>
              <a:spLocks noChangeArrowheads="1"/>
            </p:cNvSpPr>
            <p:nvPr/>
          </p:nvSpPr>
          <p:spPr bwMode="auto">
            <a:xfrm>
              <a:off x="3415" y="1623"/>
              <a:ext cx="431" cy="432"/>
            </a:xfrm>
            <a:prstGeom prst="rect">
              <a:avLst/>
            </a:prstGeom>
            <a:grpFill/>
            <a:ln w="38100">
              <a:solidFill>
                <a:schemeClr val="tx1"/>
              </a:solidFill>
              <a:miter lim="800000"/>
              <a:headEnd/>
              <a:tailEnd/>
            </a:ln>
          </p:spPr>
          <p:txBody>
            <a:bodyPr wrap="none" anchor="ctr"/>
            <a:lstStyle/>
            <a:p>
              <a:endParaRPr lang="es-ES" sz="3200">
                <a:latin typeface="Arial Narrow" pitchFamily="34" charset="0"/>
              </a:endParaRPr>
            </a:p>
          </p:txBody>
        </p:sp>
        <p:sp>
          <p:nvSpPr>
            <p:cNvPr id="45" name="Rectangle 39">
              <a:extLst>
                <a:ext uri="{FF2B5EF4-FFF2-40B4-BE49-F238E27FC236}">
                  <a16:creationId xmlns:a16="http://schemas.microsoft.com/office/drawing/2014/main" id="{36BBFD47-9AB8-4FC9-8477-BF7D0FC689A9}"/>
                </a:ext>
              </a:extLst>
            </p:cNvPr>
            <p:cNvSpPr>
              <a:spLocks noChangeArrowheads="1"/>
            </p:cNvSpPr>
            <p:nvPr/>
          </p:nvSpPr>
          <p:spPr bwMode="auto">
            <a:xfrm>
              <a:off x="3846" y="1623"/>
              <a:ext cx="430" cy="432"/>
            </a:xfrm>
            <a:prstGeom prst="rect">
              <a:avLst/>
            </a:prstGeom>
            <a:grpFill/>
            <a:ln w="38100">
              <a:solidFill>
                <a:schemeClr val="tx1"/>
              </a:solidFill>
              <a:miter lim="800000"/>
              <a:headEnd/>
              <a:tailEnd/>
            </a:ln>
          </p:spPr>
          <p:txBody>
            <a:bodyPr wrap="none" anchor="ctr"/>
            <a:lstStyle/>
            <a:p>
              <a:endParaRPr lang="es-ES" sz="3200">
                <a:latin typeface="Arial Narrow" pitchFamily="34" charset="0"/>
              </a:endParaRPr>
            </a:p>
          </p:txBody>
        </p:sp>
        <p:sp>
          <p:nvSpPr>
            <p:cNvPr id="46" name="Rectangle 40">
              <a:extLst>
                <a:ext uri="{FF2B5EF4-FFF2-40B4-BE49-F238E27FC236}">
                  <a16:creationId xmlns:a16="http://schemas.microsoft.com/office/drawing/2014/main" id="{4D5A14B2-4A72-45BB-8F70-17ACA9B4C030}"/>
                </a:ext>
              </a:extLst>
            </p:cNvPr>
            <p:cNvSpPr>
              <a:spLocks noChangeArrowheads="1"/>
            </p:cNvSpPr>
            <p:nvPr/>
          </p:nvSpPr>
          <p:spPr bwMode="auto">
            <a:xfrm>
              <a:off x="4276" y="1623"/>
              <a:ext cx="431" cy="432"/>
            </a:xfrm>
            <a:prstGeom prst="rect">
              <a:avLst/>
            </a:prstGeom>
            <a:grpFill/>
            <a:ln w="38100">
              <a:solidFill>
                <a:schemeClr val="tx1"/>
              </a:solidFill>
              <a:miter lim="800000"/>
              <a:headEnd/>
              <a:tailEnd/>
            </a:ln>
          </p:spPr>
          <p:txBody>
            <a:bodyPr wrap="none" anchor="ctr"/>
            <a:lstStyle/>
            <a:p>
              <a:endParaRPr lang="es-ES" sz="3200">
                <a:latin typeface="Arial Narrow" pitchFamily="34" charset="0"/>
              </a:endParaRPr>
            </a:p>
          </p:txBody>
        </p:sp>
        <p:sp>
          <p:nvSpPr>
            <p:cNvPr id="47" name="Rectangle 41">
              <a:extLst>
                <a:ext uri="{FF2B5EF4-FFF2-40B4-BE49-F238E27FC236}">
                  <a16:creationId xmlns:a16="http://schemas.microsoft.com/office/drawing/2014/main" id="{7A389C23-C46B-433B-AE04-F8B0AE90E31A}"/>
                </a:ext>
              </a:extLst>
            </p:cNvPr>
            <p:cNvSpPr>
              <a:spLocks noChangeArrowheads="1"/>
            </p:cNvSpPr>
            <p:nvPr/>
          </p:nvSpPr>
          <p:spPr bwMode="auto">
            <a:xfrm>
              <a:off x="4707" y="1623"/>
              <a:ext cx="430" cy="432"/>
            </a:xfrm>
            <a:prstGeom prst="rect">
              <a:avLst/>
            </a:prstGeom>
            <a:grpFill/>
            <a:ln w="38100">
              <a:solidFill>
                <a:schemeClr val="tx1"/>
              </a:solidFill>
              <a:miter lim="800000"/>
              <a:headEnd/>
              <a:tailEnd/>
            </a:ln>
          </p:spPr>
          <p:txBody>
            <a:bodyPr wrap="none" anchor="ctr"/>
            <a:lstStyle/>
            <a:p>
              <a:endParaRPr lang="es-ES" sz="3200">
                <a:latin typeface="Arial Narrow" pitchFamily="34" charset="0"/>
              </a:endParaRPr>
            </a:p>
          </p:txBody>
        </p:sp>
        <p:sp>
          <p:nvSpPr>
            <p:cNvPr id="48" name="Text Box 43">
              <a:extLst>
                <a:ext uri="{FF2B5EF4-FFF2-40B4-BE49-F238E27FC236}">
                  <a16:creationId xmlns:a16="http://schemas.microsoft.com/office/drawing/2014/main" id="{7059EE90-6A9A-4F7C-A4E3-C6F8CCB8F07C}"/>
                </a:ext>
              </a:extLst>
            </p:cNvPr>
            <p:cNvSpPr txBox="1">
              <a:spLocks noChangeArrowheads="1"/>
            </p:cNvSpPr>
            <p:nvPr/>
          </p:nvSpPr>
          <p:spPr bwMode="auto">
            <a:xfrm>
              <a:off x="2875" y="1654"/>
              <a:ext cx="715" cy="365"/>
            </a:xfrm>
            <a:prstGeom prst="rect">
              <a:avLst/>
            </a:prstGeom>
            <a:noFill/>
            <a:ln w="9525">
              <a:noFill/>
              <a:miter lim="800000"/>
              <a:headEnd/>
              <a:tailEnd/>
            </a:ln>
          </p:spPr>
          <p:txBody>
            <a:bodyPr>
              <a:spAutoFit/>
            </a:bodyPr>
            <a:lstStyle/>
            <a:p>
              <a:pPr algn="l">
                <a:spcBef>
                  <a:spcPct val="50000"/>
                </a:spcBef>
              </a:pPr>
              <a:r>
                <a:rPr lang="es-MX" sz="3200" b="1" dirty="0">
                  <a:latin typeface="Arial Narrow" pitchFamily="34" charset="0"/>
                </a:rPr>
                <a:t>VEC</a:t>
              </a:r>
              <a:endParaRPr lang="es-ES" sz="3200" b="1" dirty="0">
                <a:latin typeface="Arial Narrow" pitchFamily="34" charset="0"/>
              </a:endParaRPr>
            </a:p>
          </p:txBody>
        </p:sp>
        <p:sp>
          <p:nvSpPr>
            <p:cNvPr id="49" name="Text Box 44">
              <a:extLst>
                <a:ext uri="{FF2B5EF4-FFF2-40B4-BE49-F238E27FC236}">
                  <a16:creationId xmlns:a16="http://schemas.microsoft.com/office/drawing/2014/main" id="{BDF719C9-4A60-4877-852E-335CDDAE71DD}"/>
                </a:ext>
              </a:extLst>
            </p:cNvPr>
            <p:cNvSpPr txBox="1">
              <a:spLocks noChangeArrowheads="1"/>
            </p:cNvSpPr>
            <p:nvPr/>
          </p:nvSpPr>
          <p:spPr bwMode="auto">
            <a:xfrm>
              <a:off x="3451" y="2064"/>
              <a:ext cx="1686" cy="291"/>
            </a:xfrm>
            <a:prstGeom prst="rect">
              <a:avLst/>
            </a:prstGeom>
            <a:noFill/>
            <a:ln w="9525">
              <a:noFill/>
              <a:miter lim="800000"/>
              <a:headEnd/>
              <a:tailEnd/>
            </a:ln>
          </p:spPr>
          <p:txBody>
            <a:bodyPr wrap="square">
              <a:spAutoFit/>
            </a:bodyPr>
            <a:lstStyle/>
            <a:p>
              <a:pPr algn="l">
                <a:spcBef>
                  <a:spcPct val="50000"/>
                </a:spcBef>
              </a:pPr>
              <a:r>
                <a:rPr lang="es-MX" sz="2400" dirty="0">
                  <a:latin typeface="Arial Narrow" pitchFamily="34" charset="0"/>
                </a:rPr>
                <a:t>  0                    1                     2                 3</a:t>
              </a:r>
              <a:endParaRPr lang="es-ES" sz="2400" dirty="0">
                <a:latin typeface="Arial Narrow" pitchFamily="34" charset="0"/>
              </a:endParaRPr>
            </a:p>
          </p:txBody>
        </p:sp>
        <p:sp>
          <p:nvSpPr>
            <p:cNvPr id="50" name="Rectangle 46">
              <a:extLst>
                <a:ext uri="{FF2B5EF4-FFF2-40B4-BE49-F238E27FC236}">
                  <a16:creationId xmlns:a16="http://schemas.microsoft.com/office/drawing/2014/main" id="{64D6990E-93CF-407E-94E2-75BE490B2AB4}"/>
                </a:ext>
              </a:extLst>
            </p:cNvPr>
            <p:cNvSpPr>
              <a:spLocks noChangeArrowheads="1"/>
            </p:cNvSpPr>
            <p:nvPr/>
          </p:nvSpPr>
          <p:spPr bwMode="auto">
            <a:xfrm>
              <a:off x="4740" y="1644"/>
              <a:ext cx="361" cy="384"/>
            </a:xfrm>
            <a:prstGeom prst="rect">
              <a:avLst/>
            </a:prstGeom>
            <a:grpFill/>
            <a:ln w="9525" cap="flat" cmpd="sng" algn="ctr">
              <a:solidFill>
                <a:schemeClr val="tx1"/>
              </a:solidFill>
              <a:prstDash val="solid"/>
              <a:headEnd/>
              <a:tailEnd/>
            </a:ln>
            <a:effectLst>
              <a:outerShdw blurRad="63500" dist="25400" dir="5400000" rotWithShape="0">
                <a:srgbClr val="000000">
                  <a:alpha val="43137"/>
                </a:srgbClr>
              </a:outerShdw>
            </a:effectLst>
          </p:spPr>
          <p:txBody>
            <a:bodyPr wrap="none" anchor="ct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fontAlgn="base">
                <a:spcBef>
                  <a:spcPct val="0"/>
                </a:spcBef>
                <a:spcAft>
                  <a:spcPct val="0"/>
                </a:spcAft>
              </a:pPr>
              <a:r>
                <a:rPr lang="es-MX" sz="3600" b="1" kern="0" spc="50" dirty="0">
                  <a:ln w="11430"/>
                  <a:effectLst>
                    <a:outerShdw blurRad="76200" dist="50800" dir="5400000" algn="tl" rotWithShape="0">
                      <a:srgbClr val="000000">
                        <a:alpha val="65000"/>
                      </a:srgbClr>
                    </a:outerShdw>
                  </a:effectLst>
                  <a:latin typeface="Arial Narrow" pitchFamily="34" charset="0"/>
                </a:rPr>
                <a:t>17</a:t>
              </a:r>
              <a:endParaRPr lang="es-ES" sz="3600" b="1" kern="0" spc="50" dirty="0">
                <a:ln w="11430"/>
                <a:effectLst>
                  <a:outerShdw blurRad="76200" dist="50800" dir="5400000" algn="tl" rotWithShape="0">
                    <a:srgbClr val="000000">
                      <a:alpha val="65000"/>
                    </a:srgbClr>
                  </a:outerShdw>
                </a:effectLst>
                <a:latin typeface="Arial Narrow" pitchFamily="34" charset="0"/>
              </a:endParaRPr>
            </a:p>
          </p:txBody>
        </p:sp>
        <p:sp>
          <p:nvSpPr>
            <p:cNvPr id="51" name="Rectangle 47">
              <a:extLst>
                <a:ext uri="{FF2B5EF4-FFF2-40B4-BE49-F238E27FC236}">
                  <a16:creationId xmlns:a16="http://schemas.microsoft.com/office/drawing/2014/main" id="{3C9E779F-C6B6-4F34-BB96-17285BE53EDD}"/>
                </a:ext>
              </a:extLst>
            </p:cNvPr>
            <p:cNvSpPr>
              <a:spLocks noChangeArrowheads="1"/>
            </p:cNvSpPr>
            <p:nvPr/>
          </p:nvSpPr>
          <p:spPr bwMode="auto">
            <a:xfrm>
              <a:off x="4308" y="1644"/>
              <a:ext cx="361" cy="384"/>
            </a:xfrm>
            <a:prstGeom prst="rect">
              <a:avLst/>
            </a:prstGeom>
            <a:grpFill/>
            <a:ln w="9525" cap="flat" cmpd="sng" algn="ctr">
              <a:solidFill>
                <a:schemeClr val="tx1"/>
              </a:solidFill>
              <a:prstDash val="solid"/>
              <a:headEnd/>
              <a:tailEnd/>
            </a:ln>
            <a:effectLst>
              <a:outerShdw blurRad="63500" dist="25400" dir="5400000" rotWithShape="0">
                <a:srgbClr val="000000">
                  <a:alpha val="43137"/>
                </a:srgbClr>
              </a:outerShdw>
            </a:effectLst>
          </p:spPr>
          <p:txBody>
            <a:bodyPr wrap="none" anchor="ct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fontAlgn="base">
                <a:spcBef>
                  <a:spcPct val="0"/>
                </a:spcBef>
                <a:spcAft>
                  <a:spcPct val="0"/>
                </a:spcAft>
              </a:pPr>
              <a:r>
                <a:rPr lang="es-MX" sz="3600" b="1" kern="0" spc="50" dirty="0">
                  <a:ln w="11430"/>
                  <a:effectLst>
                    <a:outerShdw blurRad="76200" dist="50800" dir="5400000" algn="tl" rotWithShape="0">
                      <a:srgbClr val="000000">
                        <a:alpha val="65000"/>
                      </a:srgbClr>
                    </a:outerShdw>
                  </a:effectLst>
                  <a:latin typeface="Arial Narrow" pitchFamily="34" charset="0"/>
                </a:rPr>
                <a:t>10</a:t>
              </a:r>
              <a:endParaRPr lang="es-ES" sz="3600" b="1" kern="0" spc="50" dirty="0">
                <a:ln w="11430"/>
                <a:effectLst>
                  <a:outerShdw blurRad="76200" dist="50800" dir="5400000" algn="tl" rotWithShape="0">
                    <a:srgbClr val="000000">
                      <a:alpha val="65000"/>
                    </a:srgbClr>
                  </a:outerShdw>
                </a:effectLst>
                <a:latin typeface="Arial Narrow" pitchFamily="34" charset="0"/>
              </a:endParaRPr>
            </a:p>
          </p:txBody>
        </p:sp>
        <p:sp>
          <p:nvSpPr>
            <p:cNvPr id="52" name="Rectangle 48">
              <a:extLst>
                <a:ext uri="{FF2B5EF4-FFF2-40B4-BE49-F238E27FC236}">
                  <a16:creationId xmlns:a16="http://schemas.microsoft.com/office/drawing/2014/main" id="{635A5CF3-996D-4C55-8591-55AAD6ADC296}"/>
                </a:ext>
              </a:extLst>
            </p:cNvPr>
            <p:cNvSpPr>
              <a:spLocks noChangeArrowheads="1"/>
            </p:cNvSpPr>
            <p:nvPr/>
          </p:nvSpPr>
          <p:spPr bwMode="auto">
            <a:xfrm>
              <a:off x="3876" y="1644"/>
              <a:ext cx="361" cy="384"/>
            </a:xfrm>
            <a:prstGeom prst="rect">
              <a:avLst/>
            </a:prstGeom>
            <a:grpFill/>
            <a:ln w="9525" cap="flat" cmpd="sng" algn="ctr">
              <a:solidFill>
                <a:schemeClr val="tx1"/>
              </a:solidFill>
              <a:prstDash val="solid"/>
              <a:headEnd/>
              <a:tailEnd/>
            </a:ln>
            <a:effectLst>
              <a:outerShdw blurRad="63500" dist="25400" dir="5400000" rotWithShape="0">
                <a:srgbClr val="000000">
                  <a:alpha val="43137"/>
                </a:srgbClr>
              </a:outerShdw>
            </a:effectLst>
          </p:spPr>
          <p:txBody>
            <a:bodyPr wrap="none" anchor="ct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fontAlgn="base">
                <a:spcBef>
                  <a:spcPct val="0"/>
                </a:spcBef>
                <a:spcAft>
                  <a:spcPct val="0"/>
                </a:spcAft>
              </a:pPr>
              <a:r>
                <a:rPr lang="es-MX" sz="3600" b="1" kern="0" spc="50" dirty="0">
                  <a:ln w="11430"/>
                  <a:effectLst>
                    <a:outerShdw blurRad="76200" dist="50800" dir="5400000" algn="tl" rotWithShape="0">
                      <a:srgbClr val="000000">
                        <a:alpha val="65000"/>
                      </a:srgbClr>
                    </a:outerShdw>
                  </a:effectLst>
                  <a:latin typeface="Arial Narrow" pitchFamily="34" charset="0"/>
                </a:rPr>
                <a:t>8</a:t>
              </a:r>
              <a:endParaRPr lang="es-ES" sz="3600" b="1" kern="0" spc="50" dirty="0">
                <a:ln w="11430"/>
                <a:effectLst>
                  <a:outerShdw blurRad="76200" dist="50800" dir="5400000" algn="tl" rotWithShape="0">
                    <a:srgbClr val="000000">
                      <a:alpha val="65000"/>
                    </a:srgbClr>
                  </a:outerShdw>
                </a:effectLst>
                <a:latin typeface="Arial Narrow" pitchFamily="34" charset="0"/>
              </a:endParaRPr>
            </a:p>
          </p:txBody>
        </p:sp>
        <p:sp>
          <p:nvSpPr>
            <p:cNvPr id="53" name="Rectangle 49">
              <a:extLst>
                <a:ext uri="{FF2B5EF4-FFF2-40B4-BE49-F238E27FC236}">
                  <a16:creationId xmlns:a16="http://schemas.microsoft.com/office/drawing/2014/main" id="{6C5E9E43-8D3F-4174-9418-0041A11B2A62}"/>
                </a:ext>
              </a:extLst>
            </p:cNvPr>
            <p:cNvSpPr>
              <a:spLocks noChangeArrowheads="1"/>
            </p:cNvSpPr>
            <p:nvPr/>
          </p:nvSpPr>
          <p:spPr bwMode="auto">
            <a:xfrm>
              <a:off x="3448" y="1644"/>
              <a:ext cx="361" cy="384"/>
            </a:xfrm>
            <a:prstGeom prst="rect">
              <a:avLst/>
            </a:prstGeom>
            <a:grpFill/>
            <a:ln w="9525" cap="flat" cmpd="sng" algn="ctr">
              <a:solidFill>
                <a:schemeClr val="tx1"/>
              </a:solidFill>
              <a:prstDash val="solid"/>
              <a:headEnd/>
              <a:tailEnd/>
            </a:ln>
            <a:effectLst>
              <a:outerShdw blurRad="63500" dist="25400" dir="5400000" rotWithShape="0">
                <a:srgbClr val="000000">
                  <a:alpha val="43137"/>
                </a:srgbClr>
              </a:outerShdw>
            </a:effectLst>
          </p:spPr>
          <p:txBody>
            <a:bodyPr wrap="none" anchor="ct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fontAlgn="base">
                <a:spcBef>
                  <a:spcPct val="0"/>
                </a:spcBef>
                <a:spcAft>
                  <a:spcPct val="0"/>
                </a:spcAft>
              </a:pPr>
              <a:r>
                <a:rPr lang="es-MX" sz="3600" b="1" kern="0" spc="50" dirty="0">
                  <a:ln w="11430"/>
                  <a:effectLst>
                    <a:outerShdw blurRad="76200" dist="50800" dir="5400000" algn="tl" rotWithShape="0">
                      <a:srgbClr val="000000">
                        <a:alpha val="65000"/>
                      </a:srgbClr>
                    </a:outerShdw>
                  </a:effectLst>
                  <a:latin typeface="Arial Narrow" pitchFamily="34" charset="0"/>
                </a:rPr>
                <a:t>6</a:t>
              </a:r>
              <a:endParaRPr lang="es-ES" sz="3600" b="1" kern="0" spc="50" dirty="0">
                <a:ln w="11430"/>
                <a:effectLst>
                  <a:outerShdw blurRad="76200" dist="50800" dir="5400000" algn="tl" rotWithShape="0">
                    <a:srgbClr val="000000">
                      <a:alpha val="65000"/>
                    </a:srgbClr>
                  </a:outerShdw>
                </a:effectLst>
                <a:latin typeface="Arial Narrow" pitchFamily="34" charset="0"/>
              </a:endParaRPr>
            </a:p>
          </p:txBody>
        </p:sp>
      </p:grpSp>
      <p:sp>
        <p:nvSpPr>
          <p:cNvPr id="54" name="Text Box 36">
            <a:extLst>
              <a:ext uri="{FF2B5EF4-FFF2-40B4-BE49-F238E27FC236}">
                <a16:creationId xmlns:a16="http://schemas.microsoft.com/office/drawing/2014/main" id="{E223CE9D-0C09-4217-B50F-AFB2D7753252}"/>
              </a:ext>
            </a:extLst>
          </p:cNvPr>
          <p:cNvSpPr txBox="1">
            <a:spLocks noChangeArrowheads="1"/>
          </p:cNvSpPr>
          <p:nvPr/>
        </p:nvSpPr>
        <p:spPr bwMode="auto">
          <a:xfrm>
            <a:off x="2187631" y="914400"/>
            <a:ext cx="8975547" cy="830997"/>
          </a:xfrm>
          <a:prstGeom prst="rect">
            <a:avLst/>
          </a:prstGeom>
          <a:ln>
            <a:headEnd/>
            <a:tailEnd/>
          </a:ln>
        </p:spPr>
        <p:style>
          <a:lnRef idx="1">
            <a:schemeClr val="accent5"/>
          </a:lnRef>
          <a:fillRef idx="2">
            <a:schemeClr val="accent5"/>
          </a:fillRef>
          <a:effectRef idx="1">
            <a:schemeClr val="accent5"/>
          </a:effectRef>
          <a:fontRef idx="minor">
            <a:schemeClr val="dk1"/>
          </a:fontRef>
        </p:style>
        <p:txBody>
          <a:bodyPr wrap="square">
            <a:spAutoFit/>
          </a:bodyPr>
          <a:lstStyle>
            <a:defPPr>
              <a:defRPr lang="es-CO"/>
            </a:defPPr>
            <a:lvl1pPr algn="ctr" fontAlgn="base">
              <a:spcBef>
                <a:spcPct val="50000"/>
              </a:spcBef>
              <a:spcAft>
                <a:spcPct val="0"/>
              </a:spcAft>
              <a:defRPr sz="2400">
                <a:solidFill>
                  <a:prstClr val="black"/>
                </a:solidFill>
                <a:latin typeface="Arial Narrow" pitchFamily="34" charset="0"/>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r>
              <a:rPr lang="es-MX" dirty="0"/>
              <a:t>El vector quedaría reducido de la siguiente forma recalculando nuevamente la mitad.</a:t>
            </a:r>
            <a:endParaRPr lang="es-ES" dirty="0"/>
          </a:p>
        </p:txBody>
      </p:sp>
      <p:sp>
        <p:nvSpPr>
          <p:cNvPr id="55" name="Llamada de flecha hacia abajo 1">
            <a:extLst>
              <a:ext uri="{FF2B5EF4-FFF2-40B4-BE49-F238E27FC236}">
                <a16:creationId xmlns:a16="http://schemas.microsoft.com/office/drawing/2014/main" id="{B38D2F01-8046-4956-B75D-6D1885F5DA20}"/>
              </a:ext>
            </a:extLst>
          </p:cNvPr>
          <p:cNvSpPr/>
          <p:nvPr/>
        </p:nvSpPr>
        <p:spPr>
          <a:xfrm>
            <a:off x="4004671" y="2498576"/>
            <a:ext cx="3979434" cy="612934"/>
          </a:xfrm>
          <a:prstGeom prst="downArrowCallout">
            <a:avLst/>
          </a:prstGeom>
          <a:ln>
            <a:headEnd/>
            <a:tailEnd/>
          </a:ln>
        </p:spPr>
        <p:style>
          <a:lnRef idx="1">
            <a:schemeClr val="accent3"/>
          </a:lnRef>
          <a:fillRef idx="2">
            <a:schemeClr val="accent3"/>
          </a:fillRef>
          <a:effectRef idx="1">
            <a:schemeClr val="accent3"/>
          </a:effectRef>
          <a:fontRef idx="minor">
            <a:schemeClr val="dk1"/>
          </a:fontRef>
        </p:style>
        <p:txBody>
          <a:bodyPr wrap="square">
            <a:spAutoFit/>
          </a:bodyPr>
          <a:lstStyle/>
          <a:p>
            <a:pPr algn="ctr" fontAlgn="base">
              <a:spcBef>
                <a:spcPct val="50000"/>
              </a:spcBef>
              <a:spcAft>
                <a:spcPct val="0"/>
              </a:spcAft>
            </a:pPr>
            <a:r>
              <a:rPr lang="es-MX" sz="2000" b="1" spc="50" dirty="0">
                <a:ln w="11430">
                  <a:solidFill>
                    <a:schemeClr val="bg1"/>
                  </a:solidFill>
                </a:ln>
                <a:solidFill>
                  <a:schemeClr val="tx1"/>
                </a:solidFill>
                <a:effectLst>
                  <a:outerShdw blurRad="76200" dist="50800" dir="5400000" algn="tl" rotWithShape="0">
                    <a:srgbClr val="000000">
                      <a:alpha val="65000"/>
                    </a:srgbClr>
                  </a:outerShdw>
                </a:effectLst>
                <a:latin typeface="Arial Narrow" panose="020B0606020202030204" pitchFamily="34" charset="0"/>
              </a:rPr>
              <a:t>¿CLAVE (8) &lt;&gt; VEC[MIT=2] (8)? </a:t>
            </a:r>
            <a:r>
              <a:rPr lang="es-MX" sz="2000" b="1" spc="50" dirty="0">
                <a:ln w="11430">
                  <a:solidFill>
                    <a:schemeClr val="bg1"/>
                  </a:solidFill>
                </a:ln>
                <a:solidFill>
                  <a:srgbClr val="FF0000"/>
                </a:solidFill>
                <a:effectLst>
                  <a:outerShdw blurRad="76200" dist="50800" dir="5400000" algn="tl" rotWithShape="0">
                    <a:srgbClr val="000000">
                      <a:alpha val="65000"/>
                    </a:srgbClr>
                  </a:outerShdw>
                </a:effectLst>
                <a:latin typeface="Arial Narrow" panose="020B0606020202030204" pitchFamily="34" charset="0"/>
              </a:rPr>
              <a:t>NO</a:t>
            </a:r>
            <a:endParaRPr lang="es-CO" sz="2000" b="1" spc="50" dirty="0">
              <a:ln w="11430">
                <a:solidFill>
                  <a:schemeClr val="bg1"/>
                </a:solidFill>
              </a:ln>
              <a:solidFill>
                <a:srgbClr val="FF0000"/>
              </a:solidFill>
              <a:effectLst>
                <a:outerShdw blurRad="76200" dist="50800" dir="5400000" algn="tl" rotWithShape="0">
                  <a:srgbClr val="000000">
                    <a:alpha val="65000"/>
                  </a:srgbClr>
                </a:outerShdw>
              </a:effectLst>
              <a:latin typeface="Arial Narrow" panose="020B0606020202030204" pitchFamily="34" charset="0"/>
            </a:endParaRPr>
          </a:p>
        </p:txBody>
      </p:sp>
      <p:sp>
        <p:nvSpPr>
          <p:cNvPr id="56" name="Llamada de flecha hacia arriba 7">
            <a:extLst>
              <a:ext uri="{FF2B5EF4-FFF2-40B4-BE49-F238E27FC236}">
                <a16:creationId xmlns:a16="http://schemas.microsoft.com/office/drawing/2014/main" id="{000A3AD2-77FA-40DE-88EE-E14295B8B0E7}"/>
              </a:ext>
            </a:extLst>
          </p:cNvPr>
          <p:cNvSpPr/>
          <p:nvPr/>
        </p:nvSpPr>
        <p:spPr>
          <a:xfrm>
            <a:off x="4082401" y="4324643"/>
            <a:ext cx="733352" cy="612934"/>
          </a:xfrm>
          <a:prstGeom prst="upArrowCallout">
            <a:avLst/>
          </a:prstGeom>
          <a:ln>
            <a:headEnd/>
            <a:tailEnd/>
          </a:ln>
        </p:spPr>
        <p:style>
          <a:lnRef idx="1">
            <a:schemeClr val="accent3"/>
          </a:lnRef>
          <a:fillRef idx="2">
            <a:schemeClr val="accent3"/>
          </a:fillRef>
          <a:effectRef idx="1">
            <a:schemeClr val="accent3"/>
          </a:effectRef>
          <a:fontRef idx="minor">
            <a:schemeClr val="dk1"/>
          </a:fontRef>
        </p:style>
        <p:txBody>
          <a:bodyPr wrap="square">
            <a:spAutoFit/>
          </a:bodyPr>
          <a:lstStyle/>
          <a:p>
            <a:pPr algn="ctr" fontAlgn="base">
              <a:spcBef>
                <a:spcPct val="50000"/>
              </a:spcBef>
              <a:spcAft>
                <a:spcPct val="0"/>
              </a:spcAft>
            </a:pPr>
            <a:r>
              <a:rPr lang="es-CO" sz="2000" b="1" spc="50" dirty="0">
                <a:ln w="11430">
                  <a:solidFill>
                    <a:schemeClr val="bg1"/>
                  </a:solidFill>
                </a:ln>
                <a:solidFill>
                  <a:schemeClr val="tx1"/>
                </a:solidFill>
                <a:effectLst>
                  <a:outerShdw blurRad="76200" dist="50800" dir="5400000" algn="tl" rotWithShape="0">
                    <a:srgbClr val="000000">
                      <a:alpha val="65000"/>
                    </a:srgbClr>
                  </a:outerShdw>
                </a:effectLst>
                <a:latin typeface="Arial Narrow" panose="020B0606020202030204" pitchFamily="34" charset="0"/>
                <a:ea typeface="+mj-ea"/>
                <a:cs typeface="+mj-cs"/>
              </a:rPr>
              <a:t>IZQ</a:t>
            </a:r>
          </a:p>
        </p:txBody>
      </p:sp>
      <p:sp>
        <p:nvSpPr>
          <p:cNvPr id="57" name="Llamada de flecha hacia arriba 61">
            <a:extLst>
              <a:ext uri="{FF2B5EF4-FFF2-40B4-BE49-F238E27FC236}">
                <a16:creationId xmlns:a16="http://schemas.microsoft.com/office/drawing/2014/main" id="{90B1FF3E-497D-49E2-8414-EBB57320963A}"/>
              </a:ext>
            </a:extLst>
          </p:cNvPr>
          <p:cNvSpPr/>
          <p:nvPr/>
        </p:nvSpPr>
        <p:spPr>
          <a:xfrm>
            <a:off x="5697955" y="4324643"/>
            <a:ext cx="639836" cy="612934"/>
          </a:xfrm>
          <a:prstGeom prst="upArrowCallout">
            <a:avLst/>
          </a:prstGeom>
          <a:ln>
            <a:headEnd/>
            <a:tailEnd/>
          </a:ln>
        </p:spPr>
        <p:style>
          <a:lnRef idx="1">
            <a:schemeClr val="accent3"/>
          </a:lnRef>
          <a:fillRef idx="2">
            <a:schemeClr val="accent3"/>
          </a:fillRef>
          <a:effectRef idx="1">
            <a:schemeClr val="accent3"/>
          </a:effectRef>
          <a:fontRef idx="minor">
            <a:schemeClr val="dk1"/>
          </a:fontRef>
        </p:style>
        <p:txBody>
          <a:bodyPr wrap="square">
            <a:spAutoFit/>
          </a:bodyPr>
          <a:lstStyle/>
          <a:p>
            <a:pPr algn="ctr" fontAlgn="base">
              <a:spcBef>
                <a:spcPct val="50000"/>
              </a:spcBef>
              <a:spcAft>
                <a:spcPct val="0"/>
              </a:spcAft>
            </a:pPr>
            <a:r>
              <a:rPr lang="es-CO" sz="2000" b="1" spc="50" dirty="0">
                <a:ln w="11430">
                  <a:solidFill>
                    <a:schemeClr val="bg1"/>
                  </a:solidFill>
                </a:ln>
                <a:solidFill>
                  <a:schemeClr val="tx1"/>
                </a:solidFill>
                <a:effectLst>
                  <a:outerShdw blurRad="76200" dist="50800" dir="5400000" algn="tl" rotWithShape="0">
                    <a:srgbClr val="000000">
                      <a:alpha val="65000"/>
                    </a:srgbClr>
                  </a:outerShdw>
                </a:effectLst>
                <a:latin typeface="Arial Narrow" panose="020B0606020202030204" pitchFamily="34" charset="0"/>
                <a:ea typeface="+mj-ea"/>
                <a:cs typeface="+mj-cs"/>
              </a:rPr>
              <a:t>MIT</a:t>
            </a:r>
          </a:p>
        </p:txBody>
      </p:sp>
      <p:sp>
        <p:nvSpPr>
          <p:cNvPr id="58" name="Llamada de flecha hacia arriba 62">
            <a:extLst>
              <a:ext uri="{FF2B5EF4-FFF2-40B4-BE49-F238E27FC236}">
                <a16:creationId xmlns:a16="http://schemas.microsoft.com/office/drawing/2014/main" id="{E69CF39C-6FF7-40BD-B582-5023B9424750}"/>
              </a:ext>
            </a:extLst>
          </p:cNvPr>
          <p:cNvSpPr/>
          <p:nvPr/>
        </p:nvSpPr>
        <p:spPr>
          <a:xfrm>
            <a:off x="8236227" y="4333914"/>
            <a:ext cx="755990" cy="612934"/>
          </a:xfrm>
          <a:prstGeom prst="upArrowCallout">
            <a:avLst/>
          </a:prstGeom>
          <a:ln>
            <a:headEnd/>
            <a:tailEnd/>
          </a:ln>
        </p:spPr>
        <p:style>
          <a:lnRef idx="1">
            <a:schemeClr val="accent3"/>
          </a:lnRef>
          <a:fillRef idx="2">
            <a:schemeClr val="accent3"/>
          </a:fillRef>
          <a:effectRef idx="1">
            <a:schemeClr val="accent3"/>
          </a:effectRef>
          <a:fontRef idx="minor">
            <a:schemeClr val="dk1"/>
          </a:fontRef>
        </p:style>
        <p:txBody>
          <a:bodyPr wrap="square">
            <a:spAutoFit/>
          </a:bodyPr>
          <a:lstStyle/>
          <a:p>
            <a:pPr algn="ctr" fontAlgn="base">
              <a:spcBef>
                <a:spcPct val="50000"/>
              </a:spcBef>
              <a:spcAft>
                <a:spcPct val="0"/>
              </a:spcAft>
            </a:pPr>
            <a:r>
              <a:rPr lang="es-CO" sz="2000" b="1" spc="50" dirty="0">
                <a:ln w="11430">
                  <a:solidFill>
                    <a:schemeClr val="bg1"/>
                  </a:solidFill>
                </a:ln>
                <a:solidFill>
                  <a:schemeClr val="tx1"/>
                </a:solidFill>
                <a:effectLst>
                  <a:outerShdw blurRad="76200" dist="50800" dir="5400000" algn="tl" rotWithShape="0">
                    <a:srgbClr val="000000">
                      <a:alpha val="65000"/>
                    </a:srgbClr>
                  </a:outerShdw>
                </a:effectLst>
                <a:latin typeface="Arial Narrow" panose="020B0606020202030204" pitchFamily="34" charset="0"/>
                <a:ea typeface="+mj-ea"/>
                <a:cs typeface="+mj-cs"/>
              </a:rPr>
              <a:t>DER</a:t>
            </a:r>
          </a:p>
        </p:txBody>
      </p:sp>
      <p:sp>
        <p:nvSpPr>
          <p:cNvPr id="59" name="AutoShape 9">
            <a:extLst>
              <a:ext uri="{FF2B5EF4-FFF2-40B4-BE49-F238E27FC236}">
                <a16:creationId xmlns:a16="http://schemas.microsoft.com/office/drawing/2014/main" id="{ABBA37A9-F000-4358-9E32-1EC04A39817E}"/>
              </a:ext>
            </a:extLst>
          </p:cNvPr>
          <p:cNvSpPr>
            <a:spLocks noChangeArrowheads="1"/>
          </p:cNvSpPr>
          <p:nvPr/>
        </p:nvSpPr>
        <p:spPr bwMode="auto">
          <a:xfrm>
            <a:off x="2042036" y="756267"/>
            <a:ext cx="9159969" cy="1569660"/>
          </a:xfrm>
          <a:prstGeom prst="wedgeRectCallout">
            <a:avLst>
              <a:gd name="adj1" fmla="val -24481"/>
              <a:gd name="adj2" fmla="val 988"/>
            </a:avLst>
          </a:prstGeom>
          <a:ln>
            <a:headEnd/>
            <a:tailEnd/>
          </a:ln>
        </p:spPr>
        <p:style>
          <a:lnRef idx="1">
            <a:schemeClr val="accent5"/>
          </a:lnRef>
          <a:fillRef idx="2">
            <a:schemeClr val="accent5"/>
          </a:fillRef>
          <a:effectRef idx="1">
            <a:schemeClr val="accent5"/>
          </a:effectRef>
          <a:fontRef idx="minor">
            <a:schemeClr val="dk1"/>
          </a:fontRef>
        </p:style>
        <p:txBody>
          <a:bodyPr wrap="square">
            <a:spAutoFit/>
          </a:bodyPr>
          <a:lstStyle/>
          <a:p>
            <a:pPr algn="ctr" fontAlgn="base">
              <a:spcBef>
                <a:spcPct val="50000"/>
              </a:spcBef>
              <a:spcAft>
                <a:spcPct val="0"/>
              </a:spcAft>
            </a:pPr>
            <a:r>
              <a:rPr lang="es-MX" sz="2400" dirty="0">
                <a:solidFill>
                  <a:prstClr val="black"/>
                </a:solidFill>
                <a:latin typeface="Arial Narrow" pitchFamily="34" charset="0"/>
              </a:rPr>
              <a:t>Al NO cumplir la condición significa que la clave buscada está en la posición central del vector, por tal motivo termina el ciclo y va a preguntar si la clave (8) es igual al VEC[MIT] (8) y mostrará el mensaje que el número existe en la posición MIT (1).</a:t>
            </a:r>
            <a:endParaRPr lang="es-ES" sz="2400" dirty="0">
              <a:solidFill>
                <a:prstClr val="black"/>
              </a:solidFill>
              <a:latin typeface="Arial Narrow" pitchFamily="34" charset="0"/>
            </a:endParaRPr>
          </a:p>
        </p:txBody>
      </p:sp>
      <p:sp>
        <p:nvSpPr>
          <p:cNvPr id="60" name="AutoShape 9">
            <a:extLst>
              <a:ext uri="{FF2B5EF4-FFF2-40B4-BE49-F238E27FC236}">
                <a16:creationId xmlns:a16="http://schemas.microsoft.com/office/drawing/2014/main" id="{45BFF024-23A2-460B-B6F3-BD5E7F9A2AA3}"/>
              </a:ext>
            </a:extLst>
          </p:cNvPr>
          <p:cNvSpPr>
            <a:spLocks noChangeArrowheads="1"/>
          </p:cNvSpPr>
          <p:nvPr/>
        </p:nvSpPr>
        <p:spPr bwMode="auto">
          <a:xfrm>
            <a:off x="445789" y="5158770"/>
            <a:ext cx="9961580" cy="1569660"/>
          </a:xfrm>
          <a:prstGeom prst="wedgeRectCallout">
            <a:avLst>
              <a:gd name="adj1" fmla="val -24481"/>
              <a:gd name="adj2" fmla="val 988"/>
            </a:avLst>
          </a:prstGeom>
          <a:ln>
            <a:headEnd/>
            <a:tailEnd/>
          </a:ln>
        </p:spPr>
        <p:style>
          <a:lnRef idx="1">
            <a:schemeClr val="accent5"/>
          </a:lnRef>
          <a:fillRef idx="2">
            <a:schemeClr val="accent5"/>
          </a:fillRef>
          <a:effectRef idx="1">
            <a:schemeClr val="accent5"/>
          </a:effectRef>
          <a:fontRef idx="minor">
            <a:schemeClr val="dk1"/>
          </a:fontRef>
        </p:style>
        <p:txBody>
          <a:bodyPr wrap="square">
            <a:spAutoFit/>
          </a:bodyPr>
          <a:lstStyle/>
          <a:p>
            <a:pPr algn="ctr" fontAlgn="base">
              <a:spcBef>
                <a:spcPct val="50000"/>
              </a:spcBef>
              <a:spcAft>
                <a:spcPct val="0"/>
              </a:spcAft>
            </a:pPr>
            <a:r>
              <a:rPr lang="es-MX" sz="2400" dirty="0">
                <a:solidFill>
                  <a:prstClr val="black"/>
                </a:solidFill>
                <a:latin typeface="Arial Narrow" pitchFamily="34" charset="0"/>
              </a:rPr>
              <a:t>Puede darse el caso que la clave esté al lado derecho del vector (funciona igual que el anterior), o el caso que no lo encuentre, para esta situación el ciclo termina porque no se cumple la condición izquierda &lt; derecha (se cierra tanto estas variables que pueden llegar a valer lo mismo las tres y en este caso encuentra el dato o no existe).</a:t>
            </a:r>
            <a:endParaRPr lang="es-ES" sz="2400" dirty="0">
              <a:solidFill>
                <a:prstClr val="black"/>
              </a:solidFill>
              <a:latin typeface="Arial Narrow" pitchFamily="34" charset="0"/>
            </a:endParaRPr>
          </a:p>
        </p:txBody>
      </p:sp>
    </p:spTree>
    <p:extLst>
      <p:ext uri="{BB962C8B-B14F-4D97-AF65-F5344CB8AC3E}">
        <p14:creationId xmlns:p14="http://schemas.microsoft.com/office/powerpoint/2010/main" val="12971959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42" fill="hold" grpId="0" nodeType="afterEffect">
                                  <p:stCondLst>
                                    <p:cond delay="500"/>
                                  </p:stCondLst>
                                  <p:childTnLst>
                                    <p:set>
                                      <p:cBhvr>
                                        <p:cTn id="6" dur="1" fill="hold">
                                          <p:stCondLst>
                                            <p:cond delay="0"/>
                                          </p:stCondLst>
                                        </p:cTn>
                                        <p:tgtEl>
                                          <p:spTgt spid="54"/>
                                        </p:tgtEl>
                                        <p:attrNameLst>
                                          <p:attrName>style.visibility</p:attrName>
                                        </p:attrNameLst>
                                      </p:cBhvr>
                                      <p:to>
                                        <p:strVal val="visible"/>
                                      </p:to>
                                    </p:set>
                                    <p:animEffect transition="in" filter="barn(outHorizontal)">
                                      <p:cBhvr>
                                        <p:cTn id="7" dur="500"/>
                                        <p:tgtEl>
                                          <p:spTgt spid="54"/>
                                        </p:tgtEl>
                                      </p:cBhvr>
                                    </p:animEffect>
                                  </p:childTnLst>
                                </p:cTn>
                              </p:par>
                            </p:childTnLst>
                          </p:cTn>
                        </p:par>
                        <p:par>
                          <p:cTn id="8" fill="hold">
                            <p:stCondLst>
                              <p:cond delay="1000"/>
                            </p:stCondLst>
                            <p:childTnLst>
                              <p:par>
                                <p:cTn id="9" presetID="22" presetClass="entr" presetSubtype="1" fill="hold" nodeType="afterEffect">
                                  <p:stCondLst>
                                    <p:cond delay="0"/>
                                  </p:stCondLst>
                                  <p:childTnLst>
                                    <p:set>
                                      <p:cBhvr>
                                        <p:cTn id="10" dur="1" fill="hold">
                                          <p:stCondLst>
                                            <p:cond delay="0"/>
                                          </p:stCondLst>
                                        </p:cTn>
                                        <p:tgtEl>
                                          <p:spTgt spid="43"/>
                                        </p:tgtEl>
                                        <p:attrNameLst>
                                          <p:attrName>style.visibility</p:attrName>
                                        </p:attrNameLst>
                                      </p:cBhvr>
                                      <p:to>
                                        <p:strVal val="visible"/>
                                      </p:to>
                                    </p:set>
                                    <p:animEffect transition="in" filter="wipe(up)">
                                      <p:cBhvr>
                                        <p:cTn id="11" dur="500"/>
                                        <p:tgtEl>
                                          <p:spTgt spid="43"/>
                                        </p:tgtEl>
                                      </p:cBhvr>
                                    </p:animEffect>
                                  </p:childTnLst>
                                </p:cTn>
                              </p:par>
                            </p:childTnLst>
                          </p:cTn>
                        </p:par>
                        <p:par>
                          <p:cTn id="12" fill="hold">
                            <p:stCondLst>
                              <p:cond delay="1500"/>
                            </p:stCondLst>
                            <p:childTnLst>
                              <p:par>
                                <p:cTn id="13" presetID="22" presetClass="entr" presetSubtype="4" fill="hold" grpId="0" nodeType="afterEffect">
                                  <p:stCondLst>
                                    <p:cond delay="0"/>
                                  </p:stCondLst>
                                  <p:childTnLst>
                                    <p:set>
                                      <p:cBhvr>
                                        <p:cTn id="14" dur="1" fill="hold">
                                          <p:stCondLst>
                                            <p:cond delay="0"/>
                                          </p:stCondLst>
                                        </p:cTn>
                                        <p:tgtEl>
                                          <p:spTgt spid="56"/>
                                        </p:tgtEl>
                                        <p:attrNameLst>
                                          <p:attrName>style.visibility</p:attrName>
                                        </p:attrNameLst>
                                      </p:cBhvr>
                                      <p:to>
                                        <p:strVal val="visible"/>
                                      </p:to>
                                    </p:set>
                                    <p:animEffect transition="in" filter="wipe(down)">
                                      <p:cBhvr>
                                        <p:cTn id="15" dur="500"/>
                                        <p:tgtEl>
                                          <p:spTgt spid="56"/>
                                        </p:tgtEl>
                                      </p:cBhvr>
                                    </p:animEffect>
                                  </p:childTnLst>
                                </p:cTn>
                              </p:par>
                            </p:childTnLst>
                          </p:cTn>
                        </p:par>
                        <p:par>
                          <p:cTn id="16" fill="hold">
                            <p:stCondLst>
                              <p:cond delay="2000"/>
                            </p:stCondLst>
                            <p:childTnLst>
                              <p:par>
                                <p:cTn id="17" presetID="22" presetClass="entr" presetSubtype="4" fill="hold" grpId="0" nodeType="afterEffect">
                                  <p:stCondLst>
                                    <p:cond delay="0"/>
                                  </p:stCondLst>
                                  <p:childTnLst>
                                    <p:set>
                                      <p:cBhvr>
                                        <p:cTn id="18" dur="1" fill="hold">
                                          <p:stCondLst>
                                            <p:cond delay="0"/>
                                          </p:stCondLst>
                                        </p:cTn>
                                        <p:tgtEl>
                                          <p:spTgt spid="57"/>
                                        </p:tgtEl>
                                        <p:attrNameLst>
                                          <p:attrName>style.visibility</p:attrName>
                                        </p:attrNameLst>
                                      </p:cBhvr>
                                      <p:to>
                                        <p:strVal val="visible"/>
                                      </p:to>
                                    </p:set>
                                    <p:animEffect transition="in" filter="wipe(down)">
                                      <p:cBhvr>
                                        <p:cTn id="19" dur="500"/>
                                        <p:tgtEl>
                                          <p:spTgt spid="57"/>
                                        </p:tgtEl>
                                      </p:cBhvr>
                                    </p:animEffect>
                                  </p:childTnLst>
                                </p:cTn>
                              </p:par>
                            </p:childTnLst>
                          </p:cTn>
                        </p:par>
                        <p:par>
                          <p:cTn id="20" fill="hold">
                            <p:stCondLst>
                              <p:cond delay="2500"/>
                            </p:stCondLst>
                            <p:childTnLst>
                              <p:par>
                                <p:cTn id="21" presetID="22" presetClass="entr" presetSubtype="4" fill="hold" grpId="0" nodeType="afterEffect">
                                  <p:stCondLst>
                                    <p:cond delay="0"/>
                                  </p:stCondLst>
                                  <p:childTnLst>
                                    <p:set>
                                      <p:cBhvr>
                                        <p:cTn id="22" dur="1" fill="hold">
                                          <p:stCondLst>
                                            <p:cond delay="0"/>
                                          </p:stCondLst>
                                        </p:cTn>
                                        <p:tgtEl>
                                          <p:spTgt spid="58"/>
                                        </p:tgtEl>
                                        <p:attrNameLst>
                                          <p:attrName>style.visibility</p:attrName>
                                        </p:attrNameLst>
                                      </p:cBhvr>
                                      <p:to>
                                        <p:strVal val="visible"/>
                                      </p:to>
                                    </p:set>
                                    <p:animEffect transition="in" filter="wipe(down)">
                                      <p:cBhvr>
                                        <p:cTn id="23" dur="500"/>
                                        <p:tgtEl>
                                          <p:spTgt spid="58"/>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1" fill="hold" grpId="0" nodeType="clickEffect">
                                  <p:stCondLst>
                                    <p:cond delay="0"/>
                                  </p:stCondLst>
                                  <p:childTnLst>
                                    <p:set>
                                      <p:cBhvr>
                                        <p:cTn id="27" dur="1" fill="hold">
                                          <p:stCondLst>
                                            <p:cond delay="0"/>
                                          </p:stCondLst>
                                        </p:cTn>
                                        <p:tgtEl>
                                          <p:spTgt spid="55"/>
                                        </p:tgtEl>
                                        <p:attrNameLst>
                                          <p:attrName>style.visibility</p:attrName>
                                        </p:attrNameLst>
                                      </p:cBhvr>
                                      <p:to>
                                        <p:strVal val="visible"/>
                                      </p:to>
                                    </p:set>
                                    <p:animEffect transition="in" filter="wipe(up)">
                                      <p:cBhvr>
                                        <p:cTn id="28" dur="500"/>
                                        <p:tgtEl>
                                          <p:spTgt spid="55"/>
                                        </p:tgtEl>
                                      </p:cBhvr>
                                    </p:animEffect>
                                  </p:childTnLst>
                                </p:cTn>
                              </p:par>
                            </p:childTnLst>
                          </p:cTn>
                        </p:par>
                        <p:par>
                          <p:cTn id="29" fill="hold">
                            <p:stCondLst>
                              <p:cond delay="500"/>
                            </p:stCondLst>
                            <p:childTnLst>
                              <p:par>
                                <p:cTn id="30" presetID="9" presetClass="entr" presetSubtype="0" fill="hold" grpId="0" nodeType="afterEffect">
                                  <p:stCondLst>
                                    <p:cond delay="0"/>
                                  </p:stCondLst>
                                  <p:childTnLst>
                                    <p:set>
                                      <p:cBhvr>
                                        <p:cTn id="31" dur="1" fill="hold">
                                          <p:stCondLst>
                                            <p:cond delay="0"/>
                                          </p:stCondLst>
                                        </p:cTn>
                                        <p:tgtEl>
                                          <p:spTgt spid="59"/>
                                        </p:tgtEl>
                                        <p:attrNameLst>
                                          <p:attrName>style.visibility</p:attrName>
                                        </p:attrNameLst>
                                      </p:cBhvr>
                                      <p:to>
                                        <p:strVal val="visible"/>
                                      </p:to>
                                    </p:set>
                                    <p:animEffect transition="in" filter="dissolve">
                                      <p:cBhvr>
                                        <p:cTn id="32" dur="500"/>
                                        <p:tgtEl>
                                          <p:spTgt spid="59"/>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xit" presetSubtype="0" fill="hold" grpId="1" nodeType="clickEffect">
                                  <p:stCondLst>
                                    <p:cond delay="0"/>
                                  </p:stCondLst>
                                  <p:childTnLst>
                                    <p:animEffect transition="out" filter="fade">
                                      <p:cBhvr>
                                        <p:cTn id="36" dur="500"/>
                                        <p:tgtEl>
                                          <p:spTgt spid="57"/>
                                        </p:tgtEl>
                                      </p:cBhvr>
                                    </p:animEffect>
                                    <p:set>
                                      <p:cBhvr>
                                        <p:cTn id="37" dur="1" fill="hold">
                                          <p:stCondLst>
                                            <p:cond delay="499"/>
                                          </p:stCondLst>
                                        </p:cTn>
                                        <p:tgtEl>
                                          <p:spTgt spid="57"/>
                                        </p:tgtEl>
                                        <p:attrNameLst>
                                          <p:attrName>style.visibility</p:attrName>
                                        </p:attrNameLst>
                                      </p:cBhvr>
                                      <p:to>
                                        <p:strVal val="hidden"/>
                                      </p:to>
                                    </p:set>
                                  </p:childTnLst>
                                </p:cTn>
                              </p:par>
                            </p:childTnLst>
                          </p:cTn>
                        </p:par>
                        <p:par>
                          <p:cTn id="38" fill="hold">
                            <p:stCondLst>
                              <p:cond delay="500"/>
                            </p:stCondLst>
                            <p:childTnLst>
                              <p:par>
                                <p:cTn id="39" presetID="9" presetClass="entr" presetSubtype="0" fill="hold" grpId="0" nodeType="afterEffect">
                                  <p:stCondLst>
                                    <p:cond delay="0"/>
                                  </p:stCondLst>
                                  <p:childTnLst>
                                    <p:set>
                                      <p:cBhvr>
                                        <p:cTn id="40" dur="1" fill="hold">
                                          <p:stCondLst>
                                            <p:cond delay="0"/>
                                          </p:stCondLst>
                                        </p:cTn>
                                        <p:tgtEl>
                                          <p:spTgt spid="60"/>
                                        </p:tgtEl>
                                        <p:attrNameLst>
                                          <p:attrName>style.visibility</p:attrName>
                                        </p:attrNameLst>
                                      </p:cBhvr>
                                      <p:to>
                                        <p:strVal val="visible"/>
                                      </p:to>
                                    </p:set>
                                    <p:animEffect transition="in" filter="dissolve">
                                      <p:cBhvr>
                                        <p:cTn id="41" dur="500"/>
                                        <p:tgtEl>
                                          <p:spTgt spid="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 grpId="0" animBg="1" autoUpdateAnimBg="0"/>
      <p:bldP spid="55" grpId="0" animBg="1"/>
      <p:bldP spid="56" grpId="0" animBg="1"/>
      <p:bldP spid="57" grpId="0" animBg="1"/>
      <p:bldP spid="57" grpId="1" animBg="1"/>
      <p:bldP spid="58" grpId="0" animBg="1"/>
      <p:bldP spid="59" grpId="0" animBg="1" autoUpdateAnimBg="0"/>
      <p:bldP spid="60" grpId="0" animBg="1" autoUpdateAnimBg="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989994" y="0"/>
            <a:ext cx="11369040" cy="914400"/>
          </a:xfrm>
        </p:spPr>
        <p:txBody>
          <a:bodyPr>
            <a:noAutofit/>
          </a:bodyPr>
          <a:lstStyle/>
          <a:p>
            <a:pPr algn="ctr"/>
            <a:r>
              <a:rPr lang="es-CO" sz="4000" b="1" dirty="0">
                <a:latin typeface="Bahnschrift Light SemiCondensed" panose="020B0502040204020203" pitchFamily="34" charset="0"/>
              </a:rPr>
              <a:t>“MÉTODOS DE BÚSQUEDA – BINARIA EN C++”</a:t>
            </a:r>
          </a:p>
        </p:txBody>
      </p:sp>
      <p:pic>
        <p:nvPicPr>
          <p:cNvPr id="3" name="Imagen 2">
            <a:extLst>
              <a:ext uri="{FF2B5EF4-FFF2-40B4-BE49-F238E27FC236}">
                <a16:creationId xmlns:a16="http://schemas.microsoft.com/office/drawing/2014/main" id="{A4703227-0074-496C-B0CD-6B593B8AC812}"/>
              </a:ext>
            </a:extLst>
          </p:cNvPr>
          <p:cNvPicPr>
            <a:picLocks noChangeAspect="1"/>
          </p:cNvPicPr>
          <p:nvPr/>
        </p:nvPicPr>
        <p:blipFill>
          <a:blip r:embed="rId3"/>
          <a:stretch>
            <a:fillRect/>
          </a:stretch>
        </p:blipFill>
        <p:spPr>
          <a:xfrm>
            <a:off x="1390347" y="914400"/>
            <a:ext cx="8549719" cy="5592003"/>
          </a:xfrm>
          <a:prstGeom prst="rect">
            <a:avLst/>
          </a:prstGeom>
          <a:ln w="88900" cap="sq" cmpd="thickThin">
            <a:solidFill>
              <a:srgbClr val="000000"/>
            </a:solidFill>
            <a:prstDash val="solid"/>
            <a:miter lim="800000"/>
          </a:ln>
          <a:effectLst>
            <a:innerShdw blurRad="76200">
              <a:srgbClr val="000000"/>
            </a:innerShdw>
          </a:effectLst>
        </p:spPr>
      </p:pic>
      <p:sp>
        <p:nvSpPr>
          <p:cNvPr id="5" name="AutoShape 4">
            <a:extLst>
              <a:ext uri="{FF2B5EF4-FFF2-40B4-BE49-F238E27FC236}">
                <a16:creationId xmlns:a16="http://schemas.microsoft.com/office/drawing/2014/main" id="{73AC2B3E-5F53-4AC5-B97C-D0C8D132D5BA}"/>
              </a:ext>
            </a:extLst>
          </p:cNvPr>
          <p:cNvSpPr>
            <a:spLocks noChangeArrowheads="1"/>
          </p:cNvSpPr>
          <p:nvPr/>
        </p:nvSpPr>
        <p:spPr bwMode="auto">
          <a:xfrm>
            <a:off x="8971878" y="1003449"/>
            <a:ext cx="2927873" cy="448833"/>
          </a:xfrm>
          <a:prstGeom prst="wedgeRectCallout">
            <a:avLst>
              <a:gd name="adj1" fmla="val -99984"/>
              <a:gd name="adj2" fmla="val -23332"/>
            </a:avLst>
          </a:prstGeom>
          <a:solidFill>
            <a:schemeClr val="bg1">
              <a:lumMod val="85000"/>
            </a:schemeClr>
          </a:solidFill>
          <a:scene3d>
            <a:camera prst="orthographicFront"/>
            <a:lightRig rig="threePt" dir="t"/>
          </a:scene3d>
          <a:sp3d>
            <a:bevelT w="165100" prst="coolSlant"/>
          </a:sp3d>
        </p:spPr>
        <p:style>
          <a:lnRef idx="1">
            <a:schemeClr val="dk1"/>
          </a:lnRef>
          <a:fillRef idx="1003">
            <a:schemeClr val="dk1"/>
          </a:fillRef>
          <a:effectRef idx="1">
            <a:schemeClr val="dk1"/>
          </a:effectRef>
          <a:fontRef idx="minor">
            <a:schemeClr val="dk1"/>
          </a:fontRef>
        </p:style>
        <p:txBody>
          <a:bodyPr rtlCol="0" anchor="ctr"/>
          <a:lstStyle/>
          <a:p>
            <a:pPr algn="ctr"/>
            <a:r>
              <a:rPr lang="es-ES" sz="2000" dirty="0">
                <a:solidFill>
                  <a:schemeClr val="tx1"/>
                </a:solidFill>
              </a:rPr>
              <a:t>Vector original ordenado.</a:t>
            </a:r>
          </a:p>
        </p:txBody>
      </p:sp>
      <p:sp>
        <p:nvSpPr>
          <p:cNvPr id="6" name="AutoShape 4">
            <a:extLst>
              <a:ext uri="{FF2B5EF4-FFF2-40B4-BE49-F238E27FC236}">
                <a16:creationId xmlns:a16="http://schemas.microsoft.com/office/drawing/2014/main" id="{4E4CB4D2-E36D-47C7-8887-EF72FE18119B}"/>
              </a:ext>
            </a:extLst>
          </p:cNvPr>
          <p:cNvSpPr>
            <a:spLocks noChangeArrowheads="1"/>
          </p:cNvSpPr>
          <p:nvPr/>
        </p:nvSpPr>
        <p:spPr bwMode="auto">
          <a:xfrm>
            <a:off x="8971878" y="1541331"/>
            <a:ext cx="2927873" cy="825351"/>
          </a:xfrm>
          <a:prstGeom prst="wedgeRectCallout">
            <a:avLst>
              <a:gd name="adj1" fmla="val -61037"/>
              <a:gd name="adj2" fmla="val -32919"/>
            </a:avLst>
          </a:prstGeom>
          <a:solidFill>
            <a:schemeClr val="bg1">
              <a:lumMod val="85000"/>
            </a:schemeClr>
          </a:solidFill>
          <a:scene3d>
            <a:camera prst="orthographicFront"/>
            <a:lightRig rig="threePt" dir="t"/>
          </a:scene3d>
          <a:sp3d>
            <a:bevelT w="165100" prst="coolSlant"/>
          </a:sp3d>
        </p:spPr>
        <p:style>
          <a:lnRef idx="1">
            <a:schemeClr val="dk1"/>
          </a:lnRef>
          <a:fillRef idx="1003">
            <a:schemeClr val="dk1"/>
          </a:fillRef>
          <a:effectRef idx="1">
            <a:schemeClr val="dk1"/>
          </a:effectRef>
          <a:fontRef idx="minor">
            <a:schemeClr val="dk1"/>
          </a:fontRef>
        </p:style>
        <p:txBody>
          <a:bodyPr rtlCol="0" anchor="ctr"/>
          <a:lstStyle/>
          <a:p>
            <a:pPr algn="ctr"/>
            <a:r>
              <a:rPr lang="es-ES" sz="2000" dirty="0">
                <a:solidFill>
                  <a:schemeClr val="tx1"/>
                </a:solidFill>
              </a:rPr>
              <a:t>Se inicializan </a:t>
            </a:r>
            <a:r>
              <a:rPr lang="es-ES" sz="2000" b="1" dirty="0" err="1">
                <a:solidFill>
                  <a:schemeClr val="tx1"/>
                </a:solidFill>
              </a:rPr>
              <a:t>izq</a:t>
            </a:r>
            <a:r>
              <a:rPr lang="es-ES" sz="2000" b="1" dirty="0">
                <a:solidFill>
                  <a:schemeClr val="tx1"/>
                </a:solidFill>
              </a:rPr>
              <a:t> = 0, </a:t>
            </a:r>
            <a:r>
              <a:rPr lang="es-ES" sz="2000" b="1" dirty="0" err="1">
                <a:solidFill>
                  <a:schemeClr val="tx1"/>
                </a:solidFill>
              </a:rPr>
              <a:t>der</a:t>
            </a:r>
            <a:r>
              <a:rPr lang="es-ES" sz="2000" b="1" dirty="0">
                <a:solidFill>
                  <a:schemeClr val="tx1"/>
                </a:solidFill>
              </a:rPr>
              <a:t> = n-1 </a:t>
            </a:r>
            <a:r>
              <a:rPr lang="es-ES" sz="2000" dirty="0">
                <a:solidFill>
                  <a:schemeClr val="tx1"/>
                </a:solidFill>
              </a:rPr>
              <a:t>y se determina la</a:t>
            </a:r>
            <a:r>
              <a:rPr lang="es-ES" sz="2000" b="1" dirty="0">
                <a:solidFill>
                  <a:schemeClr val="tx1"/>
                </a:solidFill>
              </a:rPr>
              <a:t> </a:t>
            </a:r>
            <a:r>
              <a:rPr lang="es-ES" sz="2000" b="1" dirty="0" err="1">
                <a:solidFill>
                  <a:schemeClr val="tx1"/>
                </a:solidFill>
              </a:rPr>
              <a:t>mit</a:t>
            </a:r>
            <a:r>
              <a:rPr lang="es-ES" sz="2000" b="1" dirty="0">
                <a:solidFill>
                  <a:schemeClr val="tx1"/>
                </a:solidFill>
              </a:rPr>
              <a:t>.</a:t>
            </a:r>
          </a:p>
        </p:txBody>
      </p:sp>
      <p:sp>
        <p:nvSpPr>
          <p:cNvPr id="8" name="AutoShape 4">
            <a:extLst>
              <a:ext uri="{FF2B5EF4-FFF2-40B4-BE49-F238E27FC236}">
                <a16:creationId xmlns:a16="http://schemas.microsoft.com/office/drawing/2014/main" id="{7F59EEF7-2701-4674-8FDE-8AAF8BE343CB}"/>
              </a:ext>
            </a:extLst>
          </p:cNvPr>
          <p:cNvSpPr>
            <a:spLocks noChangeArrowheads="1"/>
          </p:cNvSpPr>
          <p:nvPr/>
        </p:nvSpPr>
        <p:spPr bwMode="auto">
          <a:xfrm>
            <a:off x="8971878" y="2455731"/>
            <a:ext cx="2927873" cy="448833"/>
          </a:xfrm>
          <a:prstGeom prst="wedgeRectCallout">
            <a:avLst>
              <a:gd name="adj1" fmla="val -130847"/>
              <a:gd name="adj2" fmla="val -126395"/>
            </a:avLst>
          </a:prstGeom>
          <a:solidFill>
            <a:schemeClr val="bg1">
              <a:lumMod val="85000"/>
            </a:schemeClr>
          </a:solidFill>
          <a:scene3d>
            <a:camera prst="orthographicFront"/>
            <a:lightRig rig="threePt" dir="t"/>
          </a:scene3d>
          <a:sp3d>
            <a:bevelT w="165100" prst="coolSlant"/>
          </a:sp3d>
        </p:spPr>
        <p:style>
          <a:lnRef idx="1">
            <a:schemeClr val="dk1"/>
          </a:lnRef>
          <a:fillRef idx="1003">
            <a:schemeClr val="dk1"/>
          </a:fillRef>
          <a:effectRef idx="1">
            <a:schemeClr val="dk1"/>
          </a:effectRef>
          <a:fontRef idx="minor">
            <a:schemeClr val="dk1"/>
          </a:fontRef>
        </p:style>
        <p:txBody>
          <a:bodyPr rtlCol="0" anchor="ctr"/>
          <a:lstStyle/>
          <a:p>
            <a:pPr algn="ctr"/>
            <a:r>
              <a:rPr lang="es-ES" sz="2000" dirty="0">
                <a:solidFill>
                  <a:schemeClr val="tx1"/>
                </a:solidFill>
              </a:rPr>
              <a:t>Se lee la clave a buscar.</a:t>
            </a:r>
          </a:p>
        </p:txBody>
      </p:sp>
      <p:sp>
        <p:nvSpPr>
          <p:cNvPr id="9" name="AutoShape 4">
            <a:extLst>
              <a:ext uri="{FF2B5EF4-FFF2-40B4-BE49-F238E27FC236}">
                <a16:creationId xmlns:a16="http://schemas.microsoft.com/office/drawing/2014/main" id="{E1944E57-0A15-4B65-8474-F5F11C572451}"/>
              </a:ext>
            </a:extLst>
          </p:cNvPr>
          <p:cNvSpPr>
            <a:spLocks noChangeArrowheads="1"/>
          </p:cNvSpPr>
          <p:nvPr/>
        </p:nvSpPr>
        <p:spPr bwMode="auto">
          <a:xfrm>
            <a:off x="9380668" y="3056665"/>
            <a:ext cx="2519083" cy="1020483"/>
          </a:xfrm>
          <a:prstGeom prst="wedgeRectCallout">
            <a:avLst>
              <a:gd name="adj1" fmla="val -131910"/>
              <a:gd name="adj2" fmla="val -84228"/>
            </a:avLst>
          </a:prstGeom>
          <a:solidFill>
            <a:schemeClr val="bg1">
              <a:lumMod val="85000"/>
            </a:schemeClr>
          </a:solidFill>
          <a:scene3d>
            <a:camera prst="orthographicFront"/>
            <a:lightRig rig="threePt" dir="t"/>
          </a:scene3d>
          <a:sp3d>
            <a:bevelT w="165100" prst="coolSlant"/>
          </a:sp3d>
        </p:spPr>
        <p:style>
          <a:lnRef idx="1">
            <a:schemeClr val="dk1"/>
          </a:lnRef>
          <a:fillRef idx="1003">
            <a:schemeClr val="dk1"/>
          </a:fillRef>
          <a:effectRef idx="1">
            <a:schemeClr val="dk1"/>
          </a:effectRef>
          <a:fontRef idx="minor">
            <a:schemeClr val="dk1"/>
          </a:fontRef>
        </p:style>
        <p:txBody>
          <a:bodyPr rtlCol="0" anchor="ctr"/>
          <a:lstStyle/>
          <a:p>
            <a:pPr algn="ctr"/>
            <a:r>
              <a:rPr lang="es-ES" sz="2000" dirty="0">
                <a:solidFill>
                  <a:schemeClr val="tx1"/>
                </a:solidFill>
              </a:rPr>
              <a:t>Se recorre mientras no encuentre el dato e </a:t>
            </a:r>
            <a:r>
              <a:rPr lang="es-ES" sz="2000" dirty="0" err="1">
                <a:solidFill>
                  <a:schemeClr val="tx1"/>
                </a:solidFill>
              </a:rPr>
              <a:t>izq</a:t>
            </a:r>
            <a:r>
              <a:rPr lang="es-ES" sz="2000" dirty="0">
                <a:solidFill>
                  <a:schemeClr val="tx1"/>
                </a:solidFill>
              </a:rPr>
              <a:t> sea &lt; </a:t>
            </a:r>
            <a:r>
              <a:rPr lang="es-ES" sz="2000" dirty="0" err="1">
                <a:solidFill>
                  <a:schemeClr val="tx1"/>
                </a:solidFill>
              </a:rPr>
              <a:t>der</a:t>
            </a:r>
            <a:r>
              <a:rPr lang="es-ES" sz="2000" dirty="0">
                <a:solidFill>
                  <a:schemeClr val="tx1"/>
                </a:solidFill>
              </a:rPr>
              <a:t>.</a:t>
            </a:r>
          </a:p>
        </p:txBody>
      </p:sp>
      <p:sp>
        <p:nvSpPr>
          <p:cNvPr id="10" name="AutoShape 4">
            <a:extLst>
              <a:ext uri="{FF2B5EF4-FFF2-40B4-BE49-F238E27FC236}">
                <a16:creationId xmlns:a16="http://schemas.microsoft.com/office/drawing/2014/main" id="{135AFFE3-F3D7-4F3F-AEDD-209C5CEA0C68}"/>
              </a:ext>
            </a:extLst>
          </p:cNvPr>
          <p:cNvSpPr>
            <a:spLocks noChangeArrowheads="1"/>
          </p:cNvSpPr>
          <p:nvPr/>
        </p:nvSpPr>
        <p:spPr bwMode="auto">
          <a:xfrm>
            <a:off x="4927002" y="3429000"/>
            <a:ext cx="4206240" cy="1218304"/>
          </a:xfrm>
          <a:prstGeom prst="wedgeRectCallout">
            <a:avLst>
              <a:gd name="adj1" fmla="val -45330"/>
              <a:gd name="adj2" fmla="val -75794"/>
            </a:avLst>
          </a:prstGeom>
          <a:solidFill>
            <a:schemeClr val="bg1">
              <a:lumMod val="85000"/>
            </a:schemeClr>
          </a:solidFill>
          <a:scene3d>
            <a:camera prst="orthographicFront"/>
            <a:lightRig rig="threePt" dir="t"/>
          </a:scene3d>
          <a:sp3d>
            <a:bevelT w="165100" prst="coolSlant"/>
          </a:sp3d>
        </p:spPr>
        <p:style>
          <a:lnRef idx="1">
            <a:schemeClr val="dk1"/>
          </a:lnRef>
          <a:fillRef idx="1003">
            <a:schemeClr val="dk1"/>
          </a:fillRef>
          <a:effectRef idx="1">
            <a:schemeClr val="dk1"/>
          </a:effectRef>
          <a:fontRef idx="minor">
            <a:schemeClr val="dk1"/>
          </a:fontRef>
        </p:style>
        <p:txBody>
          <a:bodyPr rtlCol="0" anchor="ctr"/>
          <a:lstStyle/>
          <a:p>
            <a:pPr algn="ctr"/>
            <a:r>
              <a:rPr lang="es-ES" sz="2000" dirty="0">
                <a:solidFill>
                  <a:schemeClr val="tx1"/>
                </a:solidFill>
              </a:rPr>
              <a:t>Se pregunta si la clave está al lado derecho o izquierdo del vector. Se cambian la </a:t>
            </a:r>
            <a:r>
              <a:rPr lang="es-ES" sz="2000" dirty="0" err="1">
                <a:solidFill>
                  <a:schemeClr val="tx1"/>
                </a:solidFill>
              </a:rPr>
              <a:t>izq</a:t>
            </a:r>
            <a:r>
              <a:rPr lang="es-ES" sz="2000" dirty="0">
                <a:solidFill>
                  <a:schemeClr val="tx1"/>
                </a:solidFill>
              </a:rPr>
              <a:t> o la </a:t>
            </a:r>
            <a:r>
              <a:rPr lang="es-ES" sz="2000" dirty="0" err="1">
                <a:solidFill>
                  <a:schemeClr val="tx1"/>
                </a:solidFill>
              </a:rPr>
              <a:t>der</a:t>
            </a:r>
            <a:r>
              <a:rPr lang="es-ES" sz="2000" dirty="0">
                <a:solidFill>
                  <a:schemeClr val="tx1"/>
                </a:solidFill>
              </a:rPr>
              <a:t> y se calcula </a:t>
            </a:r>
            <a:r>
              <a:rPr lang="es-ES" sz="2000" dirty="0" err="1">
                <a:solidFill>
                  <a:schemeClr val="tx1"/>
                </a:solidFill>
              </a:rPr>
              <a:t>mit</a:t>
            </a:r>
            <a:r>
              <a:rPr lang="es-ES" sz="2000" dirty="0">
                <a:solidFill>
                  <a:schemeClr val="tx1"/>
                </a:solidFill>
              </a:rPr>
              <a:t>.</a:t>
            </a:r>
          </a:p>
        </p:txBody>
      </p:sp>
      <p:sp>
        <p:nvSpPr>
          <p:cNvPr id="11" name="AutoShape 4">
            <a:extLst>
              <a:ext uri="{FF2B5EF4-FFF2-40B4-BE49-F238E27FC236}">
                <a16:creationId xmlns:a16="http://schemas.microsoft.com/office/drawing/2014/main" id="{4C48158A-C27B-4AA0-BB5F-4EACC7C830BE}"/>
              </a:ext>
            </a:extLst>
          </p:cNvPr>
          <p:cNvSpPr>
            <a:spLocks noChangeArrowheads="1"/>
          </p:cNvSpPr>
          <p:nvPr/>
        </p:nvSpPr>
        <p:spPr bwMode="auto">
          <a:xfrm>
            <a:off x="7669305" y="5485205"/>
            <a:ext cx="2927873" cy="689684"/>
          </a:xfrm>
          <a:prstGeom prst="wedgeRectCallout">
            <a:avLst>
              <a:gd name="adj1" fmla="val -123499"/>
              <a:gd name="adj2" fmla="val -48861"/>
            </a:avLst>
          </a:prstGeom>
          <a:solidFill>
            <a:schemeClr val="bg1">
              <a:lumMod val="85000"/>
            </a:schemeClr>
          </a:solidFill>
          <a:scene3d>
            <a:camera prst="orthographicFront"/>
            <a:lightRig rig="threePt" dir="t"/>
          </a:scene3d>
          <a:sp3d>
            <a:bevelT w="165100" prst="coolSlant"/>
          </a:sp3d>
        </p:spPr>
        <p:style>
          <a:lnRef idx="1">
            <a:schemeClr val="dk1"/>
          </a:lnRef>
          <a:fillRef idx="1003">
            <a:schemeClr val="dk1"/>
          </a:fillRef>
          <a:effectRef idx="1">
            <a:schemeClr val="dk1"/>
          </a:effectRef>
          <a:fontRef idx="minor">
            <a:schemeClr val="dk1"/>
          </a:fontRef>
        </p:style>
        <p:txBody>
          <a:bodyPr rtlCol="0" anchor="ctr"/>
          <a:lstStyle/>
          <a:p>
            <a:pPr algn="ctr"/>
            <a:r>
              <a:rPr lang="es-ES" sz="2000" dirty="0">
                <a:solidFill>
                  <a:schemeClr val="tx1"/>
                </a:solidFill>
              </a:rPr>
              <a:t>Se pregunta si existe o no la clave.</a:t>
            </a:r>
          </a:p>
        </p:txBody>
      </p:sp>
      <p:pic>
        <p:nvPicPr>
          <p:cNvPr id="15" name="Imagen 14">
            <a:extLst>
              <a:ext uri="{FF2B5EF4-FFF2-40B4-BE49-F238E27FC236}">
                <a16:creationId xmlns:a16="http://schemas.microsoft.com/office/drawing/2014/main" id="{C0DB8500-540A-42B4-A07E-6E1497E80A22}"/>
              </a:ext>
            </a:extLst>
          </p:cNvPr>
          <p:cNvPicPr>
            <a:picLocks noChangeAspect="1"/>
          </p:cNvPicPr>
          <p:nvPr/>
        </p:nvPicPr>
        <p:blipFill>
          <a:blip r:embed="rId4"/>
          <a:stretch>
            <a:fillRect/>
          </a:stretch>
        </p:blipFill>
        <p:spPr>
          <a:xfrm>
            <a:off x="6425228" y="3470036"/>
            <a:ext cx="4171950" cy="1343025"/>
          </a:xfrm>
          <a:prstGeom prst="rect">
            <a:avLst/>
          </a:prstGeom>
          <a:ln w="88900" cap="sq" cmpd="thickThin">
            <a:solidFill>
              <a:srgbClr val="000000"/>
            </a:solidFill>
            <a:prstDash val="solid"/>
            <a:miter lim="800000"/>
          </a:ln>
          <a:effectLst>
            <a:innerShdw blurRad="76200">
              <a:srgbClr val="000000"/>
            </a:innerShdw>
          </a:effectLst>
        </p:spPr>
      </p:pic>
    </p:spTree>
    <p:extLst>
      <p:ext uri="{BB962C8B-B14F-4D97-AF65-F5344CB8AC3E}">
        <p14:creationId xmlns:p14="http://schemas.microsoft.com/office/powerpoint/2010/main" val="40011425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dissolv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dissolve">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dissolve">
                                      <p:cBhvr>
                                        <p:cTn id="17" dur="500"/>
                                        <p:tgtEl>
                                          <p:spTgt spid="8"/>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dissolve">
                                      <p:cBhvr>
                                        <p:cTn id="22" dur="500"/>
                                        <p:tgtEl>
                                          <p:spTgt spid="9"/>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dissolve">
                                      <p:cBhvr>
                                        <p:cTn id="27" dur="500"/>
                                        <p:tgtEl>
                                          <p:spTgt spid="10"/>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grpId="0" nodeType="click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dissolve">
                                      <p:cBhvr>
                                        <p:cTn id="32" dur="500"/>
                                        <p:tgtEl>
                                          <p:spTgt spid="11"/>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4" fill="hold" nodeType="clickEffect">
                                  <p:stCondLst>
                                    <p:cond delay="0"/>
                                  </p:stCondLst>
                                  <p:childTnLst>
                                    <p:set>
                                      <p:cBhvr>
                                        <p:cTn id="36" dur="1" fill="hold">
                                          <p:stCondLst>
                                            <p:cond delay="0"/>
                                          </p:stCondLst>
                                        </p:cTn>
                                        <p:tgtEl>
                                          <p:spTgt spid="15"/>
                                        </p:tgtEl>
                                        <p:attrNameLst>
                                          <p:attrName>style.visibility</p:attrName>
                                        </p:attrNameLst>
                                      </p:cBhvr>
                                      <p:to>
                                        <p:strVal val="visible"/>
                                      </p:to>
                                    </p:set>
                                    <p:animEffect transition="in" filter="wipe(down)">
                                      <p:cBhvr>
                                        <p:cTn id="37"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autoUpdateAnimBg="0"/>
      <p:bldP spid="6" grpId="0" animBg="1" autoUpdateAnimBg="0"/>
      <p:bldP spid="8" grpId="0" animBg="1" autoUpdateAnimBg="0"/>
      <p:bldP spid="9" grpId="0" animBg="1" autoUpdateAnimBg="0"/>
      <p:bldP spid="10" grpId="0" animBg="1" autoUpdateAnimBg="0"/>
      <p:bldP spid="11" grpId="0" animBg="1" autoUpdateAnimBg="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838200" y="1"/>
            <a:ext cx="11353800" cy="637562"/>
          </a:xfrm>
        </p:spPr>
        <p:txBody>
          <a:bodyPr>
            <a:noAutofit/>
          </a:bodyPr>
          <a:lstStyle/>
          <a:p>
            <a:pPr algn="ctr"/>
            <a:r>
              <a:rPr lang="es-CO" sz="4000" b="1" dirty="0">
                <a:latin typeface="Bahnschrift Light SemiCondensed" panose="020B0502040204020203" pitchFamily="34" charset="0"/>
              </a:rPr>
              <a:t>“COMPARATIVO MÉTODOS DE BÚSQUEDA”</a:t>
            </a:r>
          </a:p>
        </p:txBody>
      </p:sp>
      <p:pic>
        <p:nvPicPr>
          <p:cNvPr id="6" name="Imagen 5" descr="Escala de tiempo&#10;&#10;Descripción generada automáticamente">
            <a:extLst>
              <a:ext uri="{FF2B5EF4-FFF2-40B4-BE49-F238E27FC236}">
                <a16:creationId xmlns:a16="http://schemas.microsoft.com/office/drawing/2014/main" id="{4B677ADD-1084-42F1-BF10-233B1D53B5E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02009" y="775883"/>
            <a:ext cx="8586461" cy="5724307"/>
          </a:xfrm>
          <a:prstGeom prst="rect">
            <a:avLst/>
          </a:prstGeom>
        </p:spPr>
      </p:pic>
      <p:sp>
        <p:nvSpPr>
          <p:cNvPr id="4" name="CuadroTexto 3">
            <a:extLst>
              <a:ext uri="{FF2B5EF4-FFF2-40B4-BE49-F238E27FC236}">
                <a16:creationId xmlns:a16="http://schemas.microsoft.com/office/drawing/2014/main" id="{595A8A4D-8C35-4F78-90D6-A42C695BBA27}"/>
              </a:ext>
            </a:extLst>
          </p:cNvPr>
          <p:cNvSpPr txBox="1"/>
          <p:nvPr/>
        </p:nvSpPr>
        <p:spPr>
          <a:xfrm>
            <a:off x="3118401" y="6269178"/>
            <a:ext cx="6097656" cy="369332"/>
          </a:xfrm>
          <a:prstGeom prst="rect">
            <a:avLst/>
          </a:prstGeom>
          <a:noFill/>
        </p:spPr>
        <p:txBody>
          <a:bodyPr wrap="square">
            <a:spAutoFit/>
          </a:bodyPr>
          <a:lstStyle/>
          <a:p>
            <a:r>
              <a:rPr lang="es-CO" dirty="0">
                <a:hlinkClick r:id="rId4"/>
              </a:rPr>
              <a:t>https://devcode.la/tutoriales/busqueda-binaria/</a:t>
            </a:r>
            <a:r>
              <a:rPr lang="es-CO" dirty="0"/>
              <a:t> </a:t>
            </a:r>
          </a:p>
        </p:txBody>
      </p:sp>
    </p:spTree>
    <p:extLst>
      <p:ext uri="{BB962C8B-B14F-4D97-AF65-F5344CB8AC3E}">
        <p14:creationId xmlns:p14="http://schemas.microsoft.com/office/powerpoint/2010/main" val="118826890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838200" y="1"/>
            <a:ext cx="11353800" cy="637562"/>
          </a:xfrm>
        </p:spPr>
        <p:txBody>
          <a:bodyPr>
            <a:noAutofit/>
          </a:bodyPr>
          <a:lstStyle/>
          <a:p>
            <a:pPr algn="ctr"/>
            <a:r>
              <a:rPr lang="es-CO" sz="4000" b="1" dirty="0">
                <a:latin typeface="Bahnschrift Light SemiCondensed" panose="020B0502040204020203" pitchFamily="34" charset="0"/>
              </a:rPr>
              <a:t>“ENLACES RECOMENDADOS”</a:t>
            </a:r>
          </a:p>
        </p:txBody>
      </p:sp>
      <p:pic>
        <p:nvPicPr>
          <p:cNvPr id="4" name="Imagen 3">
            <a:hlinkClick r:id="rId3"/>
            <a:extLst>
              <a:ext uri="{FF2B5EF4-FFF2-40B4-BE49-F238E27FC236}">
                <a16:creationId xmlns:a16="http://schemas.microsoft.com/office/drawing/2014/main" id="{CB5D2A8F-7A4B-4448-8785-0C9727A0CF86}"/>
              </a:ext>
            </a:extLst>
          </p:cNvPr>
          <p:cNvPicPr>
            <a:picLocks noChangeAspect="1"/>
          </p:cNvPicPr>
          <p:nvPr/>
        </p:nvPicPr>
        <p:blipFill>
          <a:blip r:embed="rId4"/>
          <a:stretch>
            <a:fillRect/>
          </a:stretch>
        </p:blipFill>
        <p:spPr>
          <a:xfrm>
            <a:off x="999515" y="1283338"/>
            <a:ext cx="4153292" cy="3854163"/>
          </a:xfrm>
          <a:prstGeom prst="rect">
            <a:avLst/>
          </a:prstGeom>
          <a:ln w="88900" cap="sq" cmpd="thickThin">
            <a:solidFill>
              <a:srgbClr val="000000"/>
            </a:solidFill>
            <a:prstDash val="solid"/>
            <a:miter lim="800000"/>
          </a:ln>
          <a:effectLst>
            <a:innerShdw blurRad="76200">
              <a:srgbClr val="000000"/>
            </a:innerShdw>
          </a:effectLst>
        </p:spPr>
      </p:pic>
      <p:sp>
        <p:nvSpPr>
          <p:cNvPr id="7" name="CuadroTexto 6">
            <a:extLst>
              <a:ext uri="{FF2B5EF4-FFF2-40B4-BE49-F238E27FC236}">
                <a16:creationId xmlns:a16="http://schemas.microsoft.com/office/drawing/2014/main" id="{80657E57-E6EB-4C07-A6ED-EC78A8C149E6}"/>
              </a:ext>
            </a:extLst>
          </p:cNvPr>
          <p:cNvSpPr txBox="1"/>
          <p:nvPr/>
        </p:nvSpPr>
        <p:spPr>
          <a:xfrm>
            <a:off x="1353250" y="5224018"/>
            <a:ext cx="3167525" cy="369332"/>
          </a:xfrm>
          <a:prstGeom prst="rect">
            <a:avLst/>
          </a:prstGeom>
          <a:noFill/>
        </p:spPr>
        <p:txBody>
          <a:bodyPr wrap="square">
            <a:spAutoFit/>
          </a:bodyPr>
          <a:lstStyle/>
          <a:p>
            <a:r>
              <a:rPr lang="es-CO" dirty="0">
                <a:hlinkClick r:id="rId3"/>
              </a:rPr>
              <a:t>https://visualgo.net/en/sorting</a:t>
            </a:r>
            <a:r>
              <a:rPr lang="es-CO" dirty="0"/>
              <a:t> </a:t>
            </a:r>
          </a:p>
        </p:txBody>
      </p:sp>
      <p:sp>
        <p:nvSpPr>
          <p:cNvPr id="11" name="CuadroTexto 10">
            <a:extLst>
              <a:ext uri="{FF2B5EF4-FFF2-40B4-BE49-F238E27FC236}">
                <a16:creationId xmlns:a16="http://schemas.microsoft.com/office/drawing/2014/main" id="{B098B7D3-58E4-47C7-8EE7-C96934AACDDF}"/>
              </a:ext>
            </a:extLst>
          </p:cNvPr>
          <p:cNvSpPr txBox="1"/>
          <p:nvPr/>
        </p:nvSpPr>
        <p:spPr>
          <a:xfrm>
            <a:off x="6096000" y="5224018"/>
            <a:ext cx="6097772" cy="369332"/>
          </a:xfrm>
          <a:prstGeom prst="rect">
            <a:avLst/>
          </a:prstGeom>
          <a:noFill/>
        </p:spPr>
        <p:txBody>
          <a:bodyPr wrap="square">
            <a:spAutoFit/>
          </a:bodyPr>
          <a:lstStyle/>
          <a:p>
            <a:r>
              <a:rPr lang="es-CO" dirty="0"/>
              <a:t> </a:t>
            </a:r>
            <a:r>
              <a:rPr lang="es-CO" dirty="0">
                <a:hlinkClick r:id="rId5"/>
              </a:rPr>
              <a:t>https://www.youtube.com/watch?v=HmUpRHn31FU</a:t>
            </a:r>
            <a:r>
              <a:rPr lang="es-CO" dirty="0"/>
              <a:t> </a:t>
            </a:r>
          </a:p>
        </p:txBody>
      </p:sp>
      <p:pic>
        <p:nvPicPr>
          <p:cNvPr id="13" name="Imagen 12">
            <a:hlinkClick r:id="rId5"/>
            <a:extLst>
              <a:ext uri="{FF2B5EF4-FFF2-40B4-BE49-F238E27FC236}">
                <a16:creationId xmlns:a16="http://schemas.microsoft.com/office/drawing/2014/main" id="{02231F4E-FBC1-482F-A9B0-781766A32F78}"/>
              </a:ext>
            </a:extLst>
          </p:cNvPr>
          <p:cNvPicPr>
            <a:picLocks noChangeAspect="1"/>
          </p:cNvPicPr>
          <p:nvPr/>
        </p:nvPicPr>
        <p:blipFill>
          <a:blip r:embed="rId6"/>
          <a:stretch>
            <a:fillRect/>
          </a:stretch>
        </p:blipFill>
        <p:spPr>
          <a:xfrm>
            <a:off x="5671183" y="1283337"/>
            <a:ext cx="5727454" cy="3854163"/>
          </a:xfrm>
          <a:prstGeom prst="rect">
            <a:avLst/>
          </a:prstGeom>
          <a:ln w="88900" cap="sq" cmpd="thickThin">
            <a:solidFill>
              <a:srgbClr val="000000"/>
            </a:solidFill>
            <a:prstDash val="solid"/>
            <a:miter lim="800000"/>
          </a:ln>
          <a:effectLst>
            <a:innerShdw blurRad="76200">
              <a:srgbClr val="000000"/>
            </a:innerShdw>
          </a:effectLst>
        </p:spPr>
      </p:pic>
    </p:spTree>
    <p:extLst>
      <p:ext uri="{BB962C8B-B14F-4D97-AF65-F5344CB8AC3E}">
        <p14:creationId xmlns:p14="http://schemas.microsoft.com/office/powerpoint/2010/main" val="246364811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2000" b="-2000"/>
          </a:stretch>
        </a:blip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999B393-37E8-4E11-8EB2-C863ACB85223}"/>
              </a:ext>
            </a:extLst>
          </p:cNvPr>
          <p:cNvSpPr txBox="1">
            <a:spLocks/>
          </p:cNvSpPr>
          <p:nvPr/>
        </p:nvSpPr>
        <p:spPr>
          <a:xfrm>
            <a:off x="884689" y="1308683"/>
            <a:ext cx="10943788" cy="1197553"/>
          </a:xfrm>
          <a:prstGeom prst="rect">
            <a:avLst/>
          </a:prstGeom>
        </p:spPr>
        <p:txBody>
          <a:bodyPr>
            <a:normAutofit fontScale="925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s-CO" sz="4400" b="1" i="0" u="none" strike="noStrike" kern="1200" cap="none" spc="0" normalizeH="0" baseline="0" noProof="0" dirty="0">
                <a:ln>
                  <a:noFill/>
                </a:ln>
                <a:solidFill>
                  <a:prstClr val="black"/>
                </a:solidFill>
                <a:effectLst/>
                <a:uLnTx/>
                <a:uFillTx/>
                <a:latin typeface="Bahnschrift Light SemiCondensed" panose="020B0502040204020203" pitchFamily="34" charset="0"/>
                <a:ea typeface="+mj-ea"/>
                <a:cs typeface="+mj-cs"/>
              </a:rPr>
              <a:t>“MÉTODOS DE ORDENAMIENTO Y </a:t>
            </a:r>
          </a:p>
          <a:p>
            <a:pPr marL="0" marR="0" lvl="0" indent="0" algn="ctr" defTabSz="914400" rtl="0" eaLnBrk="1" fontAlgn="auto" latinLnBrk="0" hangingPunct="1">
              <a:lnSpc>
                <a:spcPct val="90000"/>
              </a:lnSpc>
              <a:spcBef>
                <a:spcPct val="0"/>
              </a:spcBef>
              <a:spcAft>
                <a:spcPts val="0"/>
              </a:spcAft>
              <a:buClrTx/>
              <a:buSzTx/>
              <a:buFontTx/>
              <a:buNone/>
              <a:tabLst/>
              <a:defRPr/>
            </a:pPr>
            <a:r>
              <a:rPr kumimoji="0" lang="es-CO" sz="4400" b="1" i="0" u="none" strike="noStrike" kern="1200" cap="none" spc="0" normalizeH="0" baseline="0" noProof="0" dirty="0">
                <a:ln>
                  <a:noFill/>
                </a:ln>
                <a:solidFill>
                  <a:prstClr val="black"/>
                </a:solidFill>
                <a:effectLst/>
                <a:uLnTx/>
                <a:uFillTx/>
                <a:latin typeface="Bahnschrift Light SemiCondensed" panose="020B0502040204020203" pitchFamily="34" charset="0"/>
                <a:ea typeface="+mj-ea"/>
                <a:cs typeface="+mj-cs"/>
              </a:rPr>
              <a:t>BÚSQUEDA EN VECTORES EN C++”</a:t>
            </a:r>
          </a:p>
        </p:txBody>
      </p:sp>
      <p:sp>
        <p:nvSpPr>
          <p:cNvPr id="5" name="Rectángulo 4">
            <a:extLst>
              <a:ext uri="{FF2B5EF4-FFF2-40B4-BE49-F238E27FC236}">
                <a16:creationId xmlns:a16="http://schemas.microsoft.com/office/drawing/2014/main" id="{161F265C-6D74-4338-8944-0FD73F7598E6}"/>
              </a:ext>
            </a:extLst>
          </p:cNvPr>
          <p:cNvSpPr/>
          <p:nvPr/>
        </p:nvSpPr>
        <p:spPr>
          <a:xfrm>
            <a:off x="1798040" y="5362689"/>
            <a:ext cx="8595920" cy="684772"/>
          </a:xfrm>
          <a:prstGeom prst="rect">
            <a:avLst/>
          </a:prstGeom>
          <a:solidFill>
            <a:srgbClr val="0070C0"/>
          </a:solidFill>
          <a:ln>
            <a:noFill/>
          </a:ln>
          <a:effectLst>
            <a:outerShdw blurRad="107950" dist="12700" dir="5400000" algn="ctr">
              <a:srgbClr val="000000"/>
            </a:outerShdw>
          </a:effectLst>
          <a:scene3d>
            <a:camera prst="isometricTopUp">
              <a:rot lat="21594000" lon="21594000" rev="0"/>
            </a:camera>
            <a:lightRig rig="soft" dir="t">
              <a:rot lat="0" lon="0" rev="0"/>
            </a:lightRig>
          </a:scene3d>
          <a:sp3d contourW="44450" prstMaterial="matte">
            <a:bevelT w="63500" h="63500" prst="artDeco"/>
            <a:contourClr>
              <a:srgbClr val="FFFFFF"/>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scene3d>
              <a:camera prst="orthographicFront"/>
              <a:lightRig rig="harsh" dir="t"/>
            </a:scene3d>
            <a:sp3d extrusionH="57150" prstMaterial="matte">
              <a:bevelT w="63500" h="12700" prst="angle"/>
              <a:contourClr>
                <a:schemeClr val="bg1">
                  <a:lumMod val="65000"/>
                </a:schemeClr>
              </a:contourClr>
            </a:sp3d>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O" sz="2000" b="1" i="0" u="none" strike="noStrike" kern="1200" cap="none" spc="0" normalizeH="0" baseline="0" noProof="0" dirty="0">
                <a:ln/>
                <a:solidFill>
                  <a:prstClr val="white"/>
                </a:solidFill>
                <a:effectLst>
                  <a:outerShdw blurRad="38100" dist="38100" dir="2700000" algn="tl">
                    <a:srgbClr val="000000">
                      <a:alpha val="43137"/>
                    </a:srgbClr>
                  </a:outerShdw>
                </a:effectLst>
                <a:uLnTx/>
                <a:uFillTx/>
                <a:latin typeface="Calibri" panose="020F0502020204030204"/>
                <a:ea typeface="+mn-ea"/>
                <a:cs typeface="+mn-cs"/>
              </a:rPr>
              <a:t>CURSO: </a:t>
            </a:r>
            <a:r>
              <a:rPr kumimoji="0" lang="es-CO" sz="2000" b="0" i="0" u="none" strike="noStrike" kern="1200" cap="none" spc="0" normalizeH="0" baseline="0" noProof="0" dirty="0">
                <a:ln>
                  <a:noFill/>
                </a:ln>
                <a:solidFill>
                  <a:prstClr val="white"/>
                </a:solidFill>
                <a:effectLst/>
                <a:uLnTx/>
                <a:uFillTx/>
                <a:latin typeface="Bahnschrift Light SemiCondensed" panose="020B0502040204020203" pitchFamily="34" charset="0"/>
                <a:ea typeface="+mn-ea"/>
                <a:cs typeface="+mn-cs"/>
              </a:rPr>
              <a:t>“ALGORITMOS Y </a:t>
            </a:r>
            <a:r>
              <a:rPr kumimoji="0" lang="es-CO" sz="2000" b="1" i="0" u="none" strike="noStrike" kern="1200" cap="none" spc="0" normalizeH="0" baseline="0" noProof="0" dirty="0">
                <a:ln>
                  <a:noFill/>
                </a:ln>
                <a:solidFill>
                  <a:prstClr val="white"/>
                </a:solidFill>
                <a:effectLst/>
                <a:uLnTx/>
                <a:uFillTx/>
                <a:latin typeface="Bahnschrift Light SemiCondensed" panose="020B0502040204020203" pitchFamily="34" charset="0"/>
                <a:ea typeface="+mn-ea"/>
                <a:cs typeface="+mn-cs"/>
              </a:rPr>
              <a:t>PROGRAMACIÓN </a:t>
            </a:r>
            <a:r>
              <a:rPr kumimoji="0" lang="es-CO" sz="2000" b="0" i="0" u="none" strike="noStrike" kern="1200" cap="none" spc="0" normalizeH="0" baseline="0" noProof="0" dirty="0">
                <a:ln>
                  <a:noFill/>
                </a:ln>
                <a:solidFill>
                  <a:prstClr val="white"/>
                </a:solidFill>
                <a:effectLst/>
                <a:uLnTx/>
                <a:uFillTx/>
                <a:latin typeface="Bahnschrift Light SemiCondensed" panose="020B0502040204020203" pitchFamily="34" charset="0"/>
                <a:ea typeface="+mn-ea"/>
                <a:cs typeface="+mn-cs"/>
              </a:rPr>
              <a:t>"</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O" sz="2000" b="1" i="0" u="none" strike="noStrike" kern="1200" cap="none" spc="0" normalizeH="0" baseline="0" noProof="0" dirty="0">
                <a:ln/>
                <a:solidFill>
                  <a:prstClr val="white"/>
                </a:solidFill>
                <a:effectLst>
                  <a:outerShdw blurRad="38100" dist="38100" dir="2700000" algn="tl">
                    <a:srgbClr val="000000">
                      <a:alpha val="43137"/>
                    </a:srgbClr>
                  </a:outerShdw>
                </a:effectLst>
                <a:uLnTx/>
                <a:uFillTx/>
                <a:latin typeface="Calibri" panose="020F0502020204030204"/>
                <a:ea typeface="+mn-ea"/>
                <a:cs typeface="+mn-cs"/>
              </a:rPr>
              <a:t>DOCENTE: </a:t>
            </a:r>
            <a:r>
              <a:rPr kumimoji="0" lang="es-CO" sz="2000" b="1" i="0" u="none" strike="noStrike" kern="1200" cap="none" spc="0" normalizeH="0" baseline="0" noProof="0" dirty="0">
                <a:ln>
                  <a:noFill/>
                </a:ln>
                <a:solidFill>
                  <a:prstClr val="white"/>
                </a:solidFill>
                <a:effectLst/>
                <a:uLnTx/>
                <a:uFillTx/>
                <a:latin typeface="Bahnschrift Light SemiCondensed" panose="020B0502040204020203" pitchFamily="34" charset="0"/>
                <a:ea typeface="+mn-ea"/>
                <a:cs typeface="+mn-cs"/>
              </a:rPr>
              <a:t>JAIRO HERNANDO RAMÍREZ MARÍN</a:t>
            </a:r>
          </a:p>
        </p:txBody>
      </p:sp>
    </p:spTree>
    <p:extLst>
      <p:ext uri="{BB962C8B-B14F-4D97-AF65-F5344CB8AC3E}">
        <p14:creationId xmlns:p14="http://schemas.microsoft.com/office/powerpoint/2010/main" val="8618311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0" presetClass="entr" presetSubtype="0"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800" decel="100000"/>
                                        <p:tgtEl>
                                          <p:spTgt spid="5"/>
                                        </p:tgtEl>
                                      </p:cBhvr>
                                    </p:animEffect>
                                    <p:anim calcmode="lin" valueType="num">
                                      <p:cBhvr>
                                        <p:cTn id="8" dur="800" decel="100000" fill="hold"/>
                                        <p:tgtEl>
                                          <p:spTgt spid="5"/>
                                        </p:tgtEl>
                                        <p:attrNameLst>
                                          <p:attrName>style.rotation</p:attrName>
                                        </p:attrNameLst>
                                      </p:cBhvr>
                                      <p:tavLst>
                                        <p:tav tm="0">
                                          <p:val>
                                            <p:fltVal val="-90"/>
                                          </p:val>
                                        </p:tav>
                                        <p:tav tm="100000">
                                          <p:val>
                                            <p:fltVal val="0"/>
                                          </p:val>
                                        </p:tav>
                                      </p:tavLst>
                                    </p:anim>
                                    <p:anim calcmode="lin" valueType="num">
                                      <p:cBhvr>
                                        <p:cTn id="9" dur="800" decel="100000" fill="hold"/>
                                        <p:tgtEl>
                                          <p:spTgt spid="5"/>
                                        </p:tgtEl>
                                        <p:attrNameLst>
                                          <p:attrName>ppt_x</p:attrName>
                                        </p:attrNameLst>
                                      </p:cBhvr>
                                      <p:tavLst>
                                        <p:tav tm="0">
                                          <p:val>
                                            <p:strVal val="#ppt_x+0.4"/>
                                          </p:val>
                                        </p:tav>
                                        <p:tav tm="100000">
                                          <p:val>
                                            <p:strVal val="#ppt_x-0.05"/>
                                          </p:val>
                                        </p:tav>
                                      </p:tavLst>
                                    </p:anim>
                                    <p:anim calcmode="lin" valueType="num">
                                      <p:cBhvr>
                                        <p:cTn id="10" dur="800" decel="100000" fill="hold"/>
                                        <p:tgtEl>
                                          <p:spTgt spid="5"/>
                                        </p:tgtEl>
                                        <p:attrNameLst>
                                          <p:attrName>ppt_y</p:attrName>
                                        </p:attrNameLst>
                                      </p:cBhvr>
                                      <p:tavLst>
                                        <p:tav tm="0">
                                          <p:val>
                                            <p:strVal val="#ppt_y-0.4"/>
                                          </p:val>
                                        </p:tav>
                                        <p:tav tm="100000">
                                          <p:val>
                                            <p:strVal val="#ppt_y+0.1"/>
                                          </p:val>
                                        </p:tav>
                                      </p:tavLst>
                                    </p:anim>
                                    <p:anim calcmode="lin" valueType="num">
                                      <p:cBhvr>
                                        <p:cTn id="11" dur="200" accel="100000" fill="hold">
                                          <p:stCondLst>
                                            <p:cond delay="800"/>
                                          </p:stCondLst>
                                        </p:cTn>
                                        <p:tgtEl>
                                          <p:spTgt spid="5"/>
                                        </p:tgtEl>
                                        <p:attrNameLst>
                                          <p:attrName>ppt_x</p:attrName>
                                        </p:attrNameLst>
                                      </p:cBhvr>
                                      <p:tavLst>
                                        <p:tav tm="0">
                                          <p:val>
                                            <p:strVal val="#ppt_x-0.05"/>
                                          </p:val>
                                        </p:tav>
                                        <p:tav tm="100000">
                                          <p:val>
                                            <p:strVal val="#ppt_x"/>
                                          </p:val>
                                        </p:tav>
                                      </p:tavLst>
                                    </p:anim>
                                    <p:anim calcmode="lin" valueType="num">
                                      <p:cBhvr>
                                        <p:cTn id="12" dur="200" accel="100000" fill="hold">
                                          <p:stCondLst>
                                            <p:cond delay="800"/>
                                          </p:stCondLst>
                                        </p:cTn>
                                        <p:tgtEl>
                                          <p:spTgt spid="5"/>
                                        </p:tgtEl>
                                        <p:attrNameLst>
                                          <p:attrName>ppt_y</p:attrName>
                                        </p:attrNameLst>
                                      </p:cBhvr>
                                      <p:tavLst>
                                        <p:tav tm="0">
                                          <p:val>
                                            <p:strVal val="#ppt_y+0.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1922</TotalTime>
  <Words>5807</Words>
  <Application>Microsoft Office PowerPoint</Application>
  <PresentationFormat>Panorámica</PresentationFormat>
  <Paragraphs>708</Paragraphs>
  <Slides>37</Slides>
  <Notes>13</Notes>
  <HiddenSlides>0</HiddenSlides>
  <MMClips>0</MMClips>
  <ScaleCrop>false</ScaleCrop>
  <HeadingPairs>
    <vt:vector size="6" baseType="variant">
      <vt:variant>
        <vt:lpstr>Fuentes usadas</vt:lpstr>
      </vt:variant>
      <vt:variant>
        <vt:i4>5</vt:i4>
      </vt:variant>
      <vt:variant>
        <vt:lpstr>Tema</vt:lpstr>
      </vt:variant>
      <vt:variant>
        <vt:i4>1</vt:i4>
      </vt:variant>
      <vt:variant>
        <vt:lpstr>Títulos de diapositiva</vt:lpstr>
      </vt:variant>
      <vt:variant>
        <vt:i4>37</vt:i4>
      </vt:variant>
    </vt:vector>
  </HeadingPairs>
  <TitlesOfParts>
    <vt:vector size="43" baseType="lpstr">
      <vt:lpstr>Arial</vt:lpstr>
      <vt:lpstr>Arial Narrow</vt:lpstr>
      <vt:lpstr>Bahnschrift Light SemiCondensed</vt:lpstr>
      <vt:lpstr>Calibri</vt:lpstr>
      <vt:lpstr>Calibri Light</vt:lpstr>
      <vt:lpstr>Tema de Office</vt:lpstr>
      <vt:lpstr>Presentación de PowerPoint</vt:lpstr>
      <vt:lpstr>“MÉTODOS DE ORDENAMIENTO C++”</vt:lpstr>
      <vt:lpstr>“MÉTODOS DE ORDENAMIENTO BURBUJA C++”</vt:lpstr>
      <vt:lpstr>“MÉTODOS DE ORDENAMIENTO BURBUJA C++”</vt:lpstr>
      <vt:lpstr>“MÉTODOS DE ORDENAMIENTO BURBUJA C++”</vt:lpstr>
      <vt:lpstr>“MÉTODOS DE ORDENAMIENTO BURBUJA C++”</vt:lpstr>
      <vt:lpstr>“MÉTODOS DE ORDENAMIENTO BURBUJA C++”</vt:lpstr>
      <vt:lpstr>“MÉTODOS DE ORDENAMIENTO BURBUJA C++”</vt:lpstr>
      <vt:lpstr>“MÉTODOS DE ORDENAMIENTO BURBUJA C++”</vt:lpstr>
      <vt:lpstr>“MÉTODOS DE ORDENAMIENTO BURBUJA OPTIMIZADO C++”</vt:lpstr>
      <vt:lpstr>“MÉTODOS DE ORDENAMIENTO SELECCIÓN C++”</vt:lpstr>
      <vt:lpstr>“MÉTODOS DE ORDENAMIENTO SELECCIÓN C++”</vt:lpstr>
      <vt:lpstr>“MÉTODOS DE ORDENAMIENTO SELECCIÓN C++”</vt:lpstr>
      <vt:lpstr>“MÉTODOS DE ORDENAMIENTO SELECCIÓN C++”</vt:lpstr>
      <vt:lpstr>“MÉTODOS DE ORDENAMIENTO SELECCIÓN C++”</vt:lpstr>
      <vt:lpstr>“MÉTODOS DE ORDENAMIENTO SELECCIÓN C++”</vt:lpstr>
      <vt:lpstr>“COMPARATIVO MÉTODOS DE ORDENAMIENTO”</vt:lpstr>
      <vt:lpstr>“MÉTODOS DE ORDENAMIENTO SELECCIÓN C++”</vt:lpstr>
      <vt:lpstr>“MÉTODOS DE SELECCIÓN OPTIMIZADA C++”</vt:lpstr>
      <vt:lpstr>“MÉTODOS DE INSERCIÓN DIRECTA (BARAJA) C++”</vt:lpstr>
      <vt:lpstr>“EJEMPLO #7 - VECTORES EN C++”</vt:lpstr>
      <vt:lpstr>“EJEMPLO #8 - VECTORES EN C++”</vt:lpstr>
      <vt:lpstr>“MÉTODOS DE BÚSQUEDA C++”</vt:lpstr>
      <vt:lpstr>“MÉTODO DE BÚSQUEDA SECUENCIAL C++”</vt:lpstr>
      <vt:lpstr>“MÉTODO DE BÚSQUEDA SECUENCIAL C++”</vt:lpstr>
      <vt:lpstr>“MÉTODO DE BÚSQUEDA SECUENCIAL C++”</vt:lpstr>
      <vt:lpstr>“MÉTODOS DE BÚSQUEDA SECUENCIAL C++”</vt:lpstr>
      <vt:lpstr>“BÚSQUEDA SECUENCIAL OPTIMIZADA C++”</vt:lpstr>
      <vt:lpstr>“BÚSQUEDA SECUENCIAL OPTIMIZADA C++”</vt:lpstr>
      <vt:lpstr>“MÉTODO DE BÚSQUEDA BINARIA EN C++”</vt:lpstr>
      <vt:lpstr>“MÉTODO DE BÚSQUEDA BINARIA EN C++”</vt:lpstr>
      <vt:lpstr>“MÉTODO DE BÚSQUEDA BINARIA EN C++”</vt:lpstr>
      <vt:lpstr>“MÉTODO DE BÚSQUEDA BINARIA EN C++”</vt:lpstr>
      <vt:lpstr>“MÉTODOS DE BÚSQUEDA – BINARIA EN C++”</vt:lpstr>
      <vt:lpstr>“COMPARATIVO MÉTODOS DE BÚSQUEDA”</vt:lpstr>
      <vt:lpstr>“ENLACES RECOMENDADOS”</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JAIRO HERNANDO RAMIREZ MARIN</dc:creator>
  <cp:lastModifiedBy>Jairo Ramirez (Docente de Tiempo Completo)</cp:lastModifiedBy>
  <cp:revision>182</cp:revision>
  <dcterms:created xsi:type="dcterms:W3CDTF">2020-08-20T10:34:44Z</dcterms:created>
  <dcterms:modified xsi:type="dcterms:W3CDTF">2022-08-22T20:48:37Z</dcterms:modified>
</cp:coreProperties>
</file>