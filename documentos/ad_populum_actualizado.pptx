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8C2C9-B484-D7E0-92E1-8D6F4BD1C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84A30E-4494-02FD-AB9C-FE51CFFFA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43FE17-4141-F52C-A3C5-E417E862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A9C87-821B-89C4-5B77-9B5C361C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A61330-F58C-261E-BB29-BC9FE489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301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BF1EE-F598-2345-4134-EECE2BEB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BDF510-C28F-5814-6826-B400CA953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9A6D8E-7F9A-BE67-F4AB-D231199A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1A0197-5496-3019-C4B9-C0CF6350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2816CE-8A80-5B9D-9343-507D0A9F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81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CB0A8-6348-5C7A-46F9-D04C80E4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2A5EBF-D859-B95A-01A0-C468DE660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D2F18D-0859-F822-9283-D51799C5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ED32D3-2C14-F925-6F76-B211837F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A0436E-C908-2617-AF54-E4A231D4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5687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DA0EB-3249-F9BB-5741-78085254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AF5C06-40F3-2EA3-4DEF-B7E144B86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5E445B-607B-953C-1B4A-3CD0E8E42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829485-429B-7058-35FB-47EDCD3EE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D93546-E47D-17FC-C4C6-7B6BCCC3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2583CB-C104-46DF-F7BD-8A6DA0BF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586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5212E-3852-3430-C7AB-ABD15137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135171-7BF2-B0A9-9758-1E0A500ED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D8F7EF-5308-09BF-321B-A2C11D556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28BB62-32FC-5B17-7F47-EF025990A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1C7935-39EB-24EB-02C5-F9BFFC315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F137AD3-1DA9-4507-C179-B506FB6B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D94C80-6BA3-293B-BCF2-1A26898B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3787A1-41DC-6B9F-C5BB-866134F7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319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1A46A-F5B3-76C1-E7E7-97A9FC13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0375C7-DE82-2273-3BBC-B0E6A700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444E2F-1EDF-FEC4-B5A4-0DD1BBDE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85A5AB-33F7-E9E2-BE21-A6B3FFD1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360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7F47E3-8E2B-DF01-6B18-560F95B59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1D44B0-EE0A-88DD-A831-82C4C39D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0F4D3C-BD44-727B-0E85-B101DB16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211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53EF9-E7C4-B3EC-3F63-56212307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478A5F-9D66-D9DF-210C-D245FDAAB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C47003-6114-E703-8A82-61F8E31BB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BCF76-831C-3091-01B8-D972EA06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8F3872-D7EC-5A05-EE78-C07851F3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4AA1B3-8D37-CAF9-9960-0F4F6C50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080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75AAF-2F93-789A-D4F5-91C8F2AC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68F7B4-F50B-4CC9-035B-AF328FDA7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275E5E-9BEA-9C3D-AD01-2F21FE0DC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9C50ED-10EC-4F88-235B-B99163BA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9AAFB4-D587-41DF-436B-604CC526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40371D-B6B9-9D8F-9C51-8EFD5F2F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909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FEC8F-2D36-9C79-7F59-7F0BCECC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157B81-33FF-4646-5A08-C14D77248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6FA96D-5783-D250-27FE-69A3497B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EBC56B-19C2-9C1C-F382-D4E59E8F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24C8A3-C2DF-74B4-B83F-A56EF759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120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6498ED-03D0-14A5-E74B-4224ABE26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0B41F1-6577-6094-71B3-DEF448414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433501-5477-93FB-A5C4-2164F86A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E4B133-1BD5-2BF7-8BC0-C2CA33FC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0C2A0F-9CE0-23B1-BC6D-82A7FDCA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35890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61D81D-C12B-8EB0-05DB-75749F43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019DBE-61D0-5F2B-EFE4-55152C10E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B09B18-6393-D98E-DE24-84662E1E6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8AB1D-6C71-4152-9565-B697F02C4BAE}" type="datetimeFigureOut">
              <a:rPr lang="es-CO" smtClean="0"/>
              <a:t>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F060F9-3843-DA33-7C8A-1F1F1E2B4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10552A-0F37-FB3A-D27D-715B24447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690F2-F979-4047-801F-870F1E1CB2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6040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B4BFBE9-770C-0691-CE23-4F2AAB373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5" cy="5571065"/>
          </a:xfrm>
          <a:prstGeom prst="rect">
            <a:avLst/>
          </a:prstGeom>
          <a:ln>
            <a:noFill/>
          </a:ln>
        </p:spPr>
      </p:pic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1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CDED44-5507-17E3-A59D-F30314CDD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84521"/>
            <a:ext cx="10905066" cy="528895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9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B4C01B-E12A-3F03-0799-6F4CC01A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38936"/>
            <a:ext cx="10905066" cy="458012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0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4B9506-7DB8-8D73-AE05-755760A2E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5" y="643467"/>
            <a:ext cx="1087037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0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A0B479-CB28-0577-52C1-639752553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84410"/>
            <a:ext cx="10905066" cy="468917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6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9A8A49-0484-9B9B-47F5-F274252F5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84410"/>
            <a:ext cx="10905066" cy="468917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0108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 adicionales de falacia ad populum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“Todos mis compañeros tienen ese celular, así que debe ser el mejor del mercado.”</a:t>
            </a:r>
          </a:p>
          <a:p>
            <a:pPr/>
            <a:r>
              <a:t>2. “Mucha gente dice que esa dieta funciona, entonces debe ser saludable.”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duarte foronda</dc:creator>
  <cp:lastModifiedBy>daniel duarte foronda</cp:lastModifiedBy>
  <cp:revision>2</cp:revision>
  <dcterms:created xsi:type="dcterms:W3CDTF">2026-03-09T02:07:16Z</dcterms:created>
  <dcterms:modified xsi:type="dcterms:W3CDTF">2026-03-09T02:32:27Z</dcterms:modified>
</cp:coreProperties>
</file>