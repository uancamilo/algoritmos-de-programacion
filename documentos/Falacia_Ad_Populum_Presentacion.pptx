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Falacia Ad Populum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Definición:</a:t>
            </a:r>
          </a:p>
          <a:p/>
          <a:p>
            <a:r>
              <a:t>El argumento ad populum es una falacia lógica que considera verdadera una afirmación</a:t>
            </a:r>
          </a:p>
          <a:p>
            <a:r>
              <a:t>solo porque muchas personas creen que lo es.</a:t>
            </a:r>
          </a:p>
          <a:p/>
          <a:p>
            <a:r>
              <a:t>Se apela a la opinión de la mayoría en lugar de evidencia objetiva.</a:t>
            </a:r>
          </a:p>
          <a:p/>
          <a:p>
            <a:r>
              <a:t>Significa: “dirigido al pueblo”.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Lógica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 del argumento:</a:t>
            </a:r>
          </a:p>
          <a:p/>
          <a:p>
            <a:r>
              <a:t>• Para la mayoría, A es verdadero.</a:t>
            </a:r>
          </a:p>
          <a:p>
            <a:r>
              <a:t>• Por lo tanto, A es verdadero.</a:t>
            </a:r>
          </a:p>
          <a:p/>
          <a:p>
            <a:r>
              <a:t>Error lógico:</a:t>
            </a:r>
          </a:p>
          <a:p>
            <a:r>
              <a:t>La popularidad de una idea no demuestra su veracidad.</a:t>
            </a:r>
          </a:p>
          <a:p/>
          <a:p>
            <a:r>
              <a:t>La aceptación social no sustituye la demostración racional.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Contextos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 falacia aparece frecuentemente en:</a:t>
            </a:r>
          </a:p>
          <a:p/>
          <a:p>
            <a:r>
              <a:t>• Discursos populistas</a:t>
            </a:r>
          </a:p>
          <a:p>
            <a:r>
              <a:t>• Debates cotidianos</a:t>
            </a:r>
          </a:p>
          <a:p>
            <a:r>
              <a:t>• Comunicación política</a:t>
            </a:r>
          </a:p>
          <a:p>
            <a:r>
              <a:t>• Medios de comunicación</a:t>
            </a:r>
          </a:p>
          <a:p/>
          <a:p>
            <a:r>
              <a:t>Puede parecer convincente porque explota la conformidad social.</a:t>
            </a:r>
          </a:p>
          <a:p/>
          <a:p>
            <a:r>
              <a:t>Encuestas y sondeos pueden reforzar su efecto persuasivo.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 Comunes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Ejemplos típicos:</a:t>
            </a:r>
          </a:p>
          <a:p/>
          <a:p>
            <a:r>
              <a:t>• “Este artista debe ser excelente; millones de fans no pueden estar equivocados.”</a:t>
            </a:r>
          </a:p>
          <a:p>
            <a:r>
              <a:t>• “Es la marca líder en Europa; por eso deberías comprar sus productos.”</a:t>
            </a:r>
          </a:p>
          <a:p>
            <a:r>
              <a:t>• “Todo un pueblo no puede equivocarse.”</a:t>
            </a:r>
          </a:p>
          <a:p/>
          <a:p>
            <a:r>
              <a:t>En todos los casos, la popularidad sustituye la evidencia objetiva.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con Otras Falacias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falacia ad populum es una variante de la falacia ad verecundiam.</a:t>
            </a:r>
          </a:p>
          <a:p/>
          <a:p>
            <a:r>
              <a:t>Diferencia principal:</a:t>
            </a:r>
          </a:p>
          <a:p/>
          <a:p>
            <a:r>
              <a:t>• Ad verecundiam → Apela a la autoridad de expertos</a:t>
            </a:r>
          </a:p>
          <a:p>
            <a:r>
              <a:t>• Ad populum → Apela a la autoridad de la mayoría</a:t>
            </a:r>
          </a:p>
          <a:p/>
          <a:p>
            <a:r>
              <a:t>Referencia histórica:</a:t>
            </a:r>
          </a:p>
          <a:p>
            <a:r>
              <a:t>En la obra de Shakespeare, Marco Antonio persuade al pueblo</a:t>
            </a:r>
          </a:p>
          <a:p>
            <a:r>
              <a:t>mediante apelaciones emocionales dirigidas a la multitud.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